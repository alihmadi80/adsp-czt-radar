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5" r:id="rId2"/>
  </p:sldMasterIdLst>
  <p:notesMasterIdLst>
    <p:notesMasterId r:id="rId18"/>
  </p:notesMasterIdLst>
  <p:handoutMasterIdLst>
    <p:handoutMasterId r:id="rId19"/>
  </p:handoutMasterIdLst>
  <p:sldIdLst>
    <p:sldId id="1463" r:id="rId3"/>
    <p:sldId id="283" r:id="rId4"/>
    <p:sldId id="1450" r:id="rId5"/>
    <p:sldId id="1466" r:id="rId6"/>
    <p:sldId id="1465" r:id="rId7"/>
    <p:sldId id="1456" r:id="rId8"/>
    <p:sldId id="1455" r:id="rId9"/>
    <p:sldId id="1469" r:id="rId10"/>
    <p:sldId id="1470" r:id="rId11"/>
    <p:sldId id="1471" r:id="rId12"/>
    <p:sldId id="1472" r:id="rId13"/>
    <p:sldId id="1403" r:id="rId14"/>
    <p:sldId id="1417" r:id="rId15"/>
    <p:sldId id="285" r:id="rId16"/>
    <p:sldId id="263" r:id="rId17"/>
  </p:sldIdLst>
  <p:sldSz cx="12192000" cy="6858000"/>
  <p:notesSz cx="6858000" cy="9144000"/>
  <p:embeddedFontLst>
    <p:embeddedFont>
      <p:font typeface="B Nazanin" panose="00000400000000000000" pitchFamily="2" charset="-78"/>
      <p:regular r:id="rId20"/>
      <p:bold r:id="rId21"/>
    </p:embeddedFont>
    <p:embeddedFont>
      <p:font typeface="Cambria Math" panose="02040503050406030204" pitchFamily="18" charset="0"/>
      <p:regular r:id="rId22"/>
    </p:embeddedFont>
    <p:embeddedFont>
      <p:font typeface="Estedad Black" panose="02000A03000000000000" pitchFamily="2" charset="-78"/>
      <p:bold r:id="rId23"/>
    </p:embeddedFon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Shabnam" panose="020B0603030804020204" pitchFamily="34" charset="-78"/>
      <p:regular r:id="rId28"/>
      <p:bold r:id="rId29"/>
    </p:embeddedFont>
    <p:embeddedFont>
      <p:font typeface="Vazir" panose="020B0604020202020204" charset="-78"/>
      <p:regular r:id="rId30"/>
      <p:bold r:id="rId31"/>
    </p:embeddedFont>
  </p:embeddedFontLst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عرفی" id="{919A8925-4706-4978-9EBE-E564465A09DC}">
          <p14:sldIdLst>
            <p14:sldId id="1463"/>
            <p14:sldId id="283"/>
          </p14:sldIdLst>
        </p14:section>
        <p14:section name="مقدمه" id="{F5B8B8C6-3964-4621-9ED2-23CD2E3992E1}">
          <p14:sldIdLst>
            <p14:sldId id="1450"/>
          </p14:sldIdLst>
        </p14:section>
        <p14:section name="پیشینه پژوهش" id="{438BD6E0-34FB-498A-9194-B27CDE8F9A5E}">
          <p14:sldIdLst>
            <p14:sldId id="1466"/>
            <p14:sldId id="1465"/>
          </p14:sldIdLst>
        </p14:section>
        <p14:section name="روش پیشنهادی" id="{2953B81D-71B2-4562-AA9E-BCC5FA082A5F}">
          <p14:sldIdLst>
            <p14:sldId id="1456"/>
            <p14:sldId id="1455"/>
            <p14:sldId id="1469"/>
          </p14:sldIdLst>
        </p14:section>
        <p14:section name="آزمایش‌ها و نتایج" id="{4052AFAC-B92F-49D2-8D9E-38A8B1AD4A78}">
          <p14:sldIdLst>
            <p14:sldId id="1470"/>
            <p14:sldId id="1471"/>
            <p14:sldId id="1472"/>
          </p14:sldIdLst>
        </p14:section>
        <p14:section name="نتیجه‌گیری و دمو" id="{487606C7-EA60-4EB2-AFA3-0DFC90941998}">
          <p14:sldIdLst>
            <p14:sldId id="1403"/>
            <p14:sldId id="1417"/>
          </p14:sldIdLst>
        </p14:section>
        <p14:section name="منابع" id="{8F93052E-8A37-436E-8B59-0D723CE7295C}">
          <p14:sldIdLst>
            <p14:sldId id="285"/>
          </p14:sldIdLst>
        </p14:section>
        <p14:section name="اسلاید تشکر" id="{36BF4AEB-55A3-4D84-ACE4-1C2A83DED34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4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BD5"/>
    <a:srgbClr val="1A5BFD"/>
    <a:srgbClr val="013F52"/>
    <a:srgbClr val="0B2D77"/>
    <a:srgbClr val="F3F3F3"/>
    <a:srgbClr val="0089C0"/>
    <a:srgbClr val="1450D6"/>
    <a:srgbClr val="103FA8"/>
    <a:srgbClr val="F2F2F2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79742" autoAdjust="0"/>
  </p:normalViewPr>
  <p:slideViewPr>
    <p:cSldViewPr snapToGrid="0">
      <p:cViewPr varScale="1">
        <p:scale>
          <a:sx n="63" d="100"/>
          <a:sy n="63" d="100"/>
        </p:scale>
        <p:origin x="1382" y="62"/>
      </p:cViewPr>
      <p:guideLst>
        <p:guide orient="horz" pos="3045"/>
        <p:guide pos="3817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howGuides="1">
      <p:cViewPr varScale="1">
        <p:scale>
          <a:sx n="53" d="100"/>
          <a:sy n="53" d="100"/>
        </p:scale>
        <p:origin x="28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5B856B-405C-7C42-3BCB-8FA286917D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680A0-CA01-EA1C-D8DB-C8EC07B505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82921C4-EE2A-46FD-B303-A19E38D9A313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00AB1-602F-5768-0AC8-566F5AD91A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8633F-747F-D48D-54EC-3392E170F7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59783CB6-15CC-440A-B65E-E46ADA767F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27752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DA95562-045A-4720-89D2-43CBC582028C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798497F-E28E-4393-B09D-E44AF7C5839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59316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98497F-E28E-4393-B09D-E44AF7C58391}" type="slidenum">
              <a:rPr kumimoji="0" lang="fa-I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a-I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8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2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96808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3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33980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4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6791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5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69230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6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81295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7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76935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8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92000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9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258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10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44952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11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57869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12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82003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13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56220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14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37476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497F-E28E-4393-B09D-E44AF7C58391}" type="slidenum">
              <a:rPr lang="fa-IR" smtClean="0"/>
              <a:t>15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7789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svg"/><Relationship Id="rId21" Type="http://schemas.openxmlformats.org/officeDocument/2006/relationships/slide" Target="../slides/slide4.xml"/><Relationship Id="rId7" Type="http://schemas.openxmlformats.org/officeDocument/2006/relationships/image" Target="../media/image6.svg"/><Relationship Id="rId12" Type="http://schemas.openxmlformats.org/officeDocument/2006/relationships/slide" Target="../slides/slide3.xml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0.svg"/><Relationship Id="rId5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Relationship Id="rId22" Type="http://schemas.openxmlformats.org/officeDocument/2006/relationships/slide" Target="../slides/slide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../slides/slide3.xml"/><Relationship Id="rId18" Type="http://schemas.openxmlformats.org/officeDocument/2006/relationships/image" Target="../media/image15.png"/><Relationship Id="rId3" Type="http://schemas.openxmlformats.org/officeDocument/2006/relationships/image" Target="../media/image2.svg"/><Relationship Id="rId21" Type="http://schemas.openxmlformats.org/officeDocument/2006/relationships/image" Target="../media/image18.sv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17" Type="http://schemas.openxmlformats.org/officeDocument/2006/relationships/image" Target="../media/image14.sv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23" Type="http://schemas.openxmlformats.org/officeDocument/2006/relationships/image" Target="../media/image22.svg"/><Relationship Id="rId10" Type="http://schemas.openxmlformats.org/officeDocument/2006/relationships/slide" Target="../slides/slide4.xml"/><Relationship Id="rId19" Type="http://schemas.openxmlformats.org/officeDocument/2006/relationships/image" Target="../media/image16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Relationship Id="rId22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svg"/><Relationship Id="rId21" Type="http://schemas.openxmlformats.org/officeDocument/2006/relationships/image" Target="../media/image23.svg"/><Relationship Id="rId7" Type="http://schemas.openxmlformats.org/officeDocument/2006/relationships/image" Target="../media/image6.svg"/><Relationship Id="rId12" Type="http://schemas.openxmlformats.org/officeDocument/2006/relationships/slide" Target="../slides/slide3.xml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slide" Target="../slides/slide4.xml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25.svg"/><Relationship Id="rId3" Type="http://schemas.openxmlformats.org/officeDocument/2006/relationships/image" Target="../media/image2.svg"/><Relationship Id="rId21" Type="http://schemas.openxmlformats.org/officeDocument/2006/relationships/slide" Target="../slides/slide4.xml"/><Relationship Id="rId7" Type="http://schemas.openxmlformats.org/officeDocument/2006/relationships/image" Target="../media/image24.svg"/><Relationship Id="rId12" Type="http://schemas.openxmlformats.org/officeDocument/2006/relationships/slide" Target="../slides/slide3.xml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svg"/><Relationship Id="rId21" Type="http://schemas.openxmlformats.org/officeDocument/2006/relationships/slide" Target="../slides/slide4.xml"/><Relationship Id="rId7" Type="http://schemas.openxmlformats.org/officeDocument/2006/relationships/image" Target="../media/image6.svg"/><Relationship Id="rId12" Type="http://schemas.openxmlformats.org/officeDocument/2006/relationships/slide" Target="../slides/slide3.xml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svg"/><Relationship Id="rId21" Type="http://schemas.openxmlformats.org/officeDocument/2006/relationships/slide" Target="../slides/slide4.xml"/><Relationship Id="rId7" Type="http://schemas.openxmlformats.org/officeDocument/2006/relationships/image" Target="../media/image6.svg"/><Relationship Id="rId12" Type="http://schemas.openxmlformats.org/officeDocument/2006/relationships/slide" Target="../slides/slide3.xml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26.svg"/><Relationship Id="rId20" Type="http://schemas.openxmlformats.org/officeDocument/2006/relationships/image" Target="../media/image18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63B1DE1-4EE3-3696-6F05-51F137C6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18" name="Freeform: Shape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3BDFF8B-AC0E-AC41-9275-D192A201C578}"/>
              </a:ext>
            </a:extLst>
          </p:cNvPr>
          <p:cNvSpPr/>
          <p:nvPr userDrawn="1"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595DD12-999C-F53D-D94B-45EDBC28E9A8}"/>
              </a:ext>
            </a:extLst>
          </p:cNvPr>
          <p:cNvSpPr/>
          <p:nvPr userDrawn="1"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20" name="Freeform: Shape 1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C83E59D-0CFC-DAB3-AC80-FA4F6EEB4868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86DC0C-DEDE-5DA7-B6A5-C11B55200044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70427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بدون شماره صفح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556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A589FA7-FBF9-8384-8FCF-AF3D756A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13" name="Freeform: Shap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6B366CA-1437-F277-F773-0E8144D73413}"/>
              </a:ext>
            </a:extLst>
          </p:cNvPr>
          <p:cNvSpPr/>
          <p:nvPr userDrawn="1"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F6FD57-C213-1A5B-86D1-9E19747BA00F}"/>
              </a:ext>
            </a:extLst>
          </p:cNvPr>
          <p:cNvSpPr/>
          <p:nvPr userDrawn="1"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5" name="Freeform: Shape 1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B079B39-74DC-BAED-B65B-1512F0DCB57D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41700FE-C562-6334-412F-E466A01C6F6A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0826415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CD9AE04-15A0-2C24-5822-A6BE8E81E9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54569" y="1460427"/>
            <a:ext cx="2134960" cy="21349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A8A2453-6A95-8312-2E3A-C282F62B1F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31474" y="2361520"/>
            <a:ext cx="2134960" cy="21349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D7B7C09-85B7-7E00-E222-6B55A867B8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85832" y="1831532"/>
            <a:ext cx="2134960" cy="21349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68745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FFAA-0341-6930-1CBA-38A17196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B0851-112E-685C-7C88-17B39A218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BBCDF-6E8B-A742-ECFF-D20190343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04455-120B-4AE6-5F4E-636B5BDB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82D2D-4144-380A-B6A7-97FD674D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5310C-4D74-99B4-00BF-EC436A5C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239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3C32-8DEE-942B-D7EF-6D5B4470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361FA-D2F7-D416-8C95-560E80A89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F45CC-EF84-B627-F7ED-3A7C2A4A7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5BE22-8774-3D75-93D2-E6890F183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7A256-70A3-2BE3-9763-2AE0F1BE7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97632-26AE-C3F4-F735-4F32E233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83D58-D98F-7442-66DB-03BC165E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3818-1705-0E66-7284-9D03DA75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0883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9140-16DE-D7AD-25B1-9397D269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4A86C-0BEF-5FBB-34D1-3AFA8EA4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118C3-6241-5114-7472-82545B8E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9A935-5808-6FA8-6795-DBC30992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840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6D104-91AE-7014-F45C-C8638C7C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FADF8-816A-E86E-1F5E-423EFE76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7C813-6761-C76C-B873-9BF66F91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8EC467C-D862-918D-E2ED-86B01BB4F326}"/>
              </a:ext>
            </a:extLst>
          </p:cNvPr>
          <p:cNvSpPr txBox="1">
            <a:spLocks/>
          </p:cNvSpPr>
          <p:nvPr userDrawn="1"/>
        </p:nvSpPr>
        <p:spPr>
          <a:xfrm>
            <a:off x="617262" y="6248942"/>
            <a:ext cx="534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ctr" defTabSz="914400" rtl="1" eaLnBrk="1" latinLnBrk="0" hangingPunct="1">
              <a:lnSpc>
                <a:spcPct val="150000"/>
              </a:lnSpc>
              <a:defRPr sz="2000" kern="1200" baseline="0">
                <a:solidFill>
                  <a:schemeClr val="tx1"/>
                </a:solidFill>
                <a:latin typeface="Estedad Black" panose="02000A03000000000000" pitchFamily="2" charset="-78"/>
                <a:ea typeface="+mn-ea"/>
                <a:cs typeface="Shabnam" panose="020B0603030804020204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14" name="Freeform: Shape 1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DBBB84-86D9-EC1A-67C0-4DB7F395FAF4}"/>
              </a:ext>
            </a:extLst>
          </p:cNvPr>
          <p:cNvSpPr/>
          <p:nvPr userDrawn="1"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816DF84-0ADC-D11C-79EF-9F5F0F626DDF}"/>
              </a:ext>
            </a:extLst>
          </p:cNvPr>
          <p:cNvSpPr/>
          <p:nvPr userDrawn="1"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6" name="Freeform: Shape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9C4129-93EE-DD20-37ED-7F8BCDAA4E8A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0A96AE-0DCA-C1AA-9584-0BED7CDBBD97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6190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DB76-95D9-F7F6-5FD0-F2B4184D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A950-B2FD-F64C-B4C3-9BA4EE2FF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A39B3-5912-B49E-ECF3-4EC8F929A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37F45-943F-6D5D-B520-2096AB86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A97EE-5FA0-82C9-981F-DEFB7BB4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0255D-A1A0-9694-7577-AAFD25C6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2994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4B38-CDE5-E5F6-985B-D51CBB6F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437C0-1725-0F08-95A5-0BC85ADCE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F5E99-FB20-1062-21E5-33FBCC3F4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3F5D33-3993-2F49-72AB-C605B736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7" name="Freeform: Shape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D15DAA-6BD2-5A67-8AEB-D54DBC30E8FA}"/>
              </a:ext>
            </a:extLst>
          </p:cNvPr>
          <p:cNvSpPr/>
          <p:nvPr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1D084DE-CB67-343E-46D0-B6CC62D57B2D}"/>
              </a:ext>
            </a:extLst>
          </p:cNvPr>
          <p:cNvSpPr/>
          <p:nvPr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1" name="Freeform: Shape 1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3FAF4FC-FEEF-42B7-BE83-6B517EAA9E08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E479A7-6FE4-029C-F9C5-3D6C0A97680C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35053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82A8-A689-A55F-9BF8-443FC2E8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C52D7-3E14-1478-76CD-E749B40C2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59DC-1A0B-C024-EA4A-6AC60A4B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75F3-4EF4-D8B1-00BA-4BDE44A6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32387-2B82-AE61-1E55-8B97417E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58153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2FBB6-4F4A-CBF9-95CA-2DEE3E010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0C079-54B6-0372-07BB-9C38790DC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CF47D-9BEE-0B72-18B6-67E61E45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B138-490A-3123-E90B-3E847840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79833-7442-7542-E8BA-9E803D08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27082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CB93-3326-EA2E-CEDB-FE6D1269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2B38B-FCE1-B4F3-A481-7F49A909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62E4F-EABD-B689-A327-43E913B8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09176-C119-4753-965A-28D4C4AAFEF3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6249E-27D0-E2DC-E4ED-E5345D6F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3B794-3368-26AB-6A22-2563C23B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5B0E-A0CB-4D43-B234-CCE7CF95179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4082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C5ABE-D29C-4BAF-A501-FD955287D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AD51A9-C238-48F2-852A-6143A6F53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D3C09C-5D53-4B64-860D-CD0CB717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2140-7C38-4E47-B279-2F6BB0CC8954}" type="datetimeFigureOut">
              <a:rPr lang="es-PA" smtClean="0"/>
              <a:t>02/17/2026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2D5102-CFE4-4B6F-BF87-BF2A7F3F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7D85B-D197-46B8-AA50-D5A1C79F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A5A7D-6AFE-45A9-9E21-A6EC86F9E258}" type="slidenum">
              <a:rPr lang="es-PA" smtClean="0"/>
              <a:t>‹#›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85802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بدون منو و شماره صفح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04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فصل او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!!Previous Slide">
            <a:extLst>
              <a:ext uri="{FF2B5EF4-FFF2-40B4-BE49-F238E27FC236}">
                <a16:creationId xmlns:a16="http://schemas.microsoft.com/office/drawing/2014/main" id="{1292B1BA-301D-A70C-D14D-8A3074CE920C}"/>
              </a:ext>
            </a:extLst>
          </p:cNvPr>
          <p:cNvGrpSpPr/>
          <p:nvPr userDrawn="1"/>
        </p:nvGrpSpPr>
        <p:grpSpPr>
          <a:xfrm>
            <a:off x="193747" y="6218461"/>
            <a:ext cx="503994" cy="503995"/>
            <a:chOff x="193747" y="6218461"/>
            <a:chExt cx="503994" cy="503995"/>
          </a:xfrm>
        </p:grpSpPr>
        <p:sp>
          <p:nvSpPr>
            <p:cNvPr id="28" name="Previous Slide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95BC42B0-6077-3FF2-E191-3B2095B43D08}"/>
                </a:ext>
              </a:extLst>
            </p:cNvPr>
            <p:cNvSpPr/>
            <p:nvPr userDrawn="1"/>
          </p:nvSpPr>
          <p:spPr>
            <a:xfrm>
              <a:off x="19374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D8D6E68-EE46-69E0-0452-F9869EF29051}"/>
                </a:ext>
              </a:extLst>
            </p:cNvPr>
            <p:cNvSpPr/>
            <p:nvPr userDrawn="1"/>
          </p:nvSpPr>
          <p:spPr>
            <a:xfrm>
              <a:off x="357545" y="6379109"/>
              <a:ext cx="184798" cy="175348"/>
            </a:xfrm>
            <a:custGeom>
              <a:avLst/>
              <a:gdLst>
                <a:gd name="connsiteX0" fmla="*/ 92399 w 184798"/>
                <a:gd name="connsiteY0" fmla="*/ 3150 h 175348"/>
                <a:gd name="connsiteX1" fmla="*/ 104999 w 184798"/>
                <a:gd name="connsiteY1" fmla="*/ 3150 h 175348"/>
                <a:gd name="connsiteX2" fmla="*/ 104999 w 184798"/>
                <a:gd name="connsiteY2" fmla="*/ 15750 h 175348"/>
                <a:gd name="connsiteX3" fmla="*/ 42000 w 184798"/>
                <a:gd name="connsiteY3" fmla="*/ 78749 h 175348"/>
                <a:gd name="connsiteX4" fmla="*/ 176398 w 184798"/>
                <a:gd name="connsiteY4" fmla="*/ 78749 h 175348"/>
                <a:gd name="connsiteX5" fmla="*/ 184798 w 184798"/>
                <a:gd name="connsiteY5" fmla="*/ 87149 h 175348"/>
                <a:gd name="connsiteX6" fmla="*/ 176398 w 184798"/>
                <a:gd name="connsiteY6" fmla="*/ 95549 h 175348"/>
                <a:gd name="connsiteX7" fmla="*/ 42000 w 184798"/>
                <a:gd name="connsiteY7" fmla="*/ 95549 h 175348"/>
                <a:gd name="connsiteX8" fmla="*/ 104999 w 184798"/>
                <a:gd name="connsiteY8" fmla="*/ 158548 h 175348"/>
                <a:gd name="connsiteX9" fmla="*/ 104999 w 184798"/>
                <a:gd name="connsiteY9" fmla="*/ 171148 h 175348"/>
                <a:gd name="connsiteX10" fmla="*/ 96599 w 184798"/>
                <a:gd name="connsiteY10" fmla="*/ 175348 h 175348"/>
                <a:gd name="connsiteX11" fmla="*/ 88199 w 184798"/>
                <a:gd name="connsiteY11" fmla="*/ 171148 h 175348"/>
                <a:gd name="connsiteX12" fmla="*/ 0 w 184798"/>
                <a:gd name="connsiteY12" fmla="*/ 91349 h 175348"/>
                <a:gd name="connsiteX13" fmla="*/ 92399 w 1847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798" h="175348">
                  <a:moveTo>
                    <a:pt x="92399" y="3150"/>
                  </a:moveTo>
                  <a:cubicBezTo>
                    <a:pt x="96599" y="-1050"/>
                    <a:pt x="104999" y="-1050"/>
                    <a:pt x="104999" y="3150"/>
                  </a:cubicBezTo>
                  <a:cubicBezTo>
                    <a:pt x="109199" y="7350"/>
                    <a:pt x="109199" y="15750"/>
                    <a:pt x="104999" y="15750"/>
                  </a:cubicBezTo>
                  <a:lnTo>
                    <a:pt x="42000" y="78749"/>
                  </a:lnTo>
                  <a:lnTo>
                    <a:pt x="176398" y="78749"/>
                  </a:lnTo>
                  <a:cubicBezTo>
                    <a:pt x="180598" y="78749"/>
                    <a:pt x="184798" y="82949"/>
                    <a:pt x="184798" y="87149"/>
                  </a:cubicBezTo>
                  <a:cubicBezTo>
                    <a:pt x="184798" y="91349"/>
                    <a:pt x="180598" y="95549"/>
                    <a:pt x="176398" y="95549"/>
                  </a:cubicBezTo>
                  <a:lnTo>
                    <a:pt x="42000" y="95549"/>
                  </a:lnTo>
                  <a:lnTo>
                    <a:pt x="104999" y="158548"/>
                  </a:lnTo>
                  <a:cubicBezTo>
                    <a:pt x="109199" y="162748"/>
                    <a:pt x="109199" y="166948"/>
                    <a:pt x="104999" y="171148"/>
                  </a:cubicBezTo>
                  <a:cubicBezTo>
                    <a:pt x="104999" y="171148"/>
                    <a:pt x="100799" y="175348"/>
                    <a:pt x="96599" y="175348"/>
                  </a:cubicBezTo>
                  <a:cubicBezTo>
                    <a:pt x="92399" y="175348"/>
                    <a:pt x="92399" y="175348"/>
                    <a:pt x="88199" y="171148"/>
                  </a:cubicBezTo>
                  <a:lnTo>
                    <a:pt x="0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30" name="!!Next Slide">
            <a:extLst>
              <a:ext uri="{FF2B5EF4-FFF2-40B4-BE49-F238E27FC236}">
                <a16:creationId xmlns:a16="http://schemas.microsoft.com/office/drawing/2014/main" id="{83AAC7AC-787E-40F1-6DEB-9AFDD47A4BEC}"/>
              </a:ext>
            </a:extLst>
          </p:cNvPr>
          <p:cNvGrpSpPr/>
          <p:nvPr userDrawn="1"/>
        </p:nvGrpSpPr>
        <p:grpSpPr>
          <a:xfrm>
            <a:off x="1067337" y="6218461"/>
            <a:ext cx="503994" cy="503995"/>
            <a:chOff x="1067337" y="6218461"/>
            <a:chExt cx="503994" cy="503995"/>
          </a:xfrm>
        </p:grpSpPr>
        <p:sp>
          <p:nvSpPr>
            <p:cNvPr id="31" name="Next Slide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4308654-030F-12FA-C318-9B34EA289115}"/>
                </a:ext>
              </a:extLst>
            </p:cNvPr>
            <p:cNvSpPr/>
            <p:nvPr userDrawn="1"/>
          </p:nvSpPr>
          <p:spPr>
            <a:xfrm>
              <a:off x="106733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8B71DB9-FB4C-9BB6-D2C3-C2F78F65FD72}"/>
                </a:ext>
              </a:extLst>
            </p:cNvPr>
            <p:cNvSpPr/>
            <p:nvPr userDrawn="1"/>
          </p:nvSpPr>
          <p:spPr>
            <a:xfrm>
              <a:off x="1226935" y="6379109"/>
              <a:ext cx="180598" cy="175348"/>
            </a:xfrm>
            <a:custGeom>
              <a:avLst/>
              <a:gdLst>
                <a:gd name="connsiteX0" fmla="*/ 92399 w 180598"/>
                <a:gd name="connsiteY0" fmla="*/ 3150 h 175348"/>
                <a:gd name="connsiteX1" fmla="*/ 79799 w 180598"/>
                <a:gd name="connsiteY1" fmla="*/ 3150 h 175348"/>
                <a:gd name="connsiteX2" fmla="*/ 79799 w 180598"/>
                <a:gd name="connsiteY2" fmla="*/ 15750 h 175348"/>
                <a:gd name="connsiteX3" fmla="*/ 142798 w 180598"/>
                <a:gd name="connsiteY3" fmla="*/ 78749 h 175348"/>
                <a:gd name="connsiteX4" fmla="*/ 8400 w 180598"/>
                <a:gd name="connsiteY4" fmla="*/ 78749 h 175348"/>
                <a:gd name="connsiteX5" fmla="*/ 0 w 180598"/>
                <a:gd name="connsiteY5" fmla="*/ 87149 h 175348"/>
                <a:gd name="connsiteX6" fmla="*/ 8400 w 180598"/>
                <a:gd name="connsiteY6" fmla="*/ 95549 h 175348"/>
                <a:gd name="connsiteX7" fmla="*/ 146998 w 180598"/>
                <a:gd name="connsiteY7" fmla="*/ 95549 h 175348"/>
                <a:gd name="connsiteX8" fmla="*/ 83999 w 180598"/>
                <a:gd name="connsiteY8" fmla="*/ 158548 h 175348"/>
                <a:gd name="connsiteX9" fmla="*/ 83999 w 180598"/>
                <a:gd name="connsiteY9" fmla="*/ 171148 h 175348"/>
                <a:gd name="connsiteX10" fmla="*/ 92399 w 180598"/>
                <a:gd name="connsiteY10" fmla="*/ 175348 h 175348"/>
                <a:gd name="connsiteX11" fmla="*/ 100799 w 180598"/>
                <a:gd name="connsiteY11" fmla="*/ 171148 h 175348"/>
                <a:gd name="connsiteX12" fmla="*/ 180598 w 180598"/>
                <a:gd name="connsiteY12" fmla="*/ 91349 h 175348"/>
                <a:gd name="connsiteX13" fmla="*/ 92399 w 1805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598" h="175348">
                  <a:moveTo>
                    <a:pt x="92399" y="3150"/>
                  </a:moveTo>
                  <a:cubicBezTo>
                    <a:pt x="88199" y="-1050"/>
                    <a:pt x="79799" y="-1050"/>
                    <a:pt x="79799" y="3150"/>
                  </a:cubicBezTo>
                  <a:cubicBezTo>
                    <a:pt x="75599" y="7350"/>
                    <a:pt x="75599" y="15750"/>
                    <a:pt x="79799" y="15750"/>
                  </a:cubicBezTo>
                  <a:lnTo>
                    <a:pt x="142798" y="78749"/>
                  </a:lnTo>
                  <a:lnTo>
                    <a:pt x="8400" y="78749"/>
                  </a:lnTo>
                  <a:cubicBezTo>
                    <a:pt x="4200" y="78749"/>
                    <a:pt x="0" y="82949"/>
                    <a:pt x="0" y="87149"/>
                  </a:cubicBezTo>
                  <a:cubicBezTo>
                    <a:pt x="0" y="91349"/>
                    <a:pt x="4200" y="95549"/>
                    <a:pt x="8400" y="95549"/>
                  </a:cubicBezTo>
                  <a:lnTo>
                    <a:pt x="146998" y="95549"/>
                  </a:lnTo>
                  <a:lnTo>
                    <a:pt x="83999" y="158548"/>
                  </a:lnTo>
                  <a:cubicBezTo>
                    <a:pt x="79799" y="162748"/>
                    <a:pt x="79799" y="166948"/>
                    <a:pt x="83999" y="171148"/>
                  </a:cubicBezTo>
                  <a:cubicBezTo>
                    <a:pt x="83999" y="171148"/>
                    <a:pt x="88199" y="175348"/>
                    <a:pt x="92399" y="175348"/>
                  </a:cubicBezTo>
                  <a:cubicBezTo>
                    <a:pt x="96599" y="175348"/>
                    <a:pt x="96599" y="175348"/>
                    <a:pt x="100799" y="171148"/>
                  </a:cubicBezTo>
                  <a:lnTo>
                    <a:pt x="180598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2" name="!!Group 14">
            <a:extLst>
              <a:ext uri="{FF2B5EF4-FFF2-40B4-BE49-F238E27FC236}">
                <a16:creationId xmlns:a16="http://schemas.microsoft.com/office/drawing/2014/main" id="{A7A2E8DE-2A59-FBEE-3E1E-EB085AD36455}"/>
              </a:ext>
            </a:extLst>
          </p:cNvPr>
          <p:cNvGrpSpPr/>
          <p:nvPr userDrawn="1"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7D13275-7536-8D39-7094-36EC27085489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65D2F74F-9259-1BE9-A5F5-C156E2F91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11" name="!!Group 13">
            <a:extLst>
              <a:ext uri="{FF2B5EF4-FFF2-40B4-BE49-F238E27FC236}">
                <a16:creationId xmlns:a16="http://schemas.microsoft.com/office/drawing/2014/main" id="{788852BD-C1C2-B431-1A27-E2B20643B79B}"/>
              </a:ext>
            </a:extLst>
          </p:cNvPr>
          <p:cNvGrpSpPr/>
          <p:nvPr userDrawn="1"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FFFFBFF-689B-EC02-FD18-8186CB68D97F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96416C-5ABB-4321-551B-8C023ED15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5" name="!!Group 12">
            <a:extLst>
              <a:ext uri="{FF2B5EF4-FFF2-40B4-BE49-F238E27FC236}">
                <a16:creationId xmlns:a16="http://schemas.microsoft.com/office/drawing/2014/main" id="{929A4614-2225-907D-E1BF-E01827C7EC2D}"/>
              </a:ext>
            </a:extLst>
          </p:cNvPr>
          <p:cNvGrpSpPr/>
          <p:nvPr userDrawn="1"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E48C60-BEBB-8853-E0BB-CD9705E7FF4F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0A0F571-BF69-341A-F448-F9C2A99A3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8" name="!!Group 11">
            <a:extLst>
              <a:ext uri="{FF2B5EF4-FFF2-40B4-BE49-F238E27FC236}">
                <a16:creationId xmlns:a16="http://schemas.microsoft.com/office/drawing/2014/main" id="{5A4D245A-B881-4EE8-AB4F-A46D688C4652}"/>
              </a:ext>
            </a:extLst>
          </p:cNvPr>
          <p:cNvGrpSpPr/>
          <p:nvPr userDrawn="1"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1CCFAF-E9F7-7856-0190-08E22505F146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E0B183A-D6D3-943D-5F79-D66BFEFFF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14" name="!!Group 10">
            <a:extLst>
              <a:ext uri="{FF2B5EF4-FFF2-40B4-BE49-F238E27FC236}">
                <a16:creationId xmlns:a16="http://schemas.microsoft.com/office/drawing/2014/main" id="{BFF0567E-3D3B-6E0F-2984-6083A91EA90C}"/>
              </a:ext>
            </a:extLst>
          </p:cNvPr>
          <p:cNvGrpSpPr/>
          <p:nvPr userDrawn="1"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DF3E5A-6629-CA76-4580-11F4E25F752C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6" name="Graphic 15" descr="Employee badge">
              <a:hlinkClick r:id="" action="ppaction://noaction"/>
              <a:extLst>
                <a:ext uri="{FF2B5EF4-FFF2-40B4-BE49-F238E27FC236}">
                  <a16:creationId xmlns:a16="http://schemas.microsoft.com/office/drawing/2014/main" id="{C63C4D95-C0F8-EE18-7B6A-35F711C47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22" name="!!Group 9">
            <a:extLst>
              <a:ext uri="{FF2B5EF4-FFF2-40B4-BE49-F238E27FC236}">
                <a16:creationId xmlns:a16="http://schemas.microsoft.com/office/drawing/2014/main" id="{7B4F83C9-E70B-3E82-C9C6-02B395BE75A7}"/>
              </a:ext>
            </a:extLst>
          </p:cNvPr>
          <p:cNvGrpSpPr/>
          <p:nvPr userDrawn="1"/>
        </p:nvGrpSpPr>
        <p:grpSpPr>
          <a:xfrm>
            <a:off x="10751873" y="319585"/>
            <a:ext cx="792000" cy="792000"/>
            <a:chOff x="10751873" y="319585"/>
            <a:chExt cx="792000" cy="792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2792222-F04E-AE36-FA90-932EDDBE1ED9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4" name="Graphic 23" descr="Open book">
              <a:hlinkClick r:id="rId12" action="ppaction://hlinksldjump"/>
              <a:extLst>
                <a:ext uri="{FF2B5EF4-FFF2-40B4-BE49-F238E27FC236}">
                  <a16:creationId xmlns:a16="http://schemas.microsoft.com/office/drawing/2014/main" id="{1E546529-DFCA-C773-870C-5852112AD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17" name="!!menu">
            <a:extLst>
              <a:ext uri="{FF2B5EF4-FFF2-40B4-BE49-F238E27FC236}">
                <a16:creationId xmlns:a16="http://schemas.microsoft.com/office/drawing/2014/main" id="{8794A37C-9FB0-CFD1-72DA-61C271473C49}"/>
              </a:ext>
            </a:extLst>
          </p:cNvPr>
          <p:cNvSpPr/>
          <p:nvPr userDrawn="1"/>
        </p:nvSpPr>
        <p:spPr>
          <a:xfrm flipH="1">
            <a:off x="11147873" y="-9723267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19" name="!!Icon 6">
            <a:hlinkClick r:id="" action="ppaction://noaction"/>
            <a:extLst>
              <a:ext uri="{FF2B5EF4-FFF2-40B4-BE49-F238E27FC236}">
                <a16:creationId xmlns:a16="http://schemas.microsoft.com/office/drawing/2014/main" id="{888CD0B9-B9E9-3988-C8E8-95A6D15AF50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25" name="!!Icon 5">
            <a:hlinkClick r:id="" action="ppaction://noaction"/>
            <a:extLst>
              <a:ext uri="{FF2B5EF4-FFF2-40B4-BE49-F238E27FC236}">
                <a16:creationId xmlns:a16="http://schemas.microsoft.com/office/drawing/2014/main" id="{5EBD3B75-BF8E-32EF-8D30-EEAEDE8D3A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20" name="!!Icon 4">
            <a:hlinkClick r:id="" action="ppaction://noaction"/>
            <a:extLst>
              <a:ext uri="{FF2B5EF4-FFF2-40B4-BE49-F238E27FC236}">
                <a16:creationId xmlns:a16="http://schemas.microsoft.com/office/drawing/2014/main" id="{E034E790-EC5C-0B45-629F-5309CD7459D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21" name="!!Icon 3">
            <a:hlinkClick r:id="" action="ppaction://noaction"/>
            <a:extLst>
              <a:ext uri="{FF2B5EF4-FFF2-40B4-BE49-F238E27FC236}">
                <a16:creationId xmlns:a16="http://schemas.microsoft.com/office/drawing/2014/main" id="{7163AD0D-8608-1B6B-C972-E7F14B97F63F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pic>
        <p:nvPicPr>
          <p:cNvPr id="26" name="!!Icon 2" descr="Employee badge">
            <a:hlinkClick r:id="rId21" action="ppaction://hlinksldjump"/>
            <a:extLst>
              <a:ext uri="{FF2B5EF4-FFF2-40B4-BE49-F238E27FC236}">
                <a16:creationId xmlns:a16="http://schemas.microsoft.com/office/drawing/2014/main" id="{C9A86BD9-0A5E-153C-390B-90B3BE7CB14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64811" y="1417314"/>
            <a:ext cx="761290" cy="761290"/>
          </a:xfrm>
          <a:prstGeom prst="rect">
            <a:avLst/>
          </a:prstGeom>
        </p:spPr>
      </p:pic>
      <p:pic>
        <p:nvPicPr>
          <p:cNvPr id="18" name="!!Icon 1">
            <a:hlinkClick r:id="rId22" action="ppaction://hlinksldjump"/>
            <a:extLst>
              <a:ext uri="{FF2B5EF4-FFF2-40B4-BE49-F238E27FC236}">
                <a16:creationId xmlns:a16="http://schemas.microsoft.com/office/drawing/2014/main" id="{97091A28-1FB3-D648-DFC1-07EB6ADE9FB7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11457456" y="417753"/>
            <a:ext cx="576000" cy="57600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E2E28CD-D019-CD2C-5F96-99460DE4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25247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فصل دو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!!Previous Slide">
            <a:extLst>
              <a:ext uri="{FF2B5EF4-FFF2-40B4-BE49-F238E27FC236}">
                <a16:creationId xmlns:a16="http://schemas.microsoft.com/office/drawing/2014/main" id="{9D56B779-0955-2B4F-FDE3-39DBEEC0DAF2}"/>
              </a:ext>
            </a:extLst>
          </p:cNvPr>
          <p:cNvGrpSpPr/>
          <p:nvPr userDrawn="1"/>
        </p:nvGrpSpPr>
        <p:grpSpPr>
          <a:xfrm>
            <a:off x="193747" y="6218461"/>
            <a:ext cx="503994" cy="503995"/>
            <a:chOff x="193747" y="6218461"/>
            <a:chExt cx="503994" cy="503995"/>
          </a:xfrm>
        </p:grpSpPr>
        <p:sp>
          <p:nvSpPr>
            <p:cNvPr id="28" name="Previous Slide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A8D4073C-4575-2382-2EE2-D35EF747D186}"/>
                </a:ext>
              </a:extLst>
            </p:cNvPr>
            <p:cNvSpPr/>
            <p:nvPr userDrawn="1"/>
          </p:nvSpPr>
          <p:spPr>
            <a:xfrm>
              <a:off x="19374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16308D7-9B46-0A09-B4E9-93E60B088216}"/>
                </a:ext>
              </a:extLst>
            </p:cNvPr>
            <p:cNvSpPr/>
            <p:nvPr userDrawn="1"/>
          </p:nvSpPr>
          <p:spPr>
            <a:xfrm>
              <a:off x="357545" y="6379109"/>
              <a:ext cx="184798" cy="175348"/>
            </a:xfrm>
            <a:custGeom>
              <a:avLst/>
              <a:gdLst>
                <a:gd name="connsiteX0" fmla="*/ 92399 w 184798"/>
                <a:gd name="connsiteY0" fmla="*/ 3150 h 175348"/>
                <a:gd name="connsiteX1" fmla="*/ 104999 w 184798"/>
                <a:gd name="connsiteY1" fmla="*/ 3150 h 175348"/>
                <a:gd name="connsiteX2" fmla="*/ 104999 w 184798"/>
                <a:gd name="connsiteY2" fmla="*/ 15750 h 175348"/>
                <a:gd name="connsiteX3" fmla="*/ 42000 w 184798"/>
                <a:gd name="connsiteY3" fmla="*/ 78749 h 175348"/>
                <a:gd name="connsiteX4" fmla="*/ 176398 w 184798"/>
                <a:gd name="connsiteY4" fmla="*/ 78749 h 175348"/>
                <a:gd name="connsiteX5" fmla="*/ 184798 w 184798"/>
                <a:gd name="connsiteY5" fmla="*/ 87149 h 175348"/>
                <a:gd name="connsiteX6" fmla="*/ 176398 w 184798"/>
                <a:gd name="connsiteY6" fmla="*/ 95549 h 175348"/>
                <a:gd name="connsiteX7" fmla="*/ 42000 w 184798"/>
                <a:gd name="connsiteY7" fmla="*/ 95549 h 175348"/>
                <a:gd name="connsiteX8" fmla="*/ 104999 w 184798"/>
                <a:gd name="connsiteY8" fmla="*/ 158548 h 175348"/>
                <a:gd name="connsiteX9" fmla="*/ 104999 w 184798"/>
                <a:gd name="connsiteY9" fmla="*/ 171148 h 175348"/>
                <a:gd name="connsiteX10" fmla="*/ 96599 w 184798"/>
                <a:gd name="connsiteY10" fmla="*/ 175348 h 175348"/>
                <a:gd name="connsiteX11" fmla="*/ 88199 w 184798"/>
                <a:gd name="connsiteY11" fmla="*/ 171148 h 175348"/>
                <a:gd name="connsiteX12" fmla="*/ 0 w 184798"/>
                <a:gd name="connsiteY12" fmla="*/ 91349 h 175348"/>
                <a:gd name="connsiteX13" fmla="*/ 92399 w 1847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798" h="175348">
                  <a:moveTo>
                    <a:pt x="92399" y="3150"/>
                  </a:moveTo>
                  <a:cubicBezTo>
                    <a:pt x="96599" y="-1050"/>
                    <a:pt x="104999" y="-1050"/>
                    <a:pt x="104999" y="3150"/>
                  </a:cubicBezTo>
                  <a:cubicBezTo>
                    <a:pt x="109199" y="7350"/>
                    <a:pt x="109199" y="15750"/>
                    <a:pt x="104999" y="15750"/>
                  </a:cubicBezTo>
                  <a:lnTo>
                    <a:pt x="42000" y="78749"/>
                  </a:lnTo>
                  <a:lnTo>
                    <a:pt x="176398" y="78749"/>
                  </a:lnTo>
                  <a:cubicBezTo>
                    <a:pt x="180598" y="78749"/>
                    <a:pt x="184798" y="82949"/>
                    <a:pt x="184798" y="87149"/>
                  </a:cubicBezTo>
                  <a:cubicBezTo>
                    <a:pt x="184798" y="91349"/>
                    <a:pt x="180598" y="95549"/>
                    <a:pt x="176398" y="95549"/>
                  </a:cubicBezTo>
                  <a:lnTo>
                    <a:pt x="42000" y="95549"/>
                  </a:lnTo>
                  <a:lnTo>
                    <a:pt x="104999" y="158548"/>
                  </a:lnTo>
                  <a:cubicBezTo>
                    <a:pt x="109199" y="162748"/>
                    <a:pt x="109199" y="166948"/>
                    <a:pt x="104999" y="171148"/>
                  </a:cubicBezTo>
                  <a:cubicBezTo>
                    <a:pt x="104999" y="171148"/>
                    <a:pt x="100799" y="175348"/>
                    <a:pt x="96599" y="175348"/>
                  </a:cubicBezTo>
                  <a:cubicBezTo>
                    <a:pt x="92399" y="175348"/>
                    <a:pt x="92399" y="175348"/>
                    <a:pt x="88199" y="171148"/>
                  </a:cubicBezTo>
                  <a:lnTo>
                    <a:pt x="0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30" name="!!Next Slide">
            <a:extLst>
              <a:ext uri="{FF2B5EF4-FFF2-40B4-BE49-F238E27FC236}">
                <a16:creationId xmlns:a16="http://schemas.microsoft.com/office/drawing/2014/main" id="{79086275-FF0F-0CF2-76E5-577CD2AB020B}"/>
              </a:ext>
            </a:extLst>
          </p:cNvPr>
          <p:cNvGrpSpPr/>
          <p:nvPr userDrawn="1"/>
        </p:nvGrpSpPr>
        <p:grpSpPr>
          <a:xfrm>
            <a:off x="1067337" y="6218461"/>
            <a:ext cx="503994" cy="503995"/>
            <a:chOff x="1067337" y="6218461"/>
            <a:chExt cx="503994" cy="503995"/>
          </a:xfrm>
        </p:grpSpPr>
        <p:sp>
          <p:nvSpPr>
            <p:cNvPr id="31" name="Next Slide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05A3270-925D-61EA-2308-40C1187E11E6}"/>
                </a:ext>
              </a:extLst>
            </p:cNvPr>
            <p:cNvSpPr/>
            <p:nvPr userDrawn="1"/>
          </p:nvSpPr>
          <p:spPr>
            <a:xfrm>
              <a:off x="106733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CA9FE99-E7B7-31CE-83F4-951D4E308D4E}"/>
                </a:ext>
              </a:extLst>
            </p:cNvPr>
            <p:cNvSpPr/>
            <p:nvPr userDrawn="1"/>
          </p:nvSpPr>
          <p:spPr>
            <a:xfrm>
              <a:off x="1226935" y="6379109"/>
              <a:ext cx="180598" cy="175348"/>
            </a:xfrm>
            <a:custGeom>
              <a:avLst/>
              <a:gdLst>
                <a:gd name="connsiteX0" fmla="*/ 92399 w 180598"/>
                <a:gd name="connsiteY0" fmla="*/ 3150 h 175348"/>
                <a:gd name="connsiteX1" fmla="*/ 79799 w 180598"/>
                <a:gd name="connsiteY1" fmla="*/ 3150 h 175348"/>
                <a:gd name="connsiteX2" fmla="*/ 79799 w 180598"/>
                <a:gd name="connsiteY2" fmla="*/ 15750 h 175348"/>
                <a:gd name="connsiteX3" fmla="*/ 142798 w 180598"/>
                <a:gd name="connsiteY3" fmla="*/ 78749 h 175348"/>
                <a:gd name="connsiteX4" fmla="*/ 8400 w 180598"/>
                <a:gd name="connsiteY4" fmla="*/ 78749 h 175348"/>
                <a:gd name="connsiteX5" fmla="*/ 0 w 180598"/>
                <a:gd name="connsiteY5" fmla="*/ 87149 h 175348"/>
                <a:gd name="connsiteX6" fmla="*/ 8400 w 180598"/>
                <a:gd name="connsiteY6" fmla="*/ 95549 h 175348"/>
                <a:gd name="connsiteX7" fmla="*/ 146998 w 180598"/>
                <a:gd name="connsiteY7" fmla="*/ 95549 h 175348"/>
                <a:gd name="connsiteX8" fmla="*/ 83999 w 180598"/>
                <a:gd name="connsiteY8" fmla="*/ 158548 h 175348"/>
                <a:gd name="connsiteX9" fmla="*/ 83999 w 180598"/>
                <a:gd name="connsiteY9" fmla="*/ 171148 h 175348"/>
                <a:gd name="connsiteX10" fmla="*/ 92399 w 180598"/>
                <a:gd name="connsiteY10" fmla="*/ 175348 h 175348"/>
                <a:gd name="connsiteX11" fmla="*/ 100799 w 180598"/>
                <a:gd name="connsiteY11" fmla="*/ 171148 h 175348"/>
                <a:gd name="connsiteX12" fmla="*/ 180598 w 180598"/>
                <a:gd name="connsiteY12" fmla="*/ 91349 h 175348"/>
                <a:gd name="connsiteX13" fmla="*/ 92399 w 1805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598" h="175348">
                  <a:moveTo>
                    <a:pt x="92399" y="3150"/>
                  </a:moveTo>
                  <a:cubicBezTo>
                    <a:pt x="88199" y="-1050"/>
                    <a:pt x="79799" y="-1050"/>
                    <a:pt x="79799" y="3150"/>
                  </a:cubicBezTo>
                  <a:cubicBezTo>
                    <a:pt x="75599" y="7350"/>
                    <a:pt x="75599" y="15750"/>
                    <a:pt x="79799" y="15750"/>
                  </a:cubicBezTo>
                  <a:lnTo>
                    <a:pt x="142798" y="78749"/>
                  </a:lnTo>
                  <a:lnTo>
                    <a:pt x="8400" y="78749"/>
                  </a:lnTo>
                  <a:cubicBezTo>
                    <a:pt x="4200" y="78749"/>
                    <a:pt x="0" y="82949"/>
                    <a:pt x="0" y="87149"/>
                  </a:cubicBezTo>
                  <a:cubicBezTo>
                    <a:pt x="0" y="91349"/>
                    <a:pt x="4200" y="95549"/>
                    <a:pt x="8400" y="95549"/>
                  </a:cubicBezTo>
                  <a:lnTo>
                    <a:pt x="146998" y="95549"/>
                  </a:lnTo>
                  <a:lnTo>
                    <a:pt x="83999" y="158548"/>
                  </a:lnTo>
                  <a:cubicBezTo>
                    <a:pt x="79799" y="162748"/>
                    <a:pt x="79799" y="166948"/>
                    <a:pt x="83999" y="171148"/>
                  </a:cubicBezTo>
                  <a:cubicBezTo>
                    <a:pt x="83999" y="171148"/>
                    <a:pt x="88199" y="175348"/>
                    <a:pt x="92399" y="175348"/>
                  </a:cubicBezTo>
                  <a:cubicBezTo>
                    <a:pt x="96599" y="175348"/>
                    <a:pt x="96599" y="175348"/>
                    <a:pt x="100799" y="171148"/>
                  </a:cubicBezTo>
                  <a:lnTo>
                    <a:pt x="180598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4" name="!!Group 14">
            <a:extLst>
              <a:ext uri="{FF2B5EF4-FFF2-40B4-BE49-F238E27FC236}">
                <a16:creationId xmlns:a16="http://schemas.microsoft.com/office/drawing/2014/main" id="{172FD672-861A-029F-529F-BB0F13A0966B}"/>
              </a:ext>
            </a:extLst>
          </p:cNvPr>
          <p:cNvGrpSpPr/>
          <p:nvPr userDrawn="1"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421889B-9769-DF01-471F-E2C1613C1F7F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1941F4-AF19-054C-D433-2F1B2D797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13" name="!!Group 13">
            <a:extLst>
              <a:ext uri="{FF2B5EF4-FFF2-40B4-BE49-F238E27FC236}">
                <a16:creationId xmlns:a16="http://schemas.microsoft.com/office/drawing/2014/main" id="{A8E6C8FC-3424-9990-68C0-343F7AB4FE09}"/>
              </a:ext>
            </a:extLst>
          </p:cNvPr>
          <p:cNvGrpSpPr/>
          <p:nvPr userDrawn="1"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7FBE2F-EEC4-B06E-0FB1-678359B6BC31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58DD2B4-8D57-F630-DA1E-18EC30A14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7" name="!!Group 12">
            <a:extLst>
              <a:ext uri="{FF2B5EF4-FFF2-40B4-BE49-F238E27FC236}">
                <a16:creationId xmlns:a16="http://schemas.microsoft.com/office/drawing/2014/main" id="{501946E6-55A0-1C27-0833-053C1ED69A0D}"/>
              </a:ext>
            </a:extLst>
          </p:cNvPr>
          <p:cNvGrpSpPr/>
          <p:nvPr userDrawn="1"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3E8665B-26B2-76A5-DD14-836F9482CD4E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FC66DE5-0C10-DFB1-831A-BC4AEF1E9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10" name="!!Group 11">
            <a:extLst>
              <a:ext uri="{FF2B5EF4-FFF2-40B4-BE49-F238E27FC236}">
                <a16:creationId xmlns:a16="http://schemas.microsoft.com/office/drawing/2014/main" id="{A4CBBE7F-68B8-2805-57CD-216DCAD61CA4}"/>
              </a:ext>
            </a:extLst>
          </p:cNvPr>
          <p:cNvGrpSpPr/>
          <p:nvPr userDrawn="1"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C62968-C788-DDB3-CC32-1B5BE0D5A51E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706A3F1-7A2F-5684-3A60-508526AD0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20" name="!!Group 10">
            <a:extLst>
              <a:ext uri="{FF2B5EF4-FFF2-40B4-BE49-F238E27FC236}">
                <a16:creationId xmlns:a16="http://schemas.microsoft.com/office/drawing/2014/main" id="{53A1358E-F270-7880-48CD-3F0E58840484}"/>
              </a:ext>
            </a:extLst>
          </p:cNvPr>
          <p:cNvGrpSpPr/>
          <p:nvPr userDrawn="1"/>
        </p:nvGrpSpPr>
        <p:grpSpPr>
          <a:xfrm>
            <a:off x="10690699" y="1392375"/>
            <a:ext cx="792000" cy="792000"/>
            <a:chOff x="12299873" y="1417314"/>
            <a:chExt cx="792000" cy="792000"/>
          </a:xfrm>
        </p:grpSpPr>
        <p:sp>
          <p:nvSpPr>
            <p:cNvPr id="21" name="Oval 20">
              <a:hlinkClick r:id="rId10" action="ppaction://hlinksldjump"/>
              <a:extLst>
                <a:ext uri="{FF2B5EF4-FFF2-40B4-BE49-F238E27FC236}">
                  <a16:creationId xmlns:a16="http://schemas.microsoft.com/office/drawing/2014/main" id="{C00BA046-A4DF-93CA-AE02-AFDE54BA6F2A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2" name="Graphic 21" descr="Employee badge">
              <a:hlinkClick r:id="rId10" action="ppaction://hlinksldjump"/>
              <a:extLst>
                <a:ext uri="{FF2B5EF4-FFF2-40B4-BE49-F238E27FC236}">
                  <a16:creationId xmlns:a16="http://schemas.microsoft.com/office/drawing/2014/main" id="{2870C848-1ADC-8DD3-2F0C-E98303A9A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16" name="!!Group 9">
            <a:extLst>
              <a:ext uri="{FF2B5EF4-FFF2-40B4-BE49-F238E27FC236}">
                <a16:creationId xmlns:a16="http://schemas.microsoft.com/office/drawing/2014/main" id="{F50FEF64-FB31-1074-B2CD-3399FF0F16B9}"/>
              </a:ext>
            </a:extLst>
          </p:cNvPr>
          <p:cNvGrpSpPr/>
          <p:nvPr userDrawn="1"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F8A607-EB0E-1488-F31A-EAD66429807B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8" name="Graphic 17" descr="Open book">
              <a:hlinkClick r:id="rId13" action="ppaction://hlinksldjump"/>
              <a:extLst>
                <a:ext uri="{FF2B5EF4-FFF2-40B4-BE49-F238E27FC236}">
                  <a16:creationId xmlns:a16="http://schemas.microsoft.com/office/drawing/2014/main" id="{F06669CA-7EDC-CD8C-F13A-19F8D4800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2" name="!!menu">
            <a:extLst>
              <a:ext uri="{FF2B5EF4-FFF2-40B4-BE49-F238E27FC236}">
                <a16:creationId xmlns:a16="http://schemas.microsoft.com/office/drawing/2014/main" id="{651BCA1E-D7AE-9A44-F8AA-676B591DEBC6}"/>
              </a:ext>
            </a:extLst>
          </p:cNvPr>
          <p:cNvSpPr/>
          <p:nvPr userDrawn="1"/>
        </p:nvSpPr>
        <p:spPr>
          <a:xfrm flipH="1">
            <a:off x="11086699" y="-8672703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 dirty="0"/>
          </a:p>
        </p:txBody>
      </p:sp>
      <p:pic>
        <p:nvPicPr>
          <p:cNvPr id="23" name="!!Icon 12">
            <a:hlinkClick r:id="" action="ppaction://noaction"/>
            <a:extLst>
              <a:ext uri="{FF2B5EF4-FFF2-40B4-BE49-F238E27FC236}">
                <a16:creationId xmlns:a16="http://schemas.microsoft.com/office/drawing/2014/main" id="{F524A78F-DC6A-ED70-D1C1-11B123151FF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26" name="!!Icon 11">
            <a:hlinkClick r:id="" action="ppaction://noaction"/>
            <a:extLst>
              <a:ext uri="{FF2B5EF4-FFF2-40B4-BE49-F238E27FC236}">
                <a16:creationId xmlns:a16="http://schemas.microsoft.com/office/drawing/2014/main" id="{BEBE1F9C-357A-F0D1-8FD3-18EB577E956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24" name="!!Icon 10">
            <a:hlinkClick r:id="" action="ppaction://noaction"/>
            <a:extLst>
              <a:ext uri="{FF2B5EF4-FFF2-40B4-BE49-F238E27FC236}">
                <a16:creationId xmlns:a16="http://schemas.microsoft.com/office/drawing/2014/main" id="{803AB2E9-3DEF-663D-120F-D8662B5CC5D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25" name="!!Icon 9">
            <a:hlinkClick r:id="" action="ppaction://noaction"/>
            <a:extLst>
              <a:ext uri="{FF2B5EF4-FFF2-40B4-BE49-F238E27FC236}">
                <a16:creationId xmlns:a16="http://schemas.microsoft.com/office/drawing/2014/main" id="{6248BCC3-3A97-6854-8597-F69AC8E94B99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pic>
        <p:nvPicPr>
          <p:cNvPr id="3" name="!!Icon 8">
            <a:hlinkClick r:id="rId13" action="ppaction://hlinksldjump"/>
            <a:extLst>
              <a:ext uri="{FF2B5EF4-FFF2-40B4-BE49-F238E27FC236}">
                <a16:creationId xmlns:a16="http://schemas.microsoft.com/office/drawing/2014/main" id="{0156DAD3-E9B1-BF4A-865F-A555F3BFCCA8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11396282" y="1486317"/>
            <a:ext cx="576000" cy="576000"/>
          </a:xfrm>
          <a:prstGeom prst="rect">
            <a:avLst/>
          </a:prstGeom>
        </p:spPr>
      </p:pic>
      <p:pic>
        <p:nvPicPr>
          <p:cNvPr id="19" name="!!Icon 7" descr="Open book">
            <a:hlinkClick r:id="rId13" action="ppaction://hlinksldjump"/>
            <a:extLst>
              <a:ext uri="{FF2B5EF4-FFF2-40B4-BE49-F238E27FC236}">
                <a16:creationId xmlns:a16="http://schemas.microsoft.com/office/drawing/2014/main" id="{68B31C1B-F9C1-D50F-85CC-65A464E0D2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950E5E06-D9C7-012B-A3B8-A8A96BA0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31348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فصل سو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!!Previous Slide">
            <a:extLst>
              <a:ext uri="{FF2B5EF4-FFF2-40B4-BE49-F238E27FC236}">
                <a16:creationId xmlns:a16="http://schemas.microsoft.com/office/drawing/2014/main" id="{B514B234-CB03-662F-940B-3D0425E42219}"/>
              </a:ext>
            </a:extLst>
          </p:cNvPr>
          <p:cNvGrpSpPr/>
          <p:nvPr userDrawn="1"/>
        </p:nvGrpSpPr>
        <p:grpSpPr>
          <a:xfrm>
            <a:off x="193747" y="6218461"/>
            <a:ext cx="503994" cy="503995"/>
            <a:chOff x="193747" y="6218461"/>
            <a:chExt cx="503994" cy="503995"/>
          </a:xfrm>
        </p:grpSpPr>
        <p:sp>
          <p:nvSpPr>
            <p:cNvPr id="3" name="Previous Slide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D6879ED-80EE-8BD6-F37B-1ADFBFD927CF}"/>
                </a:ext>
              </a:extLst>
            </p:cNvPr>
            <p:cNvSpPr/>
            <p:nvPr userDrawn="1"/>
          </p:nvSpPr>
          <p:spPr>
            <a:xfrm>
              <a:off x="19374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92E636F-52D4-7BDA-8D90-DBB271CDBF15}"/>
                </a:ext>
              </a:extLst>
            </p:cNvPr>
            <p:cNvSpPr/>
            <p:nvPr userDrawn="1"/>
          </p:nvSpPr>
          <p:spPr>
            <a:xfrm>
              <a:off x="357545" y="6379109"/>
              <a:ext cx="184798" cy="175348"/>
            </a:xfrm>
            <a:custGeom>
              <a:avLst/>
              <a:gdLst>
                <a:gd name="connsiteX0" fmla="*/ 92399 w 184798"/>
                <a:gd name="connsiteY0" fmla="*/ 3150 h 175348"/>
                <a:gd name="connsiteX1" fmla="*/ 104999 w 184798"/>
                <a:gd name="connsiteY1" fmla="*/ 3150 h 175348"/>
                <a:gd name="connsiteX2" fmla="*/ 104999 w 184798"/>
                <a:gd name="connsiteY2" fmla="*/ 15750 h 175348"/>
                <a:gd name="connsiteX3" fmla="*/ 42000 w 184798"/>
                <a:gd name="connsiteY3" fmla="*/ 78749 h 175348"/>
                <a:gd name="connsiteX4" fmla="*/ 176398 w 184798"/>
                <a:gd name="connsiteY4" fmla="*/ 78749 h 175348"/>
                <a:gd name="connsiteX5" fmla="*/ 184798 w 184798"/>
                <a:gd name="connsiteY5" fmla="*/ 87149 h 175348"/>
                <a:gd name="connsiteX6" fmla="*/ 176398 w 184798"/>
                <a:gd name="connsiteY6" fmla="*/ 95549 h 175348"/>
                <a:gd name="connsiteX7" fmla="*/ 42000 w 184798"/>
                <a:gd name="connsiteY7" fmla="*/ 95549 h 175348"/>
                <a:gd name="connsiteX8" fmla="*/ 104999 w 184798"/>
                <a:gd name="connsiteY8" fmla="*/ 158548 h 175348"/>
                <a:gd name="connsiteX9" fmla="*/ 104999 w 184798"/>
                <a:gd name="connsiteY9" fmla="*/ 171148 h 175348"/>
                <a:gd name="connsiteX10" fmla="*/ 96599 w 184798"/>
                <a:gd name="connsiteY10" fmla="*/ 175348 h 175348"/>
                <a:gd name="connsiteX11" fmla="*/ 88199 w 184798"/>
                <a:gd name="connsiteY11" fmla="*/ 171148 h 175348"/>
                <a:gd name="connsiteX12" fmla="*/ 0 w 184798"/>
                <a:gd name="connsiteY12" fmla="*/ 91349 h 175348"/>
                <a:gd name="connsiteX13" fmla="*/ 92399 w 1847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798" h="175348">
                  <a:moveTo>
                    <a:pt x="92399" y="3150"/>
                  </a:moveTo>
                  <a:cubicBezTo>
                    <a:pt x="96599" y="-1050"/>
                    <a:pt x="104999" y="-1050"/>
                    <a:pt x="104999" y="3150"/>
                  </a:cubicBezTo>
                  <a:cubicBezTo>
                    <a:pt x="109199" y="7350"/>
                    <a:pt x="109199" y="15750"/>
                    <a:pt x="104999" y="15750"/>
                  </a:cubicBezTo>
                  <a:lnTo>
                    <a:pt x="42000" y="78749"/>
                  </a:lnTo>
                  <a:lnTo>
                    <a:pt x="176398" y="78749"/>
                  </a:lnTo>
                  <a:cubicBezTo>
                    <a:pt x="180598" y="78749"/>
                    <a:pt x="184798" y="82949"/>
                    <a:pt x="184798" y="87149"/>
                  </a:cubicBezTo>
                  <a:cubicBezTo>
                    <a:pt x="184798" y="91349"/>
                    <a:pt x="180598" y="95549"/>
                    <a:pt x="176398" y="95549"/>
                  </a:cubicBezTo>
                  <a:lnTo>
                    <a:pt x="42000" y="95549"/>
                  </a:lnTo>
                  <a:lnTo>
                    <a:pt x="104999" y="158548"/>
                  </a:lnTo>
                  <a:cubicBezTo>
                    <a:pt x="109199" y="162748"/>
                    <a:pt x="109199" y="166948"/>
                    <a:pt x="104999" y="171148"/>
                  </a:cubicBezTo>
                  <a:cubicBezTo>
                    <a:pt x="104999" y="171148"/>
                    <a:pt x="100799" y="175348"/>
                    <a:pt x="96599" y="175348"/>
                  </a:cubicBezTo>
                  <a:cubicBezTo>
                    <a:pt x="92399" y="175348"/>
                    <a:pt x="92399" y="175348"/>
                    <a:pt x="88199" y="171148"/>
                  </a:cubicBezTo>
                  <a:lnTo>
                    <a:pt x="0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5" name="!!Next Slide">
            <a:extLst>
              <a:ext uri="{FF2B5EF4-FFF2-40B4-BE49-F238E27FC236}">
                <a16:creationId xmlns:a16="http://schemas.microsoft.com/office/drawing/2014/main" id="{1CED2D3C-E03F-43A1-8644-A53300CB5880}"/>
              </a:ext>
            </a:extLst>
          </p:cNvPr>
          <p:cNvGrpSpPr/>
          <p:nvPr userDrawn="1"/>
        </p:nvGrpSpPr>
        <p:grpSpPr>
          <a:xfrm>
            <a:off x="1067337" y="6218461"/>
            <a:ext cx="503994" cy="503995"/>
            <a:chOff x="1067337" y="6218461"/>
            <a:chExt cx="503994" cy="503995"/>
          </a:xfrm>
        </p:grpSpPr>
        <p:sp>
          <p:nvSpPr>
            <p:cNvPr id="6" name="Next Slide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0FDBF44-2224-277C-0789-0ECB8EAB2262}"/>
                </a:ext>
              </a:extLst>
            </p:cNvPr>
            <p:cNvSpPr/>
            <p:nvPr userDrawn="1"/>
          </p:nvSpPr>
          <p:spPr>
            <a:xfrm>
              <a:off x="106733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BDBD1FE-844A-432B-C2BE-33A3D5E9B575}"/>
                </a:ext>
              </a:extLst>
            </p:cNvPr>
            <p:cNvSpPr/>
            <p:nvPr userDrawn="1"/>
          </p:nvSpPr>
          <p:spPr>
            <a:xfrm>
              <a:off x="1226935" y="6379109"/>
              <a:ext cx="180598" cy="175348"/>
            </a:xfrm>
            <a:custGeom>
              <a:avLst/>
              <a:gdLst>
                <a:gd name="connsiteX0" fmla="*/ 92399 w 180598"/>
                <a:gd name="connsiteY0" fmla="*/ 3150 h 175348"/>
                <a:gd name="connsiteX1" fmla="*/ 79799 w 180598"/>
                <a:gd name="connsiteY1" fmla="*/ 3150 h 175348"/>
                <a:gd name="connsiteX2" fmla="*/ 79799 w 180598"/>
                <a:gd name="connsiteY2" fmla="*/ 15750 h 175348"/>
                <a:gd name="connsiteX3" fmla="*/ 142798 w 180598"/>
                <a:gd name="connsiteY3" fmla="*/ 78749 h 175348"/>
                <a:gd name="connsiteX4" fmla="*/ 8400 w 180598"/>
                <a:gd name="connsiteY4" fmla="*/ 78749 h 175348"/>
                <a:gd name="connsiteX5" fmla="*/ 0 w 180598"/>
                <a:gd name="connsiteY5" fmla="*/ 87149 h 175348"/>
                <a:gd name="connsiteX6" fmla="*/ 8400 w 180598"/>
                <a:gd name="connsiteY6" fmla="*/ 95549 h 175348"/>
                <a:gd name="connsiteX7" fmla="*/ 146998 w 180598"/>
                <a:gd name="connsiteY7" fmla="*/ 95549 h 175348"/>
                <a:gd name="connsiteX8" fmla="*/ 83999 w 180598"/>
                <a:gd name="connsiteY8" fmla="*/ 158548 h 175348"/>
                <a:gd name="connsiteX9" fmla="*/ 83999 w 180598"/>
                <a:gd name="connsiteY9" fmla="*/ 171148 h 175348"/>
                <a:gd name="connsiteX10" fmla="*/ 92399 w 180598"/>
                <a:gd name="connsiteY10" fmla="*/ 175348 h 175348"/>
                <a:gd name="connsiteX11" fmla="*/ 100799 w 180598"/>
                <a:gd name="connsiteY11" fmla="*/ 171148 h 175348"/>
                <a:gd name="connsiteX12" fmla="*/ 180598 w 180598"/>
                <a:gd name="connsiteY12" fmla="*/ 91349 h 175348"/>
                <a:gd name="connsiteX13" fmla="*/ 92399 w 1805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598" h="175348">
                  <a:moveTo>
                    <a:pt x="92399" y="3150"/>
                  </a:moveTo>
                  <a:cubicBezTo>
                    <a:pt x="88199" y="-1050"/>
                    <a:pt x="79799" y="-1050"/>
                    <a:pt x="79799" y="3150"/>
                  </a:cubicBezTo>
                  <a:cubicBezTo>
                    <a:pt x="75599" y="7350"/>
                    <a:pt x="75599" y="15750"/>
                    <a:pt x="79799" y="15750"/>
                  </a:cubicBezTo>
                  <a:lnTo>
                    <a:pt x="142798" y="78749"/>
                  </a:lnTo>
                  <a:lnTo>
                    <a:pt x="8400" y="78749"/>
                  </a:lnTo>
                  <a:cubicBezTo>
                    <a:pt x="4200" y="78749"/>
                    <a:pt x="0" y="82949"/>
                    <a:pt x="0" y="87149"/>
                  </a:cubicBezTo>
                  <a:cubicBezTo>
                    <a:pt x="0" y="91349"/>
                    <a:pt x="4200" y="95549"/>
                    <a:pt x="8400" y="95549"/>
                  </a:cubicBezTo>
                  <a:lnTo>
                    <a:pt x="146998" y="95549"/>
                  </a:lnTo>
                  <a:lnTo>
                    <a:pt x="83999" y="158548"/>
                  </a:lnTo>
                  <a:cubicBezTo>
                    <a:pt x="79799" y="162748"/>
                    <a:pt x="79799" y="166948"/>
                    <a:pt x="83999" y="171148"/>
                  </a:cubicBezTo>
                  <a:cubicBezTo>
                    <a:pt x="83999" y="171148"/>
                    <a:pt x="88199" y="175348"/>
                    <a:pt x="92399" y="175348"/>
                  </a:cubicBezTo>
                  <a:cubicBezTo>
                    <a:pt x="96599" y="175348"/>
                    <a:pt x="96599" y="175348"/>
                    <a:pt x="100799" y="171148"/>
                  </a:cubicBezTo>
                  <a:lnTo>
                    <a:pt x="180598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32" name="!!Group 14">
            <a:extLst>
              <a:ext uri="{FF2B5EF4-FFF2-40B4-BE49-F238E27FC236}">
                <a16:creationId xmlns:a16="http://schemas.microsoft.com/office/drawing/2014/main" id="{B3461258-C0BF-DF15-FD2C-743390DBC8FB}"/>
              </a:ext>
            </a:extLst>
          </p:cNvPr>
          <p:cNvGrpSpPr/>
          <p:nvPr userDrawn="1"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A5A209E-3646-5D17-2966-602656AE9FDE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9F48F528-894C-F0A4-A865-2B1D07AE5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38" name="!!Group 13">
            <a:extLst>
              <a:ext uri="{FF2B5EF4-FFF2-40B4-BE49-F238E27FC236}">
                <a16:creationId xmlns:a16="http://schemas.microsoft.com/office/drawing/2014/main" id="{30368A89-4FA3-8379-F247-1176F7540CEE}"/>
              </a:ext>
            </a:extLst>
          </p:cNvPr>
          <p:cNvGrpSpPr/>
          <p:nvPr userDrawn="1"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6BDC124-E688-A3A4-A54B-414173C1FE8E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71823C8A-5152-E04D-9C1C-D330AB475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35" name="!!Group 12">
            <a:extLst>
              <a:ext uri="{FF2B5EF4-FFF2-40B4-BE49-F238E27FC236}">
                <a16:creationId xmlns:a16="http://schemas.microsoft.com/office/drawing/2014/main" id="{9A1902E8-DD7D-3434-E6B4-6E03C3DFE0C2}"/>
              </a:ext>
            </a:extLst>
          </p:cNvPr>
          <p:cNvGrpSpPr/>
          <p:nvPr userDrawn="1"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BE0A93-046C-5D2E-C2C8-DBE6301E2635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EBBB86BD-5062-B060-C99F-1DB9D49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27" name="!!Group 11">
            <a:extLst>
              <a:ext uri="{FF2B5EF4-FFF2-40B4-BE49-F238E27FC236}">
                <a16:creationId xmlns:a16="http://schemas.microsoft.com/office/drawing/2014/main" id="{267904C4-53E7-CB71-115F-87FB9FEE8074}"/>
              </a:ext>
            </a:extLst>
          </p:cNvPr>
          <p:cNvGrpSpPr/>
          <p:nvPr userDrawn="1"/>
        </p:nvGrpSpPr>
        <p:grpSpPr>
          <a:xfrm flipH="1">
            <a:off x="10646451" y="2484136"/>
            <a:ext cx="792000" cy="792000"/>
            <a:chOff x="1147917" y="2484136"/>
            <a:chExt cx="792000" cy="792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A2391DA-62CE-683D-DB2E-957E6542226F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090E737-CA6E-B6D5-FCAC-5B6488CFF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48" name="!!Group 10">
            <a:extLst>
              <a:ext uri="{FF2B5EF4-FFF2-40B4-BE49-F238E27FC236}">
                <a16:creationId xmlns:a16="http://schemas.microsoft.com/office/drawing/2014/main" id="{4DCC62F6-582F-A8F4-A89F-701289C0A1A9}"/>
              </a:ext>
            </a:extLst>
          </p:cNvPr>
          <p:cNvGrpSpPr/>
          <p:nvPr userDrawn="1"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CE8F440-3997-63BB-6D42-629082F85252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0" name="Graphic 49" descr="Employee badge">
              <a:hlinkClick r:id="" action="ppaction://noaction"/>
              <a:extLst>
                <a:ext uri="{FF2B5EF4-FFF2-40B4-BE49-F238E27FC236}">
                  <a16:creationId xmlns:a16="http://schemas.microsoft.com/office/drawing/2014/main" id="{B4AAC1C9-C74B-C6D2-4AC0-011DC736A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44" name="!!Group 9">
            <a:extLst>
              <a:ext uri="{FF2B5EF4-FFF2-40B4-BE49-F238E27FC236}">
                <a16:creationId xmlns:a16="http://schemas.microsoft.com/office/drawing/2014/main" id="{60626D56-7E88-3BE3-6E60-7785D3335700}"/>
              </a:ext>
            </a:extLst>
          </p:cNvPr>
          <p:cNvGrpSpPr/>
          <p:nvPr userDrawn="1"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24B0F20-D2FC-E7E0-B0C6-49C2A90402B4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6" name="Graphic 45" descr="Open book">
              <a:hlinkClick r:id="rId12" action="ppaction://hlinksldjump"/>
              <a:extLst>
                <a:ext uri="{FF2B5EF4-FFF2-40B4-BE49-F238E27FC236}">
                  <a16:creationId xmlns:a16="http://schemas.microsoft.com/office/drawing/2014/main" id="{9A46D48F-8238-5369-1CB7-52D8B6499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30" name="!!menu">
            <a:extLst>
              <a:ext uri="{FF2B5EF4-FFF2-40B4-BE49-F238E27FC236}">
                <a16:creationId xmlns:a16="http://schemas.microsoft.com/office/drawing/2014/main" id="{46C1888C-7BE2-7DFA-B482-C383C5684D25}"/>
              </a:ext>
            </a:extLst>
          </p:cNvPr>
          <p:cNvSpPr/>
          <p:nvPr userDrawn="1"/>
        </p:nvSpPr>
        <p:spPr>
          <a:xfrm flipH="1">
            <a:off x="11042451" y="-7555232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41" name="!!Icon 18">
            <a:hlinkClick r:id="" action="ppaction://noaction"/>
            <a:extLst>
              <a:ext uri="{FF2B5EF4-FFF2-40B4-BE49-F238E27FC236}">
                <a16:creationId xmlns:a16="http://schemas.microsoft.com/office/drawing/2014/main" id="{DA77E56E-D1F0-4069-84E3-AB3B74443307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43" name="!!Icon 17">
            <a:hlinkClick r:id="" action="ppaction://noaction"/>
            <a:extLst>
              <a:ext uri="{FF2B5EF4-FFF2-40B4-BE49-F238E27FC236}">
                <a16:creationId xmlns:a16="http://schemas.microsoft.com/office/drawing/2014/main" id="{A1F28D7B-780D-932A-8772-D5B930F6CD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42" name="!!Icon 16">
            <a:hlinkClick r:id="" action="ppaction://noaction"/>
            <a:extLst>
              <a:ext uri="{FF2B5EF4-FFF2-40B4-BE49-F238E27FC236}">
                <a16:creationId xmlns:a16="http://schemas.microsoft.com/office/drawing/2014/main" id="{46FAE75B-7D01-621A-815F-1FFBFDC7590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31" name="!!Icon 15">
            <a:hlinkClick r:id="rId19" action="ppaction://hlinksldjump"/>
            <a:extLst>
              <a:ext uri="{FF2B5EF4-FFF2-40B4-BE49-F238E27FC236}">
                <a16:creationId xmlns:a16="http://schemas.microsoft.com/office/drawing/2014/main" id="{E15C2667-9520-50BC-A583-1A2D8E1611E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1352034" y="2585788"/>
            <a:ext cx="576000" cy="576000"/>
          </a:xfrm>
          <a:prstGeom prst="rect">
            <a:avLst/>
          </a:prstGeom>
        </p:spPr>
      </p:pic>
      <p:pic>
        <p:nvPicPr>
          <p:cNvPr id="51" name="!!Icon 14" descr="Employee badge">
            <a:hlinkClick r:id="rId19" action="ppaction://hlinksldjump"/>
            <a:extLst>
              <a:ext uri="{FF2B5EF4-FFF2-40B4-BE49-F238E27FC236}">
                <a16:creationId xmlns:a16="http://schemas.microsoft.com/office/drawing/2014/main" id="{39BD4F57-07E3-B039-5D55-15F8CD951AC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47" name="!!Icon 13" descr="Open book">
            <a:hlinkClick r:id="rId12" action="ppaction://hlinksldjump"/>
            <a:extLst>
              <a:ext uri="{FF2B5EF4-FFF2-40B4-BE49-F238E27FC236}">
                <a16:creationId xmlns:a16="http://schemas.microsoft.com/office/drawing/2014/main" id="{737FBD4C-32EB-B433-2822-1E4C0EEF178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96898BD-604C-A35B-8AF3-6946E4F7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51073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فصل چهار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!!Previous Slide">
            <a:extLst>
              <a:ext uri="{FF2B5EF4-FFF2-40B4-BE49-F238E27FC236}">
                <a16:creationId xmlns:a16="http://schemas.microsoft.com/office/drawing/2014/main" id="{5276C6C7-460E-4DA3-52CF-10E0BD550BF7}"/>
              </a:ext>
            </a:extLst>
          </p:cNvPr>
          <p:cNvGrpSpPr/>
          <p:nvPr userDrawn="1"/>
        </p:nvGrpSpPr>
        <p:grpSpPr>
          <a:xfrm>
            <a:off x="193747" y="6218461"/>
            <a:ext cx="503994" cy="503995"/>
            <a:chOff x="193747" y="6218461"/>
            <a:chExt cx="503994" cy="503995"/>
          </a:xfrm>
        </p:grpSpPr>
        <p:sp>
          <p:nvSpPr>
            <p:cNvPr id="28" name="Previous Slide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5D3B5E9B-57D0-DA6F-B316-52D8A32ED680}"/>
                </a:ext>
              </a:extLst>
            </p:cNvPr>
            <p:cNvSpPr/>
            <p:nvPr userDrawn="1"/>
          </p:nvSpPr>
          <p:spPr>
            <a:xfrm>
              <a:off x="19374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3A117E9-AA1F-E76E-24F2-5469DB2AB463}"/>
                </a:ext>
              </a:extLst>
            </p:cNvPr>
            <p:cNvSpPr/>
            <p:nvPr userDrawn="1"/>
          </p:nvSpPr>
          <p:spPr>
            <a:xfrm>
              <a:off x="357545" y="6379109"/>
              <a:ext cx="184798" cy="175348"/>
            </a:xfrm>
            <a:custGeom>
              <a:avLst/>
              <a:gdLst>
                <a:gd name="connsiteX0" fmla="*/ 92399 w 184798"/>
                <a:gd name="connsiteY0" fmla="*/ 3150 h 175348"/>
                <a:gd name="connsiteX1" fmla="*/ 104999 w 184798"/>
                <a:gd name="connsiteY1" fmla="*/ 3150 h 175348"/>
                <a:gd name="connsiteX2" fmla="*/ 104999 w 184798"/>
                <a:gd name="connsiteY2" fmla="*/ 15750 h 175348"/>
                <a:gd name="connsiteX3" fmla="*/ 42000 w 184798"/>
                <a:gd name="connsiteY3" fmla="*/ 78749 h 175348"/>
                <a:gd name="connsiteX4" fmla="*/ 176398 w 184798"/>
                <a:gd name="connsiteY4" fmla="*/ 78749 h 175348"/>
                <a:gd name="connsiteX5" fmla="*/ 184798 w 184798"/>
                <a:gd name="connsiteY5" fmla="*/ 87149 h 175348"/>
                <a:gd name="connsiteX6" fmla="*/ 176398 w 184798"/>
                <a:gd name="connsiteY6" fmla="*/ 95549 h 175348"/>
                <a:gd name="connsiteX7" fmla="*/ 42000 w 184798"/>
                <a:gd name="connsiteY7" fmla="*/ 95549 h 175348"/>
                <a:gd name="connsiteX8" fmla="*/ 104999 w 184798"/>
                <a:gd name="connsiteY8" fmla="*/ 158548 h 175348"/>
                <a:gd name="connsiteX9" fmla="*/ 104999 w 184798"/>
                <a:gd name="connsiteY9" fmla="*/ 171148 h 175348"/>
                <a:gd name="connsiteX10" fmla="*/ 96599 w 184798"/>
                <a:gd name="connsiteY10" fmla="*/ 175348 h 175348"/>
                <a:gd name="connsiteX11" fmla="*/ 88199 w 184798"/>
                <a:gd name="connsiteY11" fmla="*/ 171148 h 175348"/>
                <a:gd name="connsiteX12" fmla="*/ 0 w 184798"/>
                <a:gd name="connsiteY12" fmla="*/ 91349 h 175348"/>
                <a:gd name="connsiteX13" fmla="*/ 92399 w 1847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798" h="175348">
                  <a:moveTo>
                    <a:pt x="92399" y="3150"/>
                  </a:moveTo>
                  <a:cubicBezTo>
                    <a:pt x="96599" y="-1050"/>
                    <a:pt x="104999" y="-1050"/>
                    <a:pt x="104999" y="3150"/>
                  </a:cubicBezTo>
                  <a:cubicBezTo>
                    <a:pt x="109199" y="7350"/>
                    <a:pt x="109199" y="15750"/>
                    <a:pt x="104999" y="15750"/>
                  </a:cubicBezTo>
                  <a:lnTo>
                    <a:pt x="42000" y="78749"/>
                  </a:lnTo>
                  <a:lnTo>
                    <a:pt x="176398" y="78749"/>
                  </a:lnTo>
                  <a:cubicBezTo>
                    <a:pt x="180598" y="78749"/>
                    <a:pt x="184798" y="82949"/>
                    <a:pt x="184798" y="87149"/>
                  </a:cubicBezTo>
                  <a:cubicBezTo>
                    <a:pt x="184798" y="91349"/>
                    <a:pt x="180598" y="95549"/>
                    <a:pt x="176398" y="95549"/>
                  </a:cubicBezTo>
                  <a:lnTo>
                    <a:pt x="42000" y="95549"/>
                  </a:lnTo>
                  <a:lnTo>
                    <a:pt x="104999" y="158548"/>
                  </a:lnTo>
                  <a:cubicBezTo>
                    <a:pt x="109199" y="162748"/>
                    <a:pt x="109199" y="166948"/>
                    <a:pt x="104999" y="171148"/>
                  </a:cubicBezTo>
                  <a:cubicBezTo>
                    <a:pt x="104999" y="171148"/>
                    <a:pt x="100799" y="175348"/>
                    <a:pt x="96599" y="175348"/>
                  </a:cubicBezTo>
                  <a:cubicBezTo>
                    <a:pt x="92399" y="175348"/>
                    <a:pt x="92399" y="175348"/>
                    <a:pt x="88199" y="171148"/>
                  </a:cubicBezTo>
                  <a:lnTo>
                    <a:pt x="0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30" name="!!Next Slide">
            <a:extLst>
              <a:ext uri="{FF2B5EF4-FFF2-40B4-BE49-F238E27FC236}">
                <a16:creationId xmlns:a16="http://schemas.microsoft.com/office/drawing/2014/main" id="{30F6B366-F9C7-124C-7739-E05BFE519753}"/>
              </a:ext>
            </a:extLst>
          </p:cNvPr>
          <p:cNvGrpSpPr/>
          <p:nvPr userDrawn="1"/>
        </p:nvGrpSpPr>
        <p:grpSpPr>
          <a:xfrm>
            <a:off x="1067337" y="6218461"/>
            <a:ext cx="503994" cy="503995"/>
            <a:chOff x="1067337" y="6218461"/>
            <a:chExt cx="503994" cy="503995"/>
          </a:xfrm>
        </p:grpSpPr>
        <p:sp>
          <p:nvSpPr>
            <p:cNvPr id="31" name="Next Slide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A63A9DE-AAA1-7A0B-7F48-B18F4A454D47}"/>
                </a:ext>
              </a:extLst>
            </p:cNvPr>
            <p:cNvSpPr/>
            <p:nvPr userDrawn="1"/>
          </p:nvSpPr>
          <p:spPr>
            <a:xfrm>
              <a:off x="106733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875709-7B23-2C69-7C9D-4FAD48C1FA42}"/>
                </a:ext>
              </a:extLst>
            </p:cNvPr>
            <p:cNvSpPr/>
            <p:nvPr userDrawn="1"/>
          </p:nvSpPr>
          <p:spPr>
            <a:xfrm>
              <a:off x="1226935" y="6379109"/>
              <a:ext cx="180598" cy="175348"/>
            </a:xfrm>
            <a:custGeom>
              <a:avLst/>
              <a:gdLst>
                <a:gd name="connsiteX0" fmla="*/ 92399 w 180598"/>
                <a:gd name="connsiteY0" fmla="*/ 3150 h 175348"/>
                <a:gd name="connsiteX1" fmla="*/ 79799 w 180598"/>
                <a:gd name="connsiteY1" fmla="*/ 3150 h 175348"/>
                <a:gd name="connsiteX2" fmla="*/ 79799 w 180598"/>
                <a:gd name="connsiteY2" fmla="*/ 15750 h 175348"/>
                <a:gd name="connsiteX3" fmla="*/ 142798 w 180598"/>
                <a:gd name="connsiteY3" fmla="*/ 78749 h 175348"/>
                <a:gd name="connsiteX4" fmla="*/ 8400 w 180598"/>
                <a:gd name="connsiteY4" fmla="*/ 78749 h 175348"/>
                <a:gd name="connsiteX5" fmla="*/ 0 w 180598"/>
                <a:gd name="connsiteY5" fmla="*/ 87149 h 175348"/>
                <a:gd name="connsiteX6" fmla="*/ 8400 w 180598"/>
                <a:gd name="connsiteY6" fmla="*/ 95549 h 175348"/>
                <a:gd name="connsiteX7" fmla="*/ 146998 w 180598"/>
                <a:gd name="connsiteY7" fmla="*/ 95549 h 175348"/>
                <a:gd name="connsiteX8" fmla="*/ 83999 w 180598"/>
                <a:gd name="connsiteY8" fmla="*/ 158548 h 175348"/>
                <a:gd name="connsiteX9" fmla="*/ 83999 w 180598"/>
                <a:gd name="connsiteY9" fmla="*/ 171148 h 175348"/>
                <a:gd name="connsiteX10" fmla="*/ 92399 w 180598"/>
                <a:gd name="connsiteY10" fmla="*/ 175348 h 175348"/>
                <a:gd name="connsiteX11" fmla="*/ 100799 w 180598"/>
                <a:gd name="connsiteY11" fmla="*/ 171148 h 175348"/>
                <a:gd name="connsiteX12" fmla="*/ 180598 w 180598"/>
                <a:gd name="connsiteY12" fmla="*/ 91349 h 175348"/>
                <a:gd name="connsiteX13" fmla="*/ 92399 w 1805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598" h="175348">
                  <a:moveTo>
                    <a:pt x="92399" y="3150"/>
                  </a:moveTo>
                  <a:cubicBezTo>
                    <a:pt x="88199" y="-1050"/>
                    <a:pt x="79799" y="-1050"/>
                    <a:pt x="79799" y="3150"/>
                  </a:cubicBezTo>
                  <a:cubicBezTo>
                    <a:pt x="75599" y="7350"/>
                    <a:pt x="75599" y="15750"/>
                    <a:pt x="79799" y="15750"/>
                  </a:cubicBezTo>
                  <a:lnTo>
                    <a:pt x="142798" y="78749"/>
                  </a:lnTo>
                  <a:lnTo>
                    <a:pt x="8400" y="78749"/>
                  </a:lnTo>
                  <a:cubicBezTo>
                    <a:pt x="4200" y="78749"/>
                    <a:pt x="0" y="82949"/>
                    <a:pt x="0" y="87149"/>
                  </a:cubicBezTo>
                  <a:cubicBezTo>
                    <a:pt x="0" y="91349"/>
                    <a:pt x="4200" y="95549"/>
                    <a:pt x="8400" y="95549"/>
                  </a:cubicBezTo>
                  <a:lnTo>
                    <a:pt x="146998" y="95549"/>
                  </a:lnTo>
                  <a:lnTo>
                    <a:pt x="83999" y="158548"/>
                  </a:lnTo>
                  <a:cubicBezTo>
                    <a:pt x="79799" y="162748"/>
                    <a:pt x="79799" y="166948"/>
                    <a:pt x="83999" y="171148"/>
                  </a:cubicBezTo>
                  <a:cubicBezTo>
                    <a:pt x="83999" y="171148"/>
                    <a:pt x="88199" y="175348"/>
                    <a:pt x="92399" y="175348"/>
                  </a:cubicBezTo>
                  <a:cubicBezTo>
                    <a:pt x="96599" y="175348"/>
                    <a:pt x="96599" y="175348"/>
                    <a:pt x="100799" y="171148"/>
                  </a:cubicBezTo>
                  <a:lnTo>
                    <a:pt x="180598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7" name="!!Group 14">
            <a:extLst>
              <a:ext uri="{FF2B5EF4-FFF2-40B4-BE49-F238E27FC236}">
                <a16:creationId xmlns:a16="http://schemas.microsoft.com/office/drawing/2014/main" id="{9E406183-7285-383A-D385-B26FBD1AE1AB}"/>
              </a:ext>
            </a:extLst>
          </p:cNvPr>
          <p:cNvGrpSpPr/>
          <p:nvPr userDrawn="1"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B599D2-46DB-391E-4F28-4083C08BA3B7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90E3DA3-1B3C-D2AB-5D59-244FCDB3D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10" name="!!Group 13">
            <a:extLst>
              <a:ext uri="{FF2B5EF4-FFF2-40B4-BE49-F238E27FC236}">
                <a16:creationId xmlns:a16="http://schemas.microsoft.com/office/drawing/2014/main" id="{BD0C2B52-3356-1680-BC4F-3847938F0E28}"/>
              </a:ext>
            </a:extLst>
          </p:cNvPr>
          <p:cNvGrpSpPr/>
          <p:nvPr userDrawn="1"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07FDA4F-4479-FFBF-C8B0-A354EE902C60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7A03076-15E6-CF38-DFE4-1EA8181E3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2" name="!!Group 12">
            <a:extLst>
              <a:ext uri="{FF2B5EF4-FFF2-40B4-BE49-F238E27FC236}">
                <a16:creationId xmlns:a16="http://schemas.microsoft.com/office/drawing/2014/main" id="{BC04B8A5-E45D-49F8-2EAE-2791B4CC3669}"/>
              </a:ext>
            </a:extLst>
          </p:cNvPr>
          <p:cNvGrpSpPr/>
          <p:nvPr userDrawn="1"/>
        </p:nvGrpSpPr>
        <p:grpSpPr>
          <a:xfrm flipH="1">
            <a:off x="10691120" y="3581865"/>
            <a:ext cx="792000" cy="792000"/>
            <a:chOff x="1147917" y="3581865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4012439-780F-749B-C71B-2A06ABDEC5AB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DDF5EB0-0070-EA1A-C134-952B87AA0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23" name="!!Group 11">
            <a:extLst>
              <a:ext uri="{FF2B5EF4-FFF2-40B4-BE49-F238E27FC236}">
                <a16:creationId xmlns:a16="http://schemas.microsoft.com/office/drawing/2014/main" id="{21FA8766-5661-0C70-C959-5BEA58591BF2}"/>
              </a:ext>
            </a:extLst>
          </p:cNvPr>
          <p:cNvGrpSpPr/>
          <p:nvPr userDrawn="1"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6B64DF-A039-2CBE-221A-955BB208C0BD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00C6F351-01DB-9A93-6934-0D5F5CB28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19" name="!!Group 10">
            <a:extLst>
              <a:ext uri="{FF2B5EF4-FFF2-40B4-BE49-F238E27FC236}">
                <a16:creationId xmlns:a16="http://schemas.microsoft.com/office/drawing/2014/main" id="{E31519C4-B036-21DD-DD7A-76D6AF159CB2}"/>
              </a:ext>
            </a:extLst>
          </p:cNvPr>
          <p:cNvGrpSpPr/>
          <p:nvPr userDrawn="1"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28D873E-BE8F-2EB4-2BA4-B5404D382A57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1" name="Graphic 20" descr="Employee badge">
              <a:hlinkClick r:id="" action="ppaction://noaction"/>
              <a:extLst>
                <a:ext uri="{FF2B5EF4-FFF2-40B4-BE49-F238E27FC236}">
                  <a16:creationId xmlns:a16="http://schemas.microsoft.com/office/drawing/2014/main" id="{32D98370-F5E8-6A87-E24C-A78F54AEC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15" name="!!Group 9">
            <a:extLst>
              <a:ext uri="{FF2B5EF4-FFF2-40B4-BE49-F238E27FC236}">
                <a16:creationId xmlns:a16="http://schemas.microsoft.com/office/drawing/2014/main" id="{9F7E66E6-EBB1-AEFF-38B2-EADAA618D4CA}"/>
              </a:ext>
            </a:extLst>
          </p:cNvPr>
          <p:cNvGrpSpPr/>
          <p:nvPr userDrawn="1"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8C7ED99-9A0E-DFAF-F3EB-E90F9BB87D82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7" name="Graphic 16" descr="Open book">
              <a:hlinkClick r:id="rId12" action="ppaction://hlinksldjump"/>
              <a:extLst>
                <a:ext uri="{FF2B5EF4-FFF2-40B4-BE49-F238E27FC236}">
                  <a16:creationId xmlns:a16="http://schemas.microsoft.com/office/drawing/2014/main" id="{40D3867A-A3CD-8305-49EC-4C9889803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5" name="!!menu">
            <a:extLst>
              <a:ext uri="{FF2B5EF4-FFF2-40B4-BE49-F238E27FC236}">
                <a16:creationId xmlns:a16="http://schemas.microsoft.com/office/drawing/2014/main" id="{4FEA2FC0-C0E1-256D-213C-04A485B4A882}"/>
              </a:ext>
            </a:extLst>
          </p:cNvPr>
          <p:cNvSpPr/>
          <p:nvPr userDrawn="1"/>
        </p:nvSpPr>
        <p:spPr>
          <a:xfrm flipH="1">
            <a:off x="11087120" y="-6473761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13" name="!!Icon 24">
            <a:hlinkClick r:id="" action="ppaction://noaction"/>
            <a:extLst>
              <a:ext uri="{FF2B5EF4-FFF2-40B4-BE49-F238E27FC236}">
                <a16:creationId xmlns:a16="http://schemas.microsoft.com/office/drawing/2014/main" id="{80832920-1806-BF52-83D1-B07332D104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14" name="!!Icon 23">
            <a:hlinkClick r:id="" action="ppaction://noaction"/>
            <a:extLst>
              <a:ext uri="{FF2B5EF4-FFF2-40B4-BE49-F238E27FC236}">
                <a16:creationId xmlns:a16="http://schemas.microsoft.com/office/drawing/2014/main" id="{6504CC57-5186-D9EA-640C-DCDD429839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6" name="!!Icon 22">
            <a:hlinkClick r:id="" action="ppaction://noaction"/>
            <a:extLst>
              <a:ext uri="{FF2B5EF4-FFF2-40B4-BE49-F238E27FC236}">
                <a16:creationId xmlns:a16="http://schemas.microsoft.com/office/drawing/2014/main" id="{16333F00-A084-BD82-5988-F0F64A2287D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358603" y="3685259"/>
            <a:ext cx="576000" cy="576000"/>
          </a:xfrm>
          <a:prstGeom prst="rect">
            <a:avLst/>
          </a:prstGeom>
        </p:spPr>
      </p:pic>
      <p:pic>
        <p:nvPicPr>
          <p:cNvPr id="26" name="!!Icon 21">
            <a:hlinkClick r:id="" action="ppaction://noaction"/>
            <a:extLst>
              <a:ext uri="{FF2B5EF4-FFF2-40B4-BE49-F238E27FC236}">
                <a16:creationId xmlns:a16="http://schemas.microsoft.com/office/drawing/2014/main" id="{2530D853-9409-2FB0-979D-FDD5DB0467F9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pic>
        <p:nvPicPr>
          <p:cNvPr id="22" name="!!Icon 20" descr="Employee badge">
            <a:hlinkClick r:id="rId21" action="ppaction://hlinksldjump"/>
            <a:extLst>
              <a:ext uri="{FF2B5EF4-FFF2-40B4-BE49-F238E27FC236}">
                <a16:creationId xmlns:a16="http://schemas.microsoft.com/office/drawing/2014/main" id="{FFA22EEA-54A7-A397-53D4-93A929EF62D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18" name="!!Icon 19" descr="Open book">
            <a:hlinkClick r:id="rId12" action="ppaction://hlinksldjump"/>
            <a:extLst>
              <a:ext uri="{FF2B5EF4-FFF2-40B4-BE49-F238E27FC236}">
                <a16:creationId xmlns:a16="http://schemas.microsoft.com/office/drawing/2014/main" id="{55B414F8-3E99-C22B-7F03-0973209A708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D8365219-494E-63EB-AF58-9AC05CD3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195017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فصل پنج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!!Previous Slide">
            <a:extLst>
              <a:ext uri="{FF2B5EF4-FFF2-40B4-BE49-F238E27FC236}">
                <a16:creationId xmlns:a16="http://schemas.microsoft.com/office/drawing/2014/main" id="{C7A043A1-B91B-CEFA-D9D7-36A454A624CD}"/>
              </a:ext>
            </a:extLst>
          </p:cNvPr>
          <p:cNvGrpSpPr/>
          <p:nvPr userDrawn="1"/>
        </p:nvGrpSpPr>
        <p:grpSpPr>
          <a:xfrm>
            <a:off x="193747" y="6218461"/>
            <a:ext cx="503994" cy="503995"/>
            <a:chOff x="193747" y="6218461"/>
            <a:chExt cx="503994" cy="503995"/>
          </a:xfrm>
        </p:grpSpPr>
        <p:sp>
          <p:nvSpPr>
            <p:cNvPr id="27" name="Previous Slide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C1DEE2AE-4E3F-A4AE-A5DB-5E59F696A304}"/>
                </a:ext>
              </a:extLst>
            </p:cNvPr>
            <p:cNvSpPr/>
            <p:nvPr userDrawn="1"/>
          </p:nvSpPr>
          <p:spPr>
            <a:xfrm>
              <a:off x="19374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E64830E-32AC-64B7-C06A-E00CA7240015}"/>
                </a:ext>
              </a:extLst>
            </p:cNvPr>
            <p:cNvSpPr/>
            <p:nvPr userDrawn="1"/>
          </p:nvSpPr>
          <p:spPr>
            <a:xfrm>
              <a:off x="357545" y="6379109"/>
              <a:ext cx="184798" cy="175348"/>
            </a:xfrm>
            <a:custGeom>
              <a:avLst/>
              <a:gdLst>
                <a:gd name="connsiteX0" fmla="*/ 92399 w 184798"/>
                <a:gd name="connsiteY0" fmla="*/ 3150 h 175348"/>
                <a:gd name="connsiteX1" fmla="*/ 104999 w 184798"/>
                <a:gd name="connsiteY1" fmla="*/ 3150 h 175348"/>
                <a:gd name="connsiteX2" fmla="*/ 104999 w 184798"/>
                <a:gd name="connsiteY2" fmla="*/ 15750 h 175348"/>
                <a:gd name="connsiteX3" fmla="*/ 42000 w 184798"/>
                <a:gd name="connsiteY3" fmla="*/ 78749 h 175348"/>
                <a:gd name="connsiteX4" fmla="*/ 176398 w 184798"/>
                <a:gd name="connsiteY4" fmla="*/ 78749 h 175348"/>
                <a:gd name="connsiteX5" fmla="*/ 184798 w 184798"/>
                <a:gd name="connsiteY5" fmla="*/ 87149 h 175348"/>
                <a:gd name="connsiteX6" fmla="*/ 176398 w 184798"/>
                <a:gd name="connsiteY6" fmla="*/ 95549 h 175348"/>
                <a:gd name="connsiteX7" fmla="*/ 42000 w 184798"/>
                <a:gd name="connsiteY7" fmla="*/ 95549 h 175348"/>
                <a:gd name="connsiteX8" fmla="*/ 104999 w 184798"/>
                <a:gd name="connsiteY8" fmla="*/ 158548 h 175348"/>
                <a:gd name="connsiteX9" fmla="*/ 104999 w 184798"/>
                <a:gd name="connsiteY9" fmla="*/ 171148 h 175348"/>
                <a:gd name="connsiteX10" fmla="*/ 96599 w 184798"/>
                <a:gd name="connsiteY10" fmla="*/ 175348 h 175348"/>
                <a:gd name="connsiteX11" fmla="*/ 88199 w 184798"/>
                <a:gd name="connsiteY11" fmla="*/ 171148 h 175348"/>
                <a:gd name="connsiteX12" fmla="*/ 0 w 184798"/>
                <a:gd name="connsiteY12" fmla="*/ 91349 h 175348"/>
                <a:gd name="connsiteX13" fmla="*/ 92399 w 1847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798" h="175348">
                  <a:moveTo>
                    <a:pt x="92399" y="3150"/>
                  </a:moveTo>
                  <a:cubicBezTo>
                    <a:pt x="96599" y="-1050"/>
                    <a:pt x="104999" y="-1050"/>
                    <a:pt x="104999" y="3150"/>
                  </a:cubicBezTo>
                  <a:cubicBezTo>
                    <a:pt x="109199" y="7350"/>
                    <a:pt x="109199" y="15750"/>
                    <a:pt x="104999" y="15750"/>
                  </a:cubicBezTo>
                  <a:lnTo>
                    <a:pt x="42000" y="78749"/>
                  </a:lnTo>
                  <a:lnTo>
                    <a:pt x="176398" y="78749"/>
                  </a:lnTo>
                  <a:cubicBezTo>
                    <a:pt x="180598" y="78749"/>
                    <a:pt x="184798" y="82949"/>
                    <a:pt x="184798" y="87149"/>
                  </a:cubicBezTo>
                  <a:cubicBezTo>
                    <a:pt x="184798" y="91349"/>
                    <a:pt x="180598" y="95549"/>
                    <a:pt x="176398" y="95549"/>
                  </a:cubicBezTo>
                  <a:lnTo>
                    <a:pt x="42000" y="95549"/>
                  </a:lnTo>
                  <a:lnTo>
                    <a:pt x="104999" y="158548"/>
                  </a:lnTo>
                  <a:cubicBezTo>
                    <a:pt x="109199" y="162748"/>
                    <a:pt x="109199" y="166948"/>
                    <a:pt x="104999" y="171148"/>
                  </a:cubicBezTo>
                  <a:cubicBezTo>
                    <a:pt x="104999" y="171148"/>
                    <a:pt x="100799" y="175348"/>
                    <a:pt x="96599" y="175348"/>
                  </a:cubicBezTo>
                  <a:cubicBezTo>
                    <a:pt x="92399" y="175348"/>
                    <a:pt x="92399" y="175348"/>
                    <a:pt x="88199" y="171148"/>
                  </a:cubicBezTo>
                  <a:lnTo>
                    <a:pt x="0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29" name="!!Next Slide">
            <a:extLst>
              <a:ext uri="{FF2B5EF4-FFF2-40B4-BE49-F238E27FC236}">
                <a16:creationId xmlns:a16="http://schemas.microsoft.com/office/drawing/2014/main" id="{D8CF628C-1AEE-1144-E55B-DEBA754C5B89}"/>
              </a:ext>
            </a:extLst>
          </p:cNvPr>
          <p:cNvGrpSpPr/>
          <p:nvPr userDrawn="1"/>
        </p:nvGrpSpPr>
        <p:grpSpPr>
          <a:xfrm>
            <a:off x="1067337" y="6218461"/>
            <a:ext cx="503994" cy="503995"/>
            <a:chOff x="1067337" y="6218461"/>
            <a:chExt cx="503994" cy="503995"/>
          </a:xfrm>
        </p:grpSpPr>
        <p:sp>
          <p:nvSpPr>
            <p:cNvPr id="30" name="Next Slide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5459AA8-5617-628C-9B7C-1091FFDB598D}"/>
                </a:ext>
              </a:extLst>
            </p:cNvPr>
            <p:cNvSpPr/>
            <p:nvPr userDrawn="1"/>
          </p:nvSpPr>
          <p:spPr>
            <a:xfrm>
              <a:off x="106733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88F9FDA-5749-8898-B908-B263C854513F}"/>
                </a:ext>
              </a:extLst>
            </p:cNvPr>
            <p:cNvSpPr/>
            <p:nvPr userDrawn="1"/>
          </p:nvSpPr>
          <p:spPr>
            <a:xfrm>
              <a:off x="1226935" y="6379109"/>
              <a:ext cx="180598" cy="175348"/>
            </a:xfrm>
            <a:custGeom>
              <a:avLst/>
              <a:gdLst>
                <a:gd name="connsiteX0" fmla="*/ 92399 w 180598"/>
                <a:gd name="connsiteY0" fmla="*/ 3150 h 175348"/>
                <a:gd name="connsiteX1" fmla="*/ 79799 w 180598"/>
                <a:gd name="connsiteY1" fmla="*/ 3150 h 175348"/>
                <a:gd name="connsiteX2" fmla="*/ 79799 w 180598"/>
                <a:gd name="connsiteY2" fmla="*/ 15750 h 175348"/>
                <a:gd name="connsiteX3" fmla="*/ 142798 w 180598"/>
                <a:gd name="connsiteY3" fmla="*/ 78749 h 175348"/>
                <a:gd name="connsiteX4" fmla="*/ 8400 w 180598"/>
                <a:gd name="connsiteY4" fmla="*/ 78749 h 175348"/>
                <a:gd name="connsiteX5" fmla="*/ 0 w 180598"/>
                <a:gd name="connsiteY5" fmla="*/ 87149 h 175348"/>
                <a:gd name="connsiteX6" fmla="*/ 8400 w 180598"/>
                <a:gd name="connsiteY6" fmla="*/ 95549 h 175348"/>
                <a:gd name="connsiteX7" fmla="*/ 146998 w 180598"/>
                <a:gd name="connsiteY7" fmla="*/ 95549 h 175348"/>
                <a:gd name="connsiteX8" fmla="*/ 83999 w 180598"/>
                <a:gd name="connsiteY8" fmla="*/ 158548 h 175348"/>
                <a:gd name="connsiteX9" fmla="*/ 83999 w 180598"/>
                <a:gd name="connsiteY9" fmla="*/ 171148 h 175348"/>
                <a:gd name="connsiteX10" fmla="*/ 92399 w 180598"/>
                <a:gd name="connsiteY10" fmla="*/ 175348 h 175348"/>
                <a:gd name="connsiteX11" fmla="*/ 100799 w 180598"/>
                <a:gd name="connsiteY11" fmla="*/ 171148 h 175348"/>
                <a:gd name="connsiteX12" fmla="*/ 180598 w 180598"/>
                <a:gd name="connsiteY12" fmla="*/ 91349 h 175348"/>
                <a:gd name="connsiteX13" fmla="*/ 92399 w 1805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598" h="175348">
                  <a:moveTo>
                    <a:pt x="92399" y="3150"/>
                  </a:moveTo>
                  <a:cubicBezTo>
                    <a:pt x="88199" y="-1050"/>
                    <a:pt x="79799" y="-1050"/>
                    <a:pt x="79799" y="3150"/>
                  </a:cubicBezTo>
                  <a:cubicBezTo>
                    <a:pt x="75599" y="7350"/>
                    <a:pt x="75599" y="15750"/>
                    <a:pt x="79799" y="15750"/>
                  </a:cubicBezTo>
                  <a:lnTo>
                    <a:pt x="142798" y="78749"/>
                  </a:lnTo>
                  <a:lnTo>
                    <a:pt x="8400" y="78749"/>
                  </a:lnTo>
                  <a:cubicBezTo>
                    <a:pt x="4200" y="78749"/>
                    <a:pt x="0" y="82949"/>
                    <a:pt x="0" y="87149"/>
                  </a:cubicBezTo>
                  <a:cubicBezTo>
                    <a:pt x="0" y="91349"/>
                    <a:pt x="4200" y="95549"/>
                    <a:pt x="8400" y="95549"/>
                  </a:cubicBezTo>
                  <a:lnTo>
                    <a:pt x="146998" y="95549"/>
                  </a:lnTo>
                  <a:lnTo>
                    <a:pt x="83999" y="158548"/>
                  </a:lnTo>
                  <a:cubicBezTo>
                    <a:pt x="79799" y="162748"/>
                    <a:pt x="79799" y="166948"/>
                    <a:pt x="83999" y="171148"/>
                  </a:cubicBezTo>
                  <a:cubicBezTo>
                    <a:pt x="83999" y="171148"/>
                    <a:pt x="88199" y="175348"/>
                    <a:pt x="92399" y="175348"/>
                  </a:cubicBezTo>
                  <a:cubicBezTo>
                    <a:pt x="96599" y="175348"/>
                    <a:pt x="96599" y="175348"/>
                    <a:pt x="100799" y="171148"/>
                  </a:cubicBezTo>
                  <a:lnTo>
                    <a:pt x="180598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6" name="!!Group 14">
            <a:extLst>
              <a:ext uri="{FF2B5EF4-FFF2-40B4-BE49-F238E27FC236}">
                <a16:creationId xmlns:a16="http://schemas.microsoft.com/office/drawing/2014/main" id="{C674A181-82C1-70B1-7C12-01E4CA56B148}"/>
              </a:ext>
            </a:extLst>
          </p:cNvPr>
          <p:cNvGrpSpPr/>
          <p:nvPr userDrawn="1"/>
        </p:nvGrpSpPr>
        <p:grpSpPr>
          <a:xfrm flipH="1">
            <a:off x="12357023" y="5808229"/>
            <a:ext cx="792000" cy="792000"/>
            <a:chOff x="1147917" y="5777322"/>
            <a:chExt cx="792000" cy="792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A295895-2B43-ED80-A0AF-210C2C23FB41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CEF7860-5859-7B65-FCE8-BB52B7B1B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3" name="!!Group 13">
            <a:extLst>
              <a:ext uri="{FF2B5EF4-FFF2-40B4-BE49-F238E27FC236}">
                <a16:creationId xmlns:a16="http://schemas.microsoft.com/office/drawing/2014/main" id="{2DC3EE7F-A053-8F58-EF50-EABE3E8FC573}"/>
              </a:ext>
            </a:extLst>
          </p:cNvPr>
          <p:cNvGrpSpPr/>
          <p:nvPr userDrawn="1"/>
        </p:nvGrpSpPr>
        <p:grpSpPr>
          <a:xfrm>
            <a:off x="10742192" y="4676730"/>
            <a:ext cx="792000" cy="792000"/>
            <a:chOff x="12299873" y="4710501"/>
            <a:chExt cx="792000" cy="792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F226303-83B7-B40E-F0EC-79C6A29F5F76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EDA9578-0EA5-89CA-77BE-08D23008E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18" name="!!Group 12">
            <a:extLst>
              <a:ext uri="{FF2B5EF4-FFF2-40B4-BE49-F238E27FC236}">
                <a16:creationId xmlns:a16="http://schemas.microsoft.com/office/drawing/2014/main" id="{0024A4F5-19E9-C1B3-5569-3059EEC5CCF3}"/>
              </a:ext>
            </a:extLst>
          </p:cNvPr>
          <p:cNvGrpSpPr/>
          <p:nvPr userDrawn="1"/>
        </p:nvGrpSpPr>
        <p:grpSpPr>
          <a:xfrm flipH="1">
            <a:off x="12357023" y="3612772"/>
            <a:ext cx="792000" cy="792000"/>
            <a:chOff x="1147917" y="3581865"/>
            <a:chExt cx="792000" cy="792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FA91B2-B944-77D0-2943-295473A1F86A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8FE0E6F-6144-86BB-FB9F-484B182FB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21" name="!!Group 11">
            <a:extLst>
              <a:ext uri="{FF2B5EF4-FFF2-40B4-BE49-F238E27FC236}">
                <a16:creationId xmlns:a16="http://schemas.microsoft.com/office/drawing/2014/main" id="{1124FB11-C392-8328-13E9-97F35809B090}"/>
              </a:ext>
            </a:extLst>
          </p:cNvPr>
          <p:cNvGrpSpPr/>
          <p:nvPr userDrawn="1"/>
        </p:nvGrpSpPr>
        <p:grpSpPr>
          <a:xfrm flipH="1">
            <a:off x="12357023" y="2515043"/>
            <a:ext cx="792000" cy="792000"/>
            <a:chOff x="1147917" y="2484136"/>
            <a:chExt cx="792000" cy="792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DE4B6D8-372A-AE02-A4A4-16900DB22BEE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186DBBD6-F14B-6ABC-8443-6C28849F4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14" name="!!Group 10">
            <a:extLst>
              <a:ext uri="{FF2B5EF4-FFF2-40B4-BE49-F238E27FC236}">
                <a16:creationId xmlns:a16="http://schemas.microsoft.com/office/drawing/2014/main" id="{37EC2DA6-DFFA-A4BB-5EEB-4C8CA599CA27}"/>
              </a:ext>
            </a:extLst>
          </p:cNvPr>
          <p:cNvGrpSpPr/>
          <p:nvPr userDrawn="1"/>
        </p:nvGrpSpPr>
        <p:grpSpPr>
          <a:xfrm>
            <a:off x="12357023" y="1417314"/>
            <a:ext cx="792000" cy="792000"/>
            <a:chOff x="12299873" y="1417314"/>
            <a:chExt cx="792000" cy="792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AD38914-86C9-915D-16CE-3E22A2C37414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6" name="Graphic 15" descr="Employee badge">
              <a:hlinkClick r:id="" action="ppaction://noaction"/>
              <a:extLst>
                <a:ext uri="{FF2B5EF4-FFF2-40B4-BE49-F238E27FC236}">
                  <a16:creationId xmlns:a16="http://schemas.microsoft.com/office/drawing/2014/main" id="{AC6904C9-BA5F-663A-D596-9FA47828C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10" name="!!Group 9">
            <a:extLst>
              <a:ext uri="{FF2B5EF4-FFF2-40B4-BE49-F238E27FC236}">
                <a16:creationId xmlns:a16="http://schemas.microsoft.com/office/drawing/2014/main" id="{0E6D824F-1AD4-5FD0-3BA1-61CD0607EB93}"/>
              </a:ext>
            </a:extLst>
          </p:cNvPr>
          <p:cNvGrpSpPr/>
          <p:nvPr userDrawn="1"/>
        </p:nvGrpSpPr>
        <p:grpSpPr>
          <a:xfrm>
            <a:off x="12311875" y="288678"/>
            <a:ext cx="792000" cy="792000"/>
            <a:chOff x="10751873" y="319585"/>
            <a:chExt cx="792000" cy="792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337340-62C2-79AC-0F66-E5BFF1E91557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2" name="Graphic 11" descr="Open book">
              <a:hlinkClick r:id="rId12" action="ppaction://hlinksldjump"/>
              <a:extLst>
                <a:ext uri="{FF2B5EF4-FFF2-40B4-BE49-F238E27FC236}">
                  <a16:creationId xmlns:a16="http://schemas.microsoft.com/office/drawing/2014/main" id="{9A9126C2-3C34-E142-E2D3-D8B61EC15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2" name="!!menu">
            <a:extLst>
              <a:ext uri="{FF2B5EF4-FFF2-40B4-BE49-F238E27FC236}">
                <a16:creationId xmlns:a16="http://schemas.microsoft.com/office/drawing/2014/main" id="{60CB5688-7F81-3981-0043-5F3317ADD9DD}"/>
              </a:ext>
            </a:extLst>
          </p:cNvPr>
          <p:cNvSpPr/>
          <p:nvPr userDrawn="1"/>
        </p:nvSpPr>
        <p:spPr>
          <a:xfrm flipH="1">
            <a:off x="11138192" y="-5374290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9" name="!!Icon 30">
            <a:hlinkClick r:id="" action="ppaction://noaction"/>
            <a:extLst>
              <a:ext uri="{FF2B5EF4-FFF2-40B4-BE49-F238E27FC236}">
                <a16:creationId xmlns:a16="http://schemas.microsoft.com/office/drawing/2014/main" id="{6355EAB2-557E-13C5-0D59-936ABDC68E0D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24" name="!!Icon 28">
            <a:hlinkClick r:id="" action="ppaction://noaction"/>
            <a:extLst>
              <a:ext uri="{FF2B5EF4-FFF2-40B4-BE49-F238E27FC236}">
                <a16:creationId xmlns:a16="http://schemas.microsoft.com/office/drawing/2014/main" id="{805EB9DB-7EE2-9986-057E-2590F5C9A323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25" name="!!Icon 27">
            <a:hlinkClick r:id="" action="ppaction://noaction"/>
            <a:extLst>
              <a:ext uri="{FF2B5EF4-FFF2-40B4-BE49-F238E27FC236}">
                <a16:creationId xmlns:a16="http://schemas.microsoft.com/office/drawing/2014/main" id="{86909B1D-0EB9-D1B6-714D-1AC1D1797E5A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pic>
        <p:nvPicPr>
          <p:cNvPr id="13" name="!!Icon 25" descr="Open book">
            <a:hlinkClick r:id="rId12" action="ppaction://hlinksldjump"/>
            <a:extLst>
              <a:ext uri="{FF2B5EF4-FFF2-40B4-BE49-F238E27FC236}">
                <a16:creationId xmlns:a16="http://schemas.microsoft.com/office/drawing/2014/main" id="{436B38AE-4503-ABA4-C4B4-DAAC01188FF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17" name="!!Icon 26" descr="Employee badge">
            <a:hlinkClick r:id="rId21" action="ppaction://hlinksldjump"/>
            <a:extLst>
              <a:ext uri="{FF2B5EF4-FFF2-40B4-BE49-F238E27FC236}">
                <a16:creationId xmlns:a16="http://schemas.microsoft.com/office/drawing/2014/main" id="{8C5DB855-0B17-D6D6-2C05-F34F46D99A5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C31087A-D1E6-DFA4-68ED-4409AE82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916130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فصل شش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Previous Slide">
            <a:extLst>
              <a:ext uri="{FF2B5EF4-FFF2-40B4-BE49-F238E27FC236}">
                <a16:creationId xmlns:a16="http://schemas.microsoft.com/office/drawing/2014/main" id="{04D1FB61-D69D-ED25-9EE4-7DA810B08BAE}"/>
              </a:ext>
            </a:extLst>
          </p:cNvPr>
          <p:cNvGrpSpPr/>
          <p:nvPr userDrawn="1"/>
        </p:nvGrpSpPr>
        <p:grpSpPr>
          <a:xfrm>
            <a:off x="193747" y="6218461"/>
            <a:ext cx="503994" cy="503995"/>
            <a:chOff x="193747" y="6218461"/>
            <a:chExt cx="503994" cy="503995"/>
          </a:xfrm>
        </p:grpSpPr>
        <p:sp>
          <p:nvSpPr>
            <p:cNvPr id="5" name="Previous Slide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02840B60-A7C5-2D0B-3B97-C6993745F3F8}"/>
                </a:ext>
              </a:extLst>
            </p:cNvPr>
            <p:cNvSpPr/>
            <p:nvPr userDrawn="1"/>
          </p:nvSpPr>
          <p:spPr>
            <a:xfrm>
              <a:off x="19374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C9D321-8552-7668-A456-4B9F08665B8F}"/>
                </a:ext>
              </a:extLst>
            </p:cNvPr>
            <p:cNvSpPr/>
            <p:nvPr userDrawn="1"/>
          </p:nvSpPr>
          <p:spPr>
            <a:xfrm>
              <a:off x="357545" y="6379109"/>
              <a:ext cx="184798" cy="175348"/>
            </a:xfrm>
            <a:custGeom>
              <a:avLst/>
              <a:gdLst>
                <a:gd name="connsiteX0" fmla="*/ 92399 w 184798"/>
                <a:gd name="connsiteY0" fmla="*/ 3150 h 175348"/>
                <a:gd name="connsiteX1" fmla="*/ 104999 w 184798"/>
                <a:gd name="connsiteY1" fmla="*/ 3150 h 175348"/>
                <a:gd name="connsiteX2" fmla="*/ 104999 w 184798"/>
                <a:gd name="connsiteY2" fmla="*/ 15750 h 175348"/>
                <a:gd name="connsiteX3" fmla="*/ 42000 w 184798"/>
                <a:gd name="connsiteY3" fmla="*/ 78749 h 175348"/>
                <a:gd name="connsiteX4" fmla="*/ 176398 w 184798"/>
                <a:gd name="connsiteY4" fmla="*/ 78749 h 175348"/>
                <a:gd name="connsiteX5" fmla="*/ 184798 w 184798"/>
                <a:gd name="connsiteY5" fmla="*/ 87149 h 175348"/>
                <a:gd name="connsiteX6" fmla="*/ 176398 w 184798"/>
                <a:gd name="connsiteY6" fmla="*/ 95549 h 175348"/>
                <a:gd name="connsiteX7" fmla="*/ 42000 w 184798"/>
                <a:gd name="connsiteY7" fmla="*/ 95549 h 175348"/>
                <a:gd name="connsiteX8" fmla="*/ 104999 w 184798"/>
                <a:gd name="connsiteY8" fmla="*/ 158548 h 175348"/>
                <a:gd name="connsiteX9" fmla="*/ 104999 w 184798"/>
                <a:gd name="connsiteY9" fmla="*/ 171148 h 175348"/>
                <a:gd name="connsiteX10" fmla="*/ 96599 w 184798"/>
                <a:gd name="connsiteY10" fmla="*/ 175348 h 175348"/>
                <a:gd name="connsiteX11" fmla="*/ 88199 w 184798"/>
                <a:gd name="connsiteY11" fmla="*/ 171148 h 175348"/>
                <a:gd name="connsiteX12" fmla="*/ 0 w 184798"/>
                <a:gd name="connsiteY12" fmla="*/ 91349 h 175348"/>
                <a:gd name="connsiteX13" fmla="*/ 92399 w 1847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798" h="175348">
                  <a:moveTo>
                    <a:pt x="92399" y="3150"/>
                  </a:moveTo>
                  <a:cubicBezTo>
                    <a:pt x="96599" y="-1050"/>
                    <a:pt x="104999" y="-1050"/>
                    <a:pt x="104999" y="3150"/>
                  </a:cubicBezTo>
                  <a:cubicBezTo>
                    <a:pt x="109199" y="7350"/>
                    <a:pt x="109199" y="15750"/>
                    <a:pt x="104999" y="15750"/>
                  </a:cubicBezTo>
                  <a:lnTo>
                    <a:pt x="42000" y="78749"/>
                  </a:lnTo>
                  <a:lnTo>
                    <a:pt x="176398" y="78749"/>
                  </a:lnTo>
                  <a:cubicBezTo>
                    <a:pt x="180598" y="78749"/>
                    <a:pt x="184798" y="82949"/>
                    <a:pt x="184798" y="87149"/>
                  </a:cubicBezTo>
                  <a:cubicBezTo>
                    <a:pt x="184798" y="91349"/>
                    <a:pt x="180598" y="95549"/>
                    <a:pt x="176398" y="95549"/>
                  </a:cubicBezTo>
                  <a:lnTo>
                    <a:pt x="42000" y="95549"/>
                  </a:lnTo>
                  <a:lnTo>
                    <a:pt x="104999" y="158548"/>
                  </a:lnTo>
                  <a:cubicBezTo>
                    <a:pt x="109199" y="162748"/>
                    <a:pt x="109199" y="166948"/>
                    <a:pt x="104999" y="171148"/>
                  </a:cubicBezTo>
                  <a:cubicBezTo>
                    <a:pt x="104999" y="171148"/>
                    <a:pt x="100799" y="175348"/>
                    <a:pt x="96599" y="175348"/>
                  </a:cubicBezTo>
                  <a:cubicBezTo>
                    <a:pt x="92399" y="175348"/>
                    <a:pt x="92399" y="175348"/>
                    <a:pt x="88199" y="171148"/>
                  </a:cubicBezTo>
                  <a:lnTo>
                    <a:pt x="0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8" name="!!Next Slide">
            <a:extLst>
              <a:ext uri="{FF2B5EF4-FFF2-40B4-BE49-F238E27FC236}">
                <a16:creationId xmlns:a16="http://schemas.microsoft.com/office/drawing/2014/main" id="{C6F2B34D-34BE-B3D0-984E-D046009CA129}"/>
              </a:ext>
            </a:extLst>
          </p:cNvPr>
          <p:cNvGrpSpPr/>
          <p:nvPr userDrawn="1"/>
        </p:nvGrpSpPr>
        <p:grpSpPr>
          <a:xfrm>
            <a:off x="1067337" y="6218461"/>
            <a:ext cx="503994" cy="503995"/>
            <a:chOff x="1067337" y="6218461"/>
            <a:chExt cx="503994" cy="503995"/>
          </a:xfrm>
        </p:grpSpPr>
        <p:sp>
          <p:nvSpPr>
            <p:cNvPr id="9" name="Next Slide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7C3EFE7-112B-88CC-C61F-CC9311BFAA6A}"/>
                </a:ext>
              </a:extLst>
            </p:cNvPr>
            <p:cNvSpPr/>
            <p:nvPr userDrawn="1"/>
          </p:nvSpPr>
          <p:spPr>
            <a:xfrm>
              <a:off x="1067337" y="6218461"/>
              <a:ext cx="503994" cy="503995"/>
            </a:xfrm>
            <a:custGeom>
              <a:avLst/>
              <a:gdLst>
                <a:gd name="connsiteX0" fmla="*/ 503995 w 503994"/>
                <a:gd name="connsiteY0" fmla="*/ 251998 h 503995"/>
                <a:gd name="connsiteX1" fmla="*/ 251997 w 503994"/>
                <a:gd name="connsiteY1" fmla="*/ 503995 h 503995"/>
                <a:gd name="connsiteX2" fmla="*/ 0 w 503994"/>
                <a:gd name="connsiteY2" fmla="*/ 251998 h 503995"/>
                <a:gd name="connsiteX3" fmla="*/ 251997 w 503994"/>
                <a:gd name="connsiteY3" fmla="*/ 0 h 503995"/>
                <a:gd name="connsiteX4" fmla="*/ 503995 w 503994"/>
                <a:gd name="connsiteY4" fmla="*/ 251998 h 50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994" h="503995">
                  <a:moveTo>
                    <a:pt x="503995" y="251998"/>
                  </a:moveTo>
                  <a:cubicBezTo>
                    <a:pt x="503995" y="391172"/>
                    <a:pt x="391172" y="503995"/>
                    <a:pt x="251997" y="503995"/>
                  </a:cubicBezTo>
                  <a:cubicBezTo>
                    <a:pt x="112823" y="503995"/>
                    <a:pt x="0" y="391172"/>
                    <a:pt x="0" y="251998"/>
                  </a:cubicBezTo>
                  <a:cubicBezTo>
                    <a:pt x="0" y="112823"/>
                    <a:pt x="112823" y="0"/>
                    <a:pt x="251997" y="0"/>
                  </a:cubicBezTo>
                  <a:cubicBezTo>
                    <a:pt x="391172" y="0"/>
                    <a:pt x="503995" y="112823"/>
                    <a:pt x="503995" y="251998"/>
                  </a:cubicBezTo>
                  <a:close/>
                </a:path>
              </a:pathLst>
            </a:custGeom>
            <a:solidFill>
              <a:schemeClr val="accent1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1BA9309-9DD3-58E6-5A7A-BEEF22F53A06}"/>
                </a:ext>
              </a:extLst>
            </p:cNvPr>
            <p:cNvSpPr/>
            <p:nvPr userDrawn="1"/>
          </p:nvSpPr>
          <p:spPr>
            <a:xfrm>
              <a:off x="1226935" y="6379109"/>
              <a:ext cx="180598" cy="175348"/>
            </a:xfrm>
            <a:custGeom>
              <a:avLst/>
              <a:gdLst>
                <a:gd name="connsiteX0" fmla="*/ 92399 w 180598"/>
                <a:gd name="connsiteY0" fmla="*/ 3150 h 175348"/>
                <a:gd name="connsiteX1" fmla="*/ 79799 w 180598"/>
                <a:gd name="connsiteY1" fmla="*/ 3150 h 175348"/>
                <a:gd name="connsiteX2" fmla="*/ 79799 w 180598"/>
                <a:gd name="connsiteY2" fmla="*/ 15750 h 175348"/>
                <a:gd name="connsiteX3" fmla="*/ 142798 w 180598"/>
                <a:gd name="connsiteY3" fmla="*/ 78749 h 175348"/>
                <a:gd name="connsiteX4" fmla="*/ 8400 w 180598"/>
                <a:gd name="connsiteY4" fmla="*/ 78749 h 175348"/>
                <a:gd name="connsiteX5" fmla="*/ 0 w 180598"/>
                <a:gd name="connsiteY5" fmla="*/ 87149 h 175348"/>
                <a:gd name="connsiteX6" fmla="*/ 8400 w 180598"/>
                <a:gd name="connsiteY6" fmla="*/ 95549 h 175348"/>
                <a:gd name="connsiteX7" fmla="*/ 146998 w 180598"/>
                <a:gd name="connsiteY7" fmla="*/ 95549 h 175348"/>
                <a:gd name="connsiteX8" fmla="*/ 83999 w 180598"/>
                <a:gd name="connsiteY8" fmla="*/ 158548 h 175348"/>
                <a:gd name="connsiteX9" fmla="*/ 83999 w 180598"/>
                <a:gd name="connsiteY9" fmla="*/ 171148 h 175348"/>
                <a:gd name="connsiteX10" fmla="*/ 92399 w 180598"/>
                <a:gd name="connsiteY10" fmla="*/ 175348 h 175348"/>
                <a:gd name="connsiteX11" fmla="*/ 100799 w 180598"/>
                <a:gd name="connsiteY11" fmla="*/ 171148 h 175348"/>
                <a:gd name="connsiteX12" fmla="*/ 180598 w 180598"/>
                <a:gd name="connsiteY12" fmla="*/ 91349 h 175348"/>
                <a:gd name="connsiteX13" fmla="*/ 92399 w 180598"/>
                <a:gd name="connsiteY13" fmla="*/ 3150 h 17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598" h="175348">
                  <a:moveTo>
                    <a:pt x="92399" y="3150"/>
                  </a:moveTo>
                  <a:cubicBezTo>
                    <a:pt x="88199" y="-1050"/>
                    <a:pt x="79799" y="-1050"/>
                    <a:pt x="79799" y="3150"/>
                  </a:cubicBezTo>
                  <a:cubicBezTo>
                    <a:pt x="75599" y="7350"/>
                    <a:pt x="75599" y="15750"/>
                    <a:pt x="79799" y="15750"/>
                  </a:cubicBezTo>
                  <a:lnTo>
                    <a:pt x="142798" y="78749"/>
                  </a:lnTo>
                  <a:lnTo>
                    <a:pt x="8400" y="78749"/>
                  </a:lnTo>
                  <a:cubicBezTo>
                    <a:pt x="4200" y="78749"/>
                    <a:pt x="0" y="82949"/>
                    <a:pt x="0" y="87149"/>
                  </a:cubicBezTo>
                  <a:cubicBezTo>
                    <a:pt x="0" y="91349"/>
                    <a:pt x="4200" y="95549"/>
                    <a:pt x="8400" y="95549"/>
                  </a:cubicBezTo>
                  <a:lnTo>
                    <a:pt x="146998" y="95549"/>
                  </a:lnTo>
                  <a:lnTo>
                    <a:pt x="83999" y="158548"/>
                  </a:lnTo>
                  <a:cubicBezTo>
                    <a:pt x="79799" y="162748"/>
                    <a:pt x="79799" y="166948"/>
                    <a:pt x="83999" y="171148"/>
                  </a:cubicBezTo>
                  <a:cubicBezTo>
                    <a:pt x="83999" y="171148"/>
                    <a:pt x="88199" y="175348"/>
                    <a:pt x="92399" y="175348"/>
                  </a:cubicBezTo>
                  <a:cubicBezTo>
                    <a:pt x="96599" y="175348"/>
                    <a:pt x="96599" y="175348"/>
                    <a:pt x="100799" y="171148"/>
                  </a:cubicBezTo>
                  <a:lnTo>
                    <a:pt x="180598" y="91349"/>
                  </a:lnTo>
                  <a:lnTo>
                    <a:pt x="92399" y="3150"/>
                  </a:lnTo>
                  <a:close/>
                </a:path>
              </a:pathLst>
            </a:custGeom>
            <a:solidFill>
              <a:srgbClr val="FFFFFF"/>
            </a:solidFill>
            <a:ln w="41852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fa-IR"/>
            </a:p>
          </p:txBody>
        </p:sp>
      </p:grpSp>
      <p:grpSp>
        <p:nvGrpSpPr>
          <p:cNvPr id="2" name="!!Group 14">
            <a:extLst>
              <a:ext uri="{FF2B5EF4-FFF2-40B4-BE49-F238E27FC236}">
                <a16:creationId xmlns:a16="http://schemas.microsoft.com/office/drawing/2014/main" id="{8E8A0194-054B-0237-625F-0C8CA01ADEAC}"/>
              </a:ext>
            </a:extLst>
          </p:cNvPr>
          <p:cNvGrpSpPr/>
          <p:nvPr userDrawn="1"/>
        </p:nvGrpSpPr>
        <p:grpSpPr>
          <a:xfrm flipH="1">
            <a:off x="10651759" y="5748293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37A541F-3A8E-30E9-4C0C-9375E50B277D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E1FDA96-CE77-B3D5-5C02-99A630FC2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54" name="!!Group 13">
            <a:extLst>
              <a:ext uri="{FF2B5EF4-FFF2-40B4-BE49-F238E27FC236}">
                <a16:creationId xmlns:a16="http://schemas.microsoft.com/office/drawing/2014/main" id="{1C7C548C-CEC3-1E7A-2072-DD1EDD6E97A6}"/>
              </a:ext>
            </a:extLst>
          </p:cNvPr>
          <p:cNvGrpSpPr/>
          <p:nvPr userDrawn="1"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CCCC51D-BD42-7144-E088-C941AF0F4619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97849C8E-1373-71B6-D1D3-5446F82A2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45" name="!!Group 12">
            <a:extLst>
              <a:ext uri="{FF2B5EF4-FFF2-40B4-BE49-F238E27FC236}">
                <a16:creationId xmlns:a16="http://schemas.microsoft.com/office/drawing/2014/main" id="{9F505F00-41C6-C3ED-5113-0F62BA476300}"/>
              </a:ext>
            </a:extLst>
          </p:cNvPr>
          <p:cNvGrpSpPr/>
          <p:nvPr userDrawn="1"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BD6189F-6BCD-F0BC-43D4-22C53625C9F9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05805A95-8D2C-4905-1A17-94774FAA1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48" name="!!Group 11">
            <a:extLst>
              <a:ext uri="{FF2B5EF4-FFF2-40B4-BE49-F238E27FC236}">
                <a16:creationId xmlns:a16="http://schemas.microsoft.com/office/drawing/2014/main" id="{08AD0E52-F657-D5BA-55D9-7D91FCA40375}"/>
              </a:ext>
            </a:extLst>
          </p:cNvPr>
          <p:cNvGrpSpPr/>
          <p:nvPr userDrawn="1"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D9F5DFD-28C8-37FD-F9A6-A3E1D0B7872D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02F37E4A-D9D0-6498-1C6B-197E38934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40" name="!!Group 10">
            <a:extLst>
              <a:ext uri="{FF2B5EF4-FFF2-40B4-BE49-F238E27FC236}">
                <a16:creationId xmlns:a16="http://schemas.microsoft.com/office/drawing/2014/main" id="{B7DD7EAB-D949-8C3F-4F5A-3EECC6952752}"/>
              </a:ext>
            </a:extLst>
          </p:cNvPr>
          <p:cNvGrpSpPr/>
          <p:nvPr userDrawn="1"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543CEA1-6582-F53A-1DEF-74A39597EE65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3" name="Graphic 42" descr="Employee badge">
              <a:hlinkClick r:id="" action="ppaction://noaction"/>
              <a:extLst>
                <a:ext uri="{FF2B5EF4-FFF2-40B4-BE49-F238E27FC236}">
                  <a16:creationId xmlns:a16="http://schemas.microsoft.com/office/drawing/2014/main" id="{CA000078-3FE5-A66F-9462-E79112F41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36" name="!!Group 9">
            <a:extLst>
              <a:ext uri="{FF2B5EF4-FFF2-40B4-BE49-F238E27FC236}">
                <a16:creationId xmlns:a16="http://schemas.microsoft.com/office/drawing/2014/main" id="{BAE8FBC5-7C6B-D036-FE57-BE2FB297F0B1}"/>
              </a:ext>
            </a:extLst>
          </p:cNvPr>
          <p:cNvGrpSpPr/>
          <p:nvPr userDrawn="1"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CA3AC3C-A9B2-58BF-1C33-13C83B63EC77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8" name="Graphic 37" descr="Open book">
              <a:hlinkClick r:id="rId12" action="ppaction://hlinksldjump"/>
              <a:extLst>
                <a:ext uri="{FF2B5EF4-FFF2-40B4-BE49-F238E27FC236}">
                  <a16:creationId xmlns:a16="http://schemas.microsoft.com/office/drawing/2014/main" id="{4E11A63F-A119-7710-296A-16D27C644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10" name="!!menu">
            <a:extLst>
              <a:ext uri="{FF2B5EF4-FFF2-40B4-BE49-F238E27FC236}">
                <a16:creationId xmlns:a16="http://schemas.microsoft.com/office/drawing/2014/main" id="{C9D0994A-7C91-AC9F-D497-5A862BDE663F}"/>
              </a:ext>
            </a:extLst>
          </p:cNvPr>
          <p:cNvSpPr/>
          <p:nvPr userDrawn="1"/>
        </p:nvSpPr>
        <p:spPr>
          <a:xfrm flipH="1">
            <a:off x="11047759" y="-4303848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27" name="!!Icon 36">
            <a:hlinkClick r:id="" action="ppaction://noaction"/>
            <a:extLst>
              <a:ext uri="{FF2B5EF4-FFF2-40B4-BE49-F238E27FC236}">
                <a16:creationId xmlns:a16="http://schemas.microsoft.com/office/drawing/2014/main" id="{25565E2E-8D63-33CB-AEFB-1FCCCE5270A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1357342" y="5855172"/>
            <a:ext cx="576000" cy="576000"/>
          </a:xfrm>
          <a:prstGeom prst="rect">
            <a:avLst/>
          </a:prstGeom>
        </p:spPr>
      </p:pic>
      <p:pic>
        <p:nvPicPr>
          <p:cNvPr id="58" name="!!Icon 35">
            <a:hlinkClick r:id="" action="ppaction://noaction"/>
            <a:extLst>
              <a:ext uri="{FF2B5EF4-FFF2-40B4-BE49-F238E27FC236}">
                <a16:creationId xmlns:a16="http://schemas.microsoft.com/office/drawing/2014/main" id="{4C887345-9467-C4AA-E2D3-18DB71BE1A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52" name="!!Icon 34">
            <a:hlinkClick r:id="" action="ppaction://noaction"/>
            <a:extLst>
              <a:ext uri="{FF2B5EF4-FFF2-40B4-BE49-F238E27FC236}">
                <a16:creationId xmlns:a16="http://schemas.microsoft.com/office/drawing/2014/main" id="{D2EEA329-88D2-50B5-D493-91380A82A7BC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53" name="!!Icon 33">
            <a:hlinkClick r:id="" action="ppaction://noaction"/>
            <a:extLst>
              <a:ext uri="{FF2B5EF4-FFF2-40B4-BE49-F238E27FC236}">
                <a16:creationId xmlns:a16="http://schemas.microsoft.com/office/drawing/2014/main" id="{EA7C43F3-83CA-659A-6BC2-E1F7A5455D5C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pic>
        <p:nvPicPr>
          <p:cNvPr id="44" name="!!Icon 32" descr="Employee badge">
            <a:hlinkClick r:id="rId21" action="ppaction://hlinksldjump"/>
            <a:extLst>
              <a:ext uri="{FF2B5EF4-FFF2-40B4-BE49-F238E27FC236}">
                <a16:creationId xmlns:a16="http://schemas.microsoft.com/office/drawing/2014/main" id="{A974C0C1-5ADD-783B-10A6-AB386440803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39" name="!!Icon 31" descr="Open book">
            <a:hlinkClick r:id="rId12" action="ppaction://hlinksldjump"/>
            <a:extLst>
              <a:ext uri="{FF2B5EF4-FFF2-40B4-BE49-F238E27FC236}">
                <a16:creationId xmlns:a16="http://schemas.microsoft.com/office/drawing/2014/main" id="{8749BD19-2637-78DF-BDED-D221F95650E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66C7F09-59A7-F57D-C158-07C61162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279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63B1DE1-4EE3-3696-6F05-51F137C6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18" name="Freeform: Shape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3BDFF8B-AC0E-AC41-9275-D192A201C578}"/>
              </a:ext>
            </a:extLst>
          </p:cNvPr>
          <p:cNvSpPr/>
          <p:nvPr userDrawn="1"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595DD12-999C-F53D-D94B-45EDBC28E9A8}"/>
              </a:ext>
            </a:extLst>
          </p:cNvPr>
          <p:cNvSpPr/>
          <p:nvPr userDrawn="1"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20" name="Freeform: Shape 1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C83E59D-0CFC-DAB3-AC80-FA4F6EEB4868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86DC0C-DEDE-5DA7-B6A5-C11B55200044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48248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A589FA7-FBF9-8384-8FCF-AF3D756A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13" name="Freeform: Shap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6B366CA-1437-F277-F773-0E8144D73413}"/>
              </a:ext>
            </a:extLst>
          </p:cNvPr>
          <p:cNvSpPr/>
          <p:nvPr userDrawn="1"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F6FD57-C213-1A5B-86D1-9E19747BA00F}"/>
              </a:ext>
            </a:extLst>
          </p:cNvPr>
          <p:cNvSpPr/>
          <p:nvPr userDrawn="1"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5" name="Freeform: Shape 1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B079B39-74DC-BAED-B65B-1512F0DCB57D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41700FE-C562-6334-412F-E466A01C6F6A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522817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CD9AE04-15A0-2C24-5822-A6BE8E81E9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54569" y="1460427"/>
            <a:ext cx="2134960" cy="21349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A8A2453-6A95-8312-2E3A-C282F62B1F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31474" y="2361520"/>
            <a:ext cx="2134960" cy="21349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D7B7C09-85B7-7E00-E222-6B55A867B8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85832" y="1831532"/>
            <a:ext cx="2134960" cy="21349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259292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FFAA-0341-6930-1CBA-38A17196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B0851-112E-685C-7C88-17B39A218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BBCDF-6E8B-A742-ECFF-D20190343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04455-120B-4AE6-5F4E-636B5BDB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82D2D-4144-380A-B6A7-97FD674D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5310C-4D74-99B4-00BF-EC436A5C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69893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3C32-8DEE-942B-D7EF-6D5B4470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361FA-D2F7-D416-8C95-560E80A89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F45CC-EF84-B627-F7ED-3A7C2A4A7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5BE22-8774-3D75-93D2-E6890F183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7A256-70A3-2BE3-9763-2AE0F1BE7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97632-26AE-C3F4-F735-4F32E233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83D58-D98F-7442-66DB-03BC165E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3818-1705-0E66-7284-9D03DA75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263464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9140-16DE-D7AD-25B1-9397D269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4A86C-0BEF-5FBB-34D1-3AFA8EA4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118C3-6241-5114-7472-82545B8E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9A935-5808-6FA8-6795-DBC30992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479237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6D104-91AE-7014-F45C-C8638C7C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FADF8-816A-E86E-1F5E-423EFE76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7C813-6761-C76C-B873-9BF66F91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8EC467C-D862-918D-E2ED-86B01BB4F326}"/>
              </a:ext>
            </a:extLst>
          </p:cNvPr>
          <p:cNvSpPr txBox="1">
            <a:spLocks/>
          </p:cNvSpPr>
          <p:nvPr userDrawn="1"/>
        </p:nvSpPr>
        <p:spPr>
          <a:xfrm>
            <a:off x="617262" y="6248942"/>
            <a:ext cx="534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ctr" defTabSz="914400" rtl="1" eaLnBrk="1" latinLnBrk="0" hangingPunct="1">
              <a:lnSpc>
                <a:spcPct val="150000"/>
              </a:lnSpc>
              <a:defRPr sz="2000" kern="1200" baseline="0">
                <a:solidFill>
                  <a:schemeClr val="tx1"/>
                </a:solidFill>
                <a:latin typeface="Estedad Black" panose="02000A03000000000000" pitchFamily="2" charset="-78"/>
                <a:ea typeface="+mn-ea"/>
                <a:cs typeface="Shabnam" panose="020B0603030804020204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14" name="Freeform: Shape 1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DBBB84-86D9-EC1A-67C0-4DB7F395FAF4}"/>
              </a:ext>
            </a:extLst>
          </p:cNvPr>
          <p:cNvSpPr/>
          <p:nvPr userDrawn="1"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816DF84-0ADC-D11C-79EF-9F5F0F626DDF}"/>
              </a:ext>
            </a:extLst>
          </p:cNvPr>
          <p:cNvSpPr/>
          <p:nvPr userDrawn="1"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6" name="Freeform: Shape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9C4129-93EE-DD20-37ED-7F8BCDAA4E8A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0A96AE-0DCA-C1AA-9584-0BED7CDBBD97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944490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DB76-95D9-F7F6-5FD0-F2B4184D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A950-B2FD-F64C-B4C3-9BA4EE2FF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A39B3-5912-B49E-ECF3-4EC8F929A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37F45-943F-6D5D-B520-2096AB86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A97EE-5FA0-82C9-981F-DEFB7BB4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0255D-A1A0-9694-7577-AAFD25C6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460924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4B38-CDE5-E5F6-985B-D51CBB6F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437C0-1725-0F08-95A5-0BC85ADCE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F5E99-FB20-1062-21E5-33FBCC3F4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3F5D33-3993-2F49-72AB-C605B736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>
            <a:lvl1pPr algn="ctr" rtl="1">
              <a:lnSpc>
                <a:spcPct val="150000"/>
              </a:lnSpc>
              <a:defRPr sz="2000" baseline="0">
                <a:solidFill>
                  <a:schemeClr val="tx1"/>
                </a:solidFill>
                <a:latin typeface="Estedad Black" panose="02000A03000000000000" pitchFamily="2" charset="-78"/>
                <a:cs typeface="Shabnam" panose="020B0603030804020204" pitchFamily="34" charset="-78"/>
              </a:defRPr>
            </a:lvl1pPr>
          </a:lstStyle>
          <a:p>
            <a:fld id="{5748C16B-DC67-42D7-A8C7-AF8F65DFA904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7" name="Freeform: Shape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D15DAA-6BD2-5A67-8AEB-D54DBC30E8FA}"/>
              </a:ext>
            </a:extLst>
          </p:cNvPr>
          <p:cNvSpPr/>
          <p:nvPr/>
        </p:nvSpPr>
        <p:spPr>
          <a:xfrm>
            <a:off x="106733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1D084DE-CB67-343E-46D0-B6CC62D57B2D}"/>
              </a:ext>
            </a:extLst>
          </p:cNvPr>
          <p:cNvSpPr/>
          <p:nvPr/>
        </p:nvSpPr>
        <p:spPr>
          <a:xfrm>
            <a:off x="1226935" y="6379109"/>
            <a:ext cx="180598" cy="175348"/>
          </a:xfrm>
          <a:custGeom>
            <a:avLst/>
            <a:gdLst>
              <a:gd name="connsiteX0" fmla="*/ 92399 w 180598"/>
              <a:gd name="connsiteY0" fmla="*/ 3150 h 175348"/>
              <a:gd name="connsiteX1" fmla="*/ 79799 w 180598"/>
              <a:gd name="connsiteY1" fmla="*/ 3150 h 175348"/>
              <a:gd name="connsiteX2" fmla="*/ 79799 w 180598"/>
              <a:gd name="connsiteY2" fmla="*/ 15750 h 175348"/>
              <a:gd name="connsiteX3" fmla="*/ 142798 w 180598"/>
              <a:gd name="connsiteY3" fmla="*/ 78749 h 175348"/>
              <a:gd name="connsiteX4" fmla="*/ 8400 w 180598"/>
              <a:gd name="connsiteY4" fmla="*/ 78749 h 175348"/>
              <a:gd name="connsiteX5" fmla="*/ 0 w 180598"/>
              <a:gd name="connsiteY5" fmla="*/ 87149 h 175348"/>
              <a:gd name="connsiteX6" fmla="*/ 8400 w 180598"/>
              <a:gd name="connsiteY6" fmla="*/ 95549 h 175348"/>
              <a:gd name="connsiteX7" fmla="*/ 146998 w 180598"/>
              <a:gd name="connsiteY7" fmla="*/ 95549 h 175348"/>
              <a:gd name="connsiteX8" fmla="*/ 83999 w 180598"/>
              <a:gd name="connsiteY8" fmla="*/ 158548 h 175348"/>
              <a:gd name="connsiteX9" fmla="*/ 83999 w 180598"/>
              <a:gd name="connsiteY9" fmla="*/ 171148 h 175348"/>
              <a:gd name="connsiteX10" fmla="*/ 92399 w 180598"/>
              <a:gd name="connsiteY10" fmla="*/ 175348 h 175348"/>
              <a:gd name="connsiteX11" fmla="*/ 100799 w 180598"/>
              <a:gd name="connsiteY11" fmla="*/ 171148 h 175348"/>
              <a:gd name="connsiteX12" fmla="*/ 180598 w 180598"/>
              <a:gd name="connsiteY12" fmla="*/ 91349 h 175348"/>
              <a:gd name="connsiteX13" fmla="*/ 92399 w 1805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98" h="175348">
                <a:moveTo>
                  <a:pt x="92399" y="3150"/>
                </a:moveTo>
                <a:cubicBezTo>
                  <a:pt x="88199" y="-1050"/>
                  <a:pt x="79799" y="-1050"/>
                  <a:pt x="79799" y="3150"/>
                </a:cubicBezTo>
                <a:cubicBezTo>
                  <a:pt x="75599" y="7350"/>
                  <a:pt x="75599" y="15750"/>
                  <a:pt x="79799" y="15750"/>
                </a:cubicBezTo>
                <a:lnTo>
                  <a:pt x="142798" y="78749"/>
                </a:lnTo>
                <a:lnTo>
                  <a:pt x="8400" y="78749"/>
                </a:lnTo>
                <a:cubicBezTo>
                  <a:pt x="4200" y="78749"/>
                  <a:pt x="0" y="82949"/>
                  <a:pt x="0" y="87149"/>
                </a:cubicBezTo>
                <a:cubicBezTo>
                  <a:pt x="0" y="91349"/>
                  <a:pt x="4200" y="95549"/>
                  <a:pt x="8400" y="95549"/>
                </a:cubicBezTo>
                <a:lnTo>
                  <a:pt x="146998" y="95549"/>
                </a:lnTo>
                <a:lnTo>
                  <a:pt x="83999" y="158548"/>
                </a:lnTo>
                <a:cubicBezTo>
                  <a:pt x="79799" y="162748"/>
                  <a:pt x="79799" y="166948"/>
                  <a:pt x="83999" y="171148"/>
                </a:cubicBezTo>
                <a:cubicBezTo>
                  <a:pt x="83999" y="171148"/>
                  <a:pt x="88199" y="175348"/>
                  <a:pt x="92399" y="175348"/>
                </a:cubicBezTo>
                <a:cubicBezTo>
                  <a:pt x="96599" y="175348"/>
                  <a:pt x="96599" y="175348"/>
                  <a:pt x="100799" y="171148"/>
                </a:cubicBezTo>
                <a:lnTo>
                  <a:pt x="180598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1" name="Freeform: Shape 1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3FAF4FC-FEEF-42B7-BE83-6B517EAA9E08}"/>
              </a:ext>
            </a:extLst>
          </p:cNvPr>
          <p:cNvSpPr/>
          <p:nvPr userDrawn="1"/>
        </p:nvSpPr>
        <p:spPr>
          <a:xfrm>
            <a:off x="193747" y="6218461"/>
            <a:ext cx="503994" cy="503995"/>
          </a:xfrm>
          <a:custGeom>
            <a:avLst/>
            <a:gdLst>
              <a:gd name="connsiteX0" fmla="*/ 503995 w 503994"/>
              <a:gd name="connsiteY0" fmla="*/ 251998 h 503995"/>
              <a:gd name="connsiteX1" fmla="*/ 251997 w 503994"/>
              <a:gd name="connsiteY1" fmla="*/ 503995 h 503995"/>
              <a:gd name="connsiteX2" fmla="*/ 0 w 503994"/>
              <a:gd name="connsiteY2" fmla="*/ 251998 h 503995"/>
              <a:gd name="connsiteX3" fmla="*/ 251997 w 503994"/>
              <a:gd name="connsiteY3" fmla="*/ 0 h 503995"/>
              <a:gd name="connsiteX4" fmla="*/ 503995 w 503994"/>
              <a:gd name="connsiteY4" fmla="*/ 251998 h 50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4" h="503995">
                <a:moveTo>
                  <a:pt x="503995" y="251998"/>
                </a:moveTo>
                <a:cubicBezTo>
                  <a:pt x="503995" y="391172"/>
                  <a:pt x="391172" y="503995"/>
                  <a:pt x="251997" y="503995"/>
                </a:cubicBezTo>
                <a:cubicBezTo>
                  <a:pt x="112823" y="503995"/>
                  <a:pt x="0" y="391172"/>
                  <a:pt x="0" y="251998"/>
                </a:cubicBezTo>
                <a:cubicBezTo>
                  <a:pt x="0" y="112823"/>
                  <a:pt x="112823" y="0"/>
                  <a:pt x="251997" y="0"/>
                </a:cubicBezTo>
                <a:cubicBezTo>
                  <a:pt x="391172" y="0"/>
                  <a:pt x="503995" y="112823"/>
                  <a:pt x="503995" y="251998"/>
                </a:cubicBezTo>
                <a:close/>
              </a:path>
            </a:pathLst>
          </a:custGeom>
          <a:solidFill>
            <a:schemeClr val="accent1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E479A7-6FE4-029C-F9C5-3D6C0A97680C}"/>
              </a:ext>
            </a:extLst>
          </p:cNvPr>
          <p:cNvSpPr/>
          <p:nvPr userDrawn="1"/>
        </p:nvSpPr>
        <p:spPr>
          <a:xfrm>
            <a:off x="357545" y="6379109"/>
            <a:ext cx="184798" cy="175348"/>
          </a:xfrm>
          <a:custGeom>
            <a:avLst/>
            <a:gdLst>
              <a:gd name="connsiteX0" fmla="*/ 92399 w 184798"/>
              <a:gd name="connsiteY0" fmla="*/ 3150 h 175348"/>
              <a:gd name="connsiteX1" fmla="*/ 104999 w 184798"/>
              <a:gd name="connsiteY1" fmla="*/ 3150 h 175348"/>
              <a:gd name="connsiteX2" fmla="*/ 104999 w 184798"/>
              <a:gd name="connsiteY2" fmla="*/ 15750 h 175348"/>
              <a:gd name="connsiteX3" fmla="*/ 42000 w 184798"/>
              <a:gd name="connsiteY3" fmla="*/ 78749 h 175348"/>
              <a:gd name="connsiteX4" fmla="*/ 176398 w 184798"/>
              <a:gd name="connsiteY4" fmla="*/ 78749 h 175348"/>
              <a:gd name="connsiteX5" fmla="*/ 184798 w 184798"/>
              <a:gd name="connsiteY5" fmla="*/ 87149 h 175348"/>
              <a:gd name="connsiteX6" fmla="*/ 176398 w 184798"/>
              <a:gd name="connsiteY6" fmla="*/ 95549 h 175348"/>
              <a:gd name="connsiteX7" fmla="*/ 42000 w 184798"/>
              <a:gd name="connsiteY7" fmla="*/ 95549 h 175348"/>
              <a:gd name="connsiteX8" fmla="*/ 104999 w 184798"/>
              <a:gd name="connsiteY8" fmla="*/ 158548 h 175348"/>
              <a:gd name="connsiteX9" fmla="*/ 104999 w 184798"/>
              <a:gd name="connsiteY9" fmla="*/ 171148 h 175348"/>
              <a:gd name="connsiteX10" fmla="*/ 96599 w 184798"/>
              <a:gd name="connsiteY10" fmla="*/ 175348 h 175348"/>
              <a:gd name="connsiteX11" fmla="*/ 88199 w 184798"/>
              <a:gd name="connsiteY11" fmla="*/ 171148 h 175348"/>
              <a:gd name="connsiteX12" fmla="*/ 0 w 184798"/>
              <a:gd name="connsiteY12" fmla="*/ 91349 h 175348"/>
              <a:gd name="connsiteX13" fmla="*/ 92399 w 184798"/>
              <a:gd name="connsiteY13" fmla="*/ 3150 h 17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4798" h="175348">
                <a:moveTo>
                  <a:pt x="92399" y="3150"/>
                </a:moveTo>
                <a:cubicBezTo>
                  <a:pt x="96599" y="-1050"/>
                  <a:pt x="104999" y="-1050"/>
                  <a:pt x="104999" y="3150"/>
                </a:cubicBezTo>
                <a:cubicBezTo>
                  <a:pt x="109199" y="7350"/>
                  <a:pt x="109199" y="15750"/>
                  <a:pt x="104999" y="15750"/>
                </a:cubicBezTo>
                <a:lnTo>
                  <a:pt x="42000" y="78749"/>
                </a:lnTo>
                <a:lnTo>
                  <a:pt x="176398" y="78749"/>
                </a:lnTo>
                <a:cubicBezTo>
                  <a:pt x="180598" y="78749"/>
                  <a:pt x="184798" y="82949"/>
                  <a:pt x="184798" y="87149"/>
                </a:cubicBezTo>
                <a:cubicBezTo>
                  <a:pt x="184798" y="91349"/>
                  <a:pt x="180598" y="95549"/>
                  <a:pt x="176398" y="95549"/>
                </a:cubicBezTo>
                <a:lnTo>
                  <a:pt x="42000" y="95549"/>
                </a:lnTo>
                <a:lnTo>
                  <a:pt x="104999" y="158548"/>
                </a:lnTo>
                <a:cubicBezTo>
                  <a:pt x="109199" y="162748"/>
                  <a:pt x="109199" y="166948"/>
                  <a:pt x="104999" y="171148"/>
                </a:cubicBezTo>
                <a:cubicBezTo>
                  <a:pt x="104999" y="171148"/>
                  <a:pt x="100799" y="175348"/>
                  <a:pt x="96599" y="175348"/>
                </a:cubicBezTo>
                <a:cubicBezTo>
                  <a:pt x="92399" y="175348"/>
                  <a:pt x="92399" y="175348"/>
                  <a:pt x="88199" y="171148"/>
                </a:cubicBezTo>
                <a:lnTo>
                  <a:pt x="0" y="91349"/>
                </a:lnTo>
                <a:lnTo>
                  <a:pt x="92399" y="3150"/>
                </a:lnTo>
                <a:close/>
              </a:path>
            </a:pathLst>
          </a:custGeom>
          <a:solidFill>
            <a:srgbClr val="FFFFFF"/>
          </a:solidFill>
          <a:ln w="41852" cap="flat">
            <a:noFill/>
            <a:prstDash val="solid"/>
            <a:miter/>
          </a:ln>
        </p:spPr>
        <p:txBody>
          <a:bodyPr rtlCol="1" anchor="ctr"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69337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82A8-A689-A55F-9BF8-443FC2E8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C52D7-3E14-1478-76CD-E749B40C2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59DC-1A0B-C024-EA4A-6AC60A4B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75F3-4EF4-D8B1-00BA-4BDE44A6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32387-2B82-AE61-1E55-8B97417E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11901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2FBB6-4F4A-CBF9-95CA-2DEE3E010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0C079-54B6-0372-07BB-9C38790DC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CF47D-9BEE-0B72-18B6-67E61E45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B138-490A-3123-E90B-3E847840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79833-7442-7542-E8BA-9E803D08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643408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CB93-3326-EA2E-CEDB-FE6D1269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2B38B-FCE1-B4F3-A481-7F49A909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62E4F-EABD-B689-A327-43E913B8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09176-C119-4753-965A-28D4C4AAFEF3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6249E-27D0-E2DC-E4ED-E5345D6F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3B794-3368-26AB-6A22-2563C23B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5B0E-A0CB-4D43-B234-CCE7CF95179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815012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C5ABE-D29C-4BAF-A501-FD955287D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AD51A9-C238-48F2-852A-6143A6F53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D3C09C-5D53-4B64-860D-CD0CB717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2140-7C38-4E47-B279-2F6BB0CC8954}" type="datetimeFigureOut">
              <a:rPr lang="es-PA" smtClean="0"/>
              <a:t>02/17/2026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2D5102-CFE4-4B6F-BF87-BF2A7F3F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7D85B-D197-46B8-AA50-D5A1C79F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A5A7D-6AFE-45A9-9E21-A6EC86F9E258}" type="slidenum">
              <a:rPr lang="es-PA" smtClean="0"/>
              <a:t>‹#›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7329693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2B0885C-37DB-4E05-B83F-7AE7AD4653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6331" y="732407"/>
            <a:ext cx="9898715" cy="29235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YOUR SHORT TEXT IN HERE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4F1ED6C-045B-49CB-90EF-AD99C48C6E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2883" y="967839"/>
            <a:ext cx="10159151" cy="4953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200" b="1">
                <a:solidFill>
                  <a:schemeClr val="tx2"/>
                </a:solidFill>
                <a:latin typeface="Raleway" panose="020B05030301010600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pPr lvl="0"/>
            <a:r>
              <a:rPr lang="en-US" dirty="0"/>
              <a:t>INSERT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24414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B0495-34CE-5427-F0C3-AC52B3774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27191-67FA-8D59-6E51-DFC87FF9D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C9730-4266-D009-F977-F6487380F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2EA1D-D542-EF04-7DFA-920B72E19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A5B43-CB20-7691-AE69-DD8001D8C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3893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B0495-34CE-5427-F0C3-AC52B3774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27191-67FA-8D59-6E51-DFC87FF9D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C9730-4266-D009-F977-F6487380F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F2911-4FEB-4C79-A673-49B1B0774357}" type="datetimeFigureOut">
              <a:rPr lang="fa-IR" smtClean="0"/>
              <a:t>01/09/1447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2EA1D-D542-EF04-7DFA-920B72E19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A5B43-CB20-7691-AE69-DD8001D8C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8C16B-DC67-42D7-A8C7-AF8F65DFA90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4947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40.svg"/><Relationship Id="rId3" Type="http://schemas.openxmlformats.org/officeDocument/2006/relationships/slide" Target="slide12.xml"/><Relationship Id="rId7" Type="http://schemas.openxmlformats.org/officeDocument/2006/relationships/slide" Target="slide6.xml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11" Type="http://schemas.openxmlformats.org/officeDocument/2006/relationships/image" Target="../media/image34.svg"/><Relationship Id="rId5" Type="http://schemas.openxmlformats.org/officeDocument/2006/relationships/image" Target="../media/image29.png"/><Relationship Id="rId15" Type="http://schemas.openxmlformats.org/officeDocument/2006/relationships/image" Target="../media/image37.png"/><Relationship Id="rId10" Type="http://schemas.openxmlformats.org/officeDocument/2006/relationships/image" Target="../media/image33.png"/><Relationship Id="rId4" Type="http://schemas.openxmlformats.org/officeDocument/2006/relationships/slide" Target="slide14.xml"/><Relationship Id="rId9" Type="http://schemas.openxmlformats.org/officeDocument/2006/relationships/image" Target="../media/image32.svg"/><Relationship Id="rId1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19.png"/><Relationship Id="rId26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image" Target="../media/image13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1.xml"/><Relationship Id="rId25" Type="http://schemas.openxmlformats.org/officeDocument/2006/relationships/slide" Target="slide6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.svg"/><Relationship Id="rId20" Type="http://schemas.openxmlformats.org/officeDocument/2006/relationships/slide" Target="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image" Target="../media/image16.sv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slide" Target="slide12.xml"/><Relationship Id="rId10" Type="http://schemas.openxmlformats.org/officeDocument/2006/relationships/image" Target="../media/image8.svg"/><Relationship Id="rId19" Type="http://schemas.openxmlformats.org/officeDocument/2006/relationships/image" Target="../media/image2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4.svg"/><Relationship Id="rId27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21.png"/><Relationship Id="rId26" Type="http://schemas.openxmlformats.org/officeDocument/2006/relationships/image" Target="../media/image44.svg"/><Relationship Id="rId3" Type="http://schemas.openxmlformats.org/officeDocument/2006/relationships/image" Target="../media/image1.png"/><Relationship Id="rId21" Type="http://schemas.openxmlformats.org/officeDocument/2006/relationships/image" Target="../media/image14.sv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4.xml"/><Relationship Id="rId25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.sv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slide" Target="slide12.xml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6.svg"/><Relationship Id="rId10" Type="http://schemas.openxmlformats.org/officeDocument/2006/relationships/image" Target="../media/image8.svg"/><Relationship Id="rId19" Type="http://schemas.openxmlformats.org/officeDocument/2006/relationships/image" Target="../media/image23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21.png"/><Relationship Id="rId26" Type="http://schemas.openxmlformats.org/officeDocument/2006/relationships/image" Target="../media/image46.png"/><Relationship Id="rId3" Type="http://schemas.openxmlformats.org/officeDocument/2006/relationships/image" Target="../media/image1.png"/><Relationship Id="rId21" Type="http://schemas.openxmlformats.org/officeDocument/2006/relationships/image" Target="../media/image14.sv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4.xml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.sv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slide" Target="slide12.xml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6.svg"/><Relationship Id="rId28" Type="http://schemas.openxmlformats.org/officeDocument/2006/relationships/image" Target="../media/image48.png"/><Relationship Id="rId10" Type="http://schemas.openxmlformats.org/officeDocument/2006/relationships/image" Target="../media/image8.svg"/><Relationship Id="rId19" Type="http://schemas.openxmlformats.org/officeDocument/2006/relationships/image" Target="../media/image23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5.png"/><Relationship Id="rId27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21.png"/><Relationship Id="rId26" Type="http://schemas.openxmlformats.org/officeDocument/2006/relationships/image" Target="../media/image44.svg"/><Relationship Id="rId3" Type="http://schemas.openxmlformats.org/officeDocument/2006/relationships/image" Target="../media/image1.png"/><Relationship Id="rId21" Type="http://schemas.openxmlformats.org/officeDocument/2006/relationships/image" Target="../media/image14.sv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4.xml"/><Relationship Id="rId25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.sv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slide" Target="slide12.xml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6.svg"/><Relationship Id="rId10" Type="http://schemas.openxmlformats.org/officeDocument/2006/relationships/image" Target="../media/image8.svg"/><Relationship Id="rId19" Type="http://schemas.openxmlformats.org/officeDocument/2006/relationships/image" Target="../media/image23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5.png"/><Relationship Id="rId27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10.svg"/><Relationship Id="rId18" Type="http://schemas.openxmlformats.org/officeDocument/2006/relationships/image" Target="../media/image21.png"/><Relationship Id="rId26" Type="http://schemas.openxmlformats.org/officeDocument/2006/relationships/image" Target="../media/image18.svg"/><Relationship Id="rId3" Type="http://schemas.openxmlformats.org/officeDocument/2006/relationships/image" Target="../media/image1.png"/><Relationship Id="rId21" Type="http://schemas.openxmlformats.org/officeDocument/2006/relationships/image" Target="../media/image13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7.xml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.svg"/><Relationship Id="rId20" Type="http://schemas.openxmlformats.org/officeDocument/2006/relationships/slide" Target="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slide" Target="slide6.xml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slide" Target="slide12.xml"/><Relationship Id="rId10" Type="http://schemas.openxmlformats.org/officeDocument/2006/relationships/image" Target="../media/image8.svg"/><Relationship Id="rId19" Type="http://schemas.openxmlformats.org/officeDocument/2006/relationships/image" Target="../media/image25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4.svg"/><Relationship Id="rId27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10.svg"/><Relationship Id="rId18" Type="http://schemas.openxmlformats.org/officeDocument/2006/relationships/image" Target="../media/image21.png"/><Relationship Id="rId26" Type="http://schemas.openxmlformats.org/officeDocument/2006/relationships/image" Target="../media/image18.svg"/><Relationship Id="rId3" Type="http://schemas.openxmlformats.org/officeDocument/2006/relationships/image" Target="../media/image1.png"/><Relationship Id="rId21" Type="http://schemas.openxmlformats.org/officeDocument/2006/relationships/image" Target="../media/image13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7.xml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.svg"/><Relationship Id="rId20" Type="http://schemas.openxmlformats.org/officeDocument/2006/relationships/slide" Target="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slide" Target="slide6.xml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slide" Target="slide12.xml"/><Relationship Id="rId10" Type="http://schemas.openxmlformats.org/officeDocument/2006/relationships/image" Target="../media/image8.svg"/><Relationship Id="rId19" Type="http://schemas.openxmlformats.org/officeDocument/2006/relationships/image" Target="../media/image25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4.svg"/><Relationship Id="rId27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10.svg"/><Relationship Id="rId18" Type="http://schemas.openxmlformats.org/officeDocument/2006/relationships/image" Target="../media/image21.png"/><Relationship Id="rId26" Type="http://schemas.openxmlformats.org/officeDocument/2006/relationships/image" Target="../media/image18.svg"/><Relationship Id="rId3" Type="http://schemas.openxmlformats.org/officeDocument/2006/relationships/image" Target="../media/image1.png"/><Relationship Id="rId21" Type="http://schemas.openxmlformats.org/officeDocument/2006/relationships/image" Target="../media/image13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7.xml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.svg"/><Relationship Id="rId20" Type="http://schemas.openxmlformats.org/officeDocument/2006/relationships/slide" Target="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slide" Target="slide6.xml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slide" Target="slide12.xml"/><Relationship Id="rId28" Type="http://schemas.openxmlformats.org/officeDocument/2006/relationships/image" Target="../media/image53.png"/><Relationship Id="rId10" Type="http://schemas.openxmlformats.org/officeDocument/2006/relationships/image" Target="../media/image8.svg"/><Relationship Id="rId19" Type="http://schemas.openxmlformats.org/officeDocument/2006/relationships/image" Target="../media/image25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4.svg"/><Relationship Id="rId27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13.png"/><Relationship Id="rId26" Type="http://schemas.openxmlformats.org/officeDocument/2006/relationships/image" Target="../media/image54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14.xml"/><Relationship Id="rId25" Type="http://schemas.openxmlformats.org/officeDocument/2006/relationships/image" Target="../media/image18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2.svg"/><Relationship Id="rId20" Type="http://schemas.openxmlformats.org/officeDocument/2006/relationships/slide" Target="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image" Target="../media/image17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slide" Target="slide6.xml"/><Relationship Id="rId10" Type="http://schemas.openxmlformats.org/officeDocument/2006/relationships/image" Target="../media/image8.svg"/><Relationship Id="rId19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6.svg"/><Relationship Id="rId27" Type="http://schemas.openxmlformats.org/officeDocument/2006/relationships/image" Target="../media/image5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13.png"/><Relationship Id="rId26" Type="http://schemas.openxmlformats.org/officeDocument/2006/relationships/image" Target="../media/image56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slide" Target="slide14.xml"/><Relationship Id="rId25" Type="http://schemas.openxmlformats.org/officeDocument/2006/relationships/image" Target="../media/image18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2.svg"/><Relationship Id="rId20" Type="http://schemas.openxmlformats.org/officeDocument/2006/relationships/slide" Target="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image" Target="../media/image17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slide" Target="slide6.xml"/><Relationship Id="rId10" Type="http://schemas.openxmlformats.org/officeDocument/2006/relationships/image" Target="../media/image8.svg"/><Relationship Id="rId19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26.svg"/><Relationship Id="rId3" Type="http://schemas.openxmlformats.org/officeDocument/2006/relationships/image" Target="../media/image1.png"/><Relationship Id="rId21" Type="http://schemas.openxmlformats.org/officeDocument/2006/relationships/image" Target="../media/image16.sv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.sv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image" Target="../media/image18.sv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7.png"/><Relationship Id="rId10" Type="http://schemas.openxmlformats.org/officeDocument/2006/relationships/image" Target="../media/image8.svg"/><Relationship Id="rId19" Type="http://schemas.openxmlformats.org/officeDocument/2006/relationships/slide" Target="slide12.xml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26.svg"/><Relationship Id="rId26" Type="http://schemas.openxmlformats.org/officeDocument/2006/relationships/hyperlink" Target="https://github.com/alihmadi80/ADSP-CZT-Radar.git" TargetMode="External"/><Relationship Id="rId3" Type="http://schemas.openxmlformats.org/officeDocument/2006/relationships/image" Target="../media/image1.png"/><Relationship Id="rId21" Type="http://schemas.openxmlformats.org/officeDocument/2006/relationships/image" Target="../media/image16.sv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21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2.sv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slide" Target="slide13.xml"/><Relationship Id="rId24" Type="http://schemas.openxmlformats.org/officeDocument/2006/relationships/image" Target="../media/image18.sv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7.png"/><Relationship Id="rId10" Type="http://schemas.openxmlformats.org/officeDocument/2006/relationships/image" Target="../media/image8.svg"/><Relationship Id="rId19" Type="http://schemas.openxmlformats.org/officeDocument/2006/relationships/slide" Target="slide12.xml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slide" Target="slide3.xml"/><Relationship Id="rId22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مستطیل">
            <a:extLst>
              <a:ext uri="{FF2B5EF4-FFF2-40B4-BE49-F238E27FC236}">
                <a16:creationId xmlns:a16="http://schemas.microsoft.com/office/drawing/2014/main" id="{8974D633-DF04-F474-4607-6EB80EA9B6CA}"/>
              </a:ext>
            </a:extLst>
          </p:cNvPr>
          <p:cNvSpPr/>
          <p:nvPr/>
        </p:nvSpPr>
        <p:spPr>
          <a:xfrm>
            <a:off x="0" y="3230880"/>
            <a:ext cx="12192000" cy="3627120"/>
          </a:xfrm>
          <a:prstGeom prst="rect">
            <a:avLst/>
          </a:prstGeom>
          <a:solidFill>
            <a:schemeClr val="accent1"/>
          </a:solidFill>
          <a:ln w="9525" cap="flat">
            <a:solidFill>
              <a:schemeClr val="accent1"/>
            </a:solidFill>
            <a:prstDash val="solid"/>
            <a:miter/>
          </a:ln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habnam" panose="020B0603030804020204" pitchFamily="34" charset="-78"/>
              <a:ea typeface="+mn-ea"/>
              <a:cs typeface="B Nazanin" panose="00000400000000000000" pitchFamily="2" charset="-78"/>
            </a:endParaRPr>
          </a:p>
        </p:txBody>
      </p:sp>
      <p:pic>
        <p:nvPicPr>
          <p:cNvPr id="2" name="!!pic">
            <a:extLst>
              <a:ext uri="{FF2B5EF4-FFF2-40B4-BE49-F238E27FC236}">
                <a16:creationId xmlns:a16="http://schemas.microsoft.com/office/drawing/2014/main" id="{46756A3E-3756-1BF4-4E9E-B0457507C7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9" b="38268"/>
          <a:stretch/>
        </p:blipFill>
        <p:spPr>
          <a:xfrm>
            <a:off x="0" y="-291950"/>
            <a:ext cx="11945073" cy="39842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66BB34-1FD5-42FC-240E-FE0F53064E4B}"/>
              </a:ext>
            </a:extLst>
          </p:cNvPr>
          <p:cNvSpPr/>
          <p:nvPr/>
        </p:nvSpPr>
        <p:spPr>
          <a:xfrm>
            <a:off x="3324700" y="4780793"/>
            <a:ext cx="5542596" cy="6848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نام و نام خانوادگی: علی احمدی احمدآبادی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31673-03C4-DE33-CF9F-F5F8C8F5B0A7}"/>
              </a:ext>
            </a:extLst>
          </p:cNvPr>
          <p:cNvSpPr/>
          <p:nvPr/>
        </p:nvSpPr>
        <p:spPr>
          <a:xfrm>
            <a:off x="1331087" y="3174613"/>
            <a:ext cx="9549113" cy="16850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عنوان : زوم طیفی با رزولوشن بالا برای حسگری رادار با استفاده از تبدیل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Chirp-Z</a:t>
            </a:r>
            <a:endParaRPr kumimoji="0" lang="fa-IR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6BB34-1FD5-42FC-240E-FE0F53064E4B}"/>
              </a:ext>
            </a:extLst>
          </p:cNvPr>
          <p:cNvSpPr/>
          <p:nvPr/>
        </p:nvSpPr>
        <p:spPr>
          <a:xfrm>
            <a:off x="3950477" y="5343898"/>
            <a:ext cx="4310334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شماره دانشجویی: </a:t>
            </a: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B Nazanin" panose="00000400000000000000" pitchFamily="2" charset="-78"/>
              </a:rPr>
              <a:t>40301284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8AC1C5-7BEC-79E3-50EE-02D0C8E22AAE}"/>
              </a:ext>
            </a:extLst>
          </p:cNvPr>
          <p:cNvSpPr/>
          <p:nvPr/>
        </p:nvSpPr>
        <p:spPr>
          <a:xfrm>
            <a:off x="3375403" y="5963346"/>
            <a:ext cx="5441190" cy="6848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استاد درس: </a:t>
            </a:r>
            <a:r>
              <a:rPr kumimoji="0" lang="fa-I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دکتر </a:t>
            </a:r>
            <a:r>
              <a:rPr lang="fa-IR" sz="2200" dirty="0">
                <a:solidFill>
                  <a:prstClr val="white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محمدعلی جمشیدی</a:t>
            </a:r>
            <a:endParaRPr kumimoji="0" lang="fa-IR" sz="2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00" y="348368"/>
            <a:ext cx="2255935" cy="225593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50223"/>
            <a:ext cx="10102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B Nazanin" panose="00000400000000000000" pitchFamily="2" charset="-78"/>
              </a:rPr>
              <a:t>زمستان 1404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1343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C07193D-B9FF-4DF8-97DC-194016B8B012}"/>
              </a:ext>
            </a:extLst>
          </p:cNvPr>
          <p:cNvGrpSpPr/>
          <p:nvPr/>
        </p:nvGrpSpPr>
        <p:grpSpPr>
          <a:xfrm>
            <a:off x="1121385" y="3485703"/>
            <a:ext cx="1080000" cy="1080000"/>
            <a:chOff x="1147917" y="5777322"/>
            <a:chExt cx="792000" cy="792000"/>
          </a:xfrm>
        </p:grpSpPr>
        <p:sp>
          <p:nvSpPr>
            <p:cNvPr id="18" name="Oval 17">
              <a:hlinkClick r:id="rId3" action="ppaction://hlinksldjump"/>
              <a:extLst>
                <a:ext uri="{FF2B5EF4-FFF2-40B4-BE49-F238E27FC236}">
                  <a16:creationId xmlns:a16="http://schemas.microsoft.com/office/drawing/2014/main" id="{ED59D500-8462-4109-A5C9-7B96512A28AE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0" name="Graphic 19">
              <a:hlinkClick r:id="rId4" action="ppaction://hlinksldjump"/>
              <a:extLst>
                <a:ext uri="{FF2B5EF4-FFF2-40B4-BE49-F238E27FC236}">
                  <a16:creationId xmlns:a16="http://schemas.microsoft.com/office/drawing/2014/main" id="{9FB67888-0405-4360-8A92-56E1232FA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7B77CE-10F2-4403-B940-B4ABA55A30E9}"/>
              </a:ext>
            </a:extLst>
          </p:cNvPr>
          <p:cNvGrpSpPr/>
          <p:nvPr/>
        </p:nvGrpSpPr>
        <p:grpSpPr>
          <a:xfrm>
            <a:off x="4632907" y="3485703"/>
            <a:ext cx="1080000" cy="1080000"/>
            <a:chOff x="1147917" y="3581865"/>
            <a:chExt cx="792000" cy="792000"/>
          </a:xfrm>
        </p:grpSpPr>
        <p:sp>
          <p:nvSpPr>
            <p:cNvPr id="16" name="Oval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5443E66C-62A7-465A-BC4D-851222D8B269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1" name="Graphic 20">
              <a:hlinkClick r:id="" action="ppaction://noaction"/>
              <a:extLst>
                <a:ext uri="{FF2B5EF4-FFF2-40B4-BE49-F238E27FC236}">
                  <a16:creationId xmlns:a16="http://schemas.microsoft.com/office/drawing/2014/main" id="{F0C52DB7-8B25-4D74-9F03-5D0E6531C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D890E8-5059-4DBB-9E55-9D2A6441262F}"/>
              </a:ext>
            </a:extLst>
          </p:cNvPr>
          <p:cNvGrpSpPr/>
          <p:nvPr/>
        </p:nvGrpSpPr>
        <p:grpSpPr>
          <a:xfrm>
            <a:off x="6388667" y="3485703"/>
            <a:ext cx="1080000" cy="1080000"/>
            <a:chOff x="1147917" y="2484136"/>
            <a:chExt cx="792000" cy="792000"/>
          </a:xfrm>
        </p:grpSpPr>
        <p:sp>
          <p:nvSpPr>
            <p:cNvPr id="14" name="Oval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4188D184-1153-4C85-A5B8-FF8EB8D77CB8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2" name="Graphic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557706BE-D12B-4EB3-B412-04DE60B61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sp>
        <p:nvSpPr>
          <p:cNvPr id="959" name="TextBox 958">
            <a:extLst>
              <a:ext uri="{FF2B5EF4-FFF2-40B4-BE49-F238E27FC236}">
                <a16:creationId xmlns:a16="http://schemas.microsoft.com/office/drawing/2014/main" id="{6F523616-B79C-4C8B-80C1-8F1033272039}"/>
              </a:ext>
            </a:extLst>
          </p:cNvPr>
          <p:cNvSpPr txBox="1"/>
          <p:nvPr/>
        </p:nvSpPr>
        <p:spPr>
          <a:xfrm>
            <a:off x="3891517" y="702207"/>
            <a:ext cx="4408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فهرست مطالب ارائه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006" name="Freeform: Shape 1005">
            <a:extLst>
              <a:ext uri="{FF2B5EF4-FFF2-40B4-BE49-F238E27FC236}">
                <a16:creationId xmlns:a16="http://schemas.microsoft.com/office/drawing/2014/main" id="{CBFEAC06-730B-4A2E-A038-2427A04853B9}"/>
              </a:ext>
            </a:extLst>
          </p:cNvPr>
          <p:cNvSpPr/>
          <p:nvPr/>
        </p:nvSpPr>
        <p:spPr>
          <a:xfrm rot="16620896">
            <a:off x="6010926" y="276960"/>
            <a:ext cx="312372" cy="2518076"/>
          </a:xfrm>
          <a:custGeom>
            <a:avLst/>
            <a:gdLst>
              <a:gd name="connsiteX0" fmla="*/ 35354 w 334354"/>
              <a:gd name="connsiteY0" fmla="*/ 79185 h 947777"/>
              <a:gd name="connsiteX1" fmla="*/ 301339 w 334354"/>
              <a:gd name="connsiteY1" fmla="*/ 915629 h 947777"/>
              <a:gd name="connsiteX2" fmla="*/ 316660 w 334354"/>
              <a:gd name="connsiteY2" fmla="*/ 910603 h 947777"/>
              <a:gd name="connsiteX3" fmla="*/ 175272 w 334354"/>
              <a:gd name="connsiteY3" fmla="*/ 488153 h 947777"/>
              <a:gd name="connsiteX4" fmla="*/ 102647 w 334354"/>
              <a:gd name="connsiteY4" fmla="*/ 267214 h 947777"/>
              <a:gd name="connsiteX5" fmla="*/ 31431 w 334354"/>
              <a:gd name="connsiteY5" fmla="*/ 56632 h 947777"/>
              <a:gd name="connsiteX6" fmla="*/ 15681 w 334354"/>
              <a:gd name="connsiteY6" fmla="*/ 64170 h 947777"/>
              <a:gd name="connsiteX7" fmla="*/ 155537 w 334354"/>
              <a:gd name="connsiteY7" fmla="*/ 483495 h 947777"/>
              <a:gd name="connsiteX8" fmla="*/ 317335 w 334354"/>
              <a:gd name="connsiteY8" fmla="*/ 923902 h 947777"/>
              <a:gd name="connsiteX9" fmla="*/ 333698 w 334354"/>
              <a:gd name="connsiteY9" fmla="*/ 918509 h 947777"/>
              <a:gd name="connsiteX10" fmla="*/ 72187 w 334354"/>
              <a:gd name="connsiteY10" fmla="*/ 108971 h 947777"/>
              <a:gd name="connsiteX11" fmla="*/ 54904 w 334354"/>
              <a:gd name="connsiteY11" fmla="*/ 112280 h 947777"/>
              <a:gd name="connsiteX12" fmla="*/ 178765 w 334354"/>
              <a:gd name="connsiteY12" fmla="*/ 552381 h 947777"/>
              <a:gd name="connsiteX13" fmla="*/ 242871 w 334354"/>
              <a:gd name="connsiteY13" fmla="*/ 771788 h 947777"/>
              <a:gd name="connsiteX14" fmla="*/ 274005 w 334354"/>
              <a:gd name="connsiteY14" fmla="*/ 858693 h 947777"/>
              <a:gd name="connsiteX15" fmla="*/ 306242 w 334354"/>
              <a:gd name="connsiteY15" fmla="*/ 936160 h 947777"/>
              <a:gd name="connsiteX16" fmla="*/ 322299 w 334354"/>
              <a:gd name="connsiteY16" fmla="*/ 935302 h 947777"/>
              <a:gd name="connsiteX17" fmla="*/ 153086 w 334354"/>
              <a:gd name="connsiteY17" fmla="*/ 486069 h 947777"/>
              <a:gd name="connsiteX18" fmla="*/ 73413 w 334354"/>
              <a:gd name="connsiteY18" fmla="*/ 265436 h 947777"/>
              <a:gd name="connsiteX19" fmla="*/ 16906 w 334354"/>
              <a:gd name="connsiteY19" fmla="*/ 45600 h 947777"/>
              <a:gd name="connsiteX20" fmla="*/ 788 w 334354"/>
              <a:gd name="connsiteY20" fmla="*/ 50871 h 947777"/>
              <a:gd name="connsiteX21" fmla="*/ 84567 w 334354"/>
              <a:gd name="connsiteY21" fmla="*/ 291422 h 947777"/>
              <a:gd name="connsiteX22" fmla="*/ 100256 w 334354"/>
              <a:gd name="connsiteY22" fmla="*/ 286274 h 947777"/>
              <a:gd name="connsiteX23" fmla="*/ 21503 w 334354"/>
              <a:gd name="connsiteY23" fmla="*/ 6193 h 947777"/>
              <a:gd name="connsiteX24" fmla="*/ 4833 w 334354"/>
              <a:gd name="connsiteY24" fmla="*/ 9380 h 947777"/>
              <a:gd name="connsiteX25" fmla="*/ 49327 w 334354"/>
              <a:gd name="connsiteY25" fmla="*/ 125825 h 947777"/>
              <a:gd name="connsiteX26" fmla="*/ 65445 w 334354"/>
              <a:gd name="connsiteY26" fmla="*/ 120493 h 947777"/>
              <a:gd name="connsiteX27" fmla="*/ 33760 w 334354"/>
              <a:gd name="connsiteY27" fmla="*/ 10912 h 947777"/>
              <a:gd name="connsiteX28" fmla="*/ 17458 w 334354"/>
              <a:gd name="connsiteY28" fmla="*/ 14038 h 947777"/>
              <a:gd name="connsiteX29" fmla="*/ 49021 w 334354"/>
              <a:gd name="connsiteY29" fmla="*/ 123741 h 947777"/>
              <a:gd name="connsiteX30" fmla="*/ 65139 w 334354"/>
              <a:gd name="connsiteY30" fmla="*/ 118409 h 947777"/>
              <a:gd name="connsiteX31" fmla="*/ 21503 w 334354"/>
              <a:gd name="connsiteY31" fmla="*/ 6193 h 947777"/>
              <a:gd name="connsiteX32" fmla="*/ 10980 w 334354"/>
              <a:gd name="connsiteY32" fmla="*/ 327 h 947777"/>
              <a:gd name="connsiteX33" fmla="*/ 4833 w 334354"/>
              <a:gd name="connsiteY33" fmla="*/ 9380 h 947777"/>
              <a:gd name="connsiteX34" fmla="*/ 85241 w 334354"/>
              <a:gd name="connsiteY34" fmla="*/ 293506 h 947777"/>
              <a:gd name="connsiteX35" fmla="*/ 96390 w 334354"/>
              <a:gd name="connsiteY35" fmla="*/ 297334 h 947777"/>
              <a:gd name="connsiteX36" fmla="*/ 100930 w 334354"/>
              <a:gd name="connsiteY36" fmla="*/ 288358 h 947777"/>
              <a:gd name="connsiteX37" fmla="*/ 16232 w 334354"/>
              <a:gd name="connsiteY37" fmla="*/ 43578 h 947777"/>
              <a:gd name="connsiteX38" fmla="*/ 4698 w 334354"/>
              <a:gd name="connsiteY38" fmla="*/ 39810 h 947777"/>
              <a:gd name="connsiteX39" fmla="*/ 113 w 334354"/>
              <a:gd name="connsiteY39" fmla="*/ 48848 h 947777"/>
              <a:gd name="connsiteX40" fmla="*/ 52085 w 334354"/>
              <a:gd name="connsiteY40" fmla="*/ 257592 h 947777"/>
              <a:gd name="connsiteX41" fmla="*/ 134087 w 334354"/>
              <a:gd name="connsiteY41" fmla="*/ 485272 h 947777"/>
              <a:gd name="connsiteX42" fmla="*/ 306610 w 334354"/>
              <a:gd name="connsiteY42" fmla="*/ 942901 h 947777"/>
              <a:gd name="connsiteX43" fmla="*/ 318253 w 334354"/>
              <a:gd name="connsiteY43" fmla="*/ 946889 h 947777"/>
              <a:gd name="connsiteX44" fmla="*/ 322605 w 334354"/>
              <a:gd name="connsiteY44" fmla="*/ 942043 h 947777"/>
              <a:gd name="connsiteX45" fmla="*/ 310348 w 334354"/>
              <a:gd name="connsiteY45" fmla="*/ 882227 h 947777"/>
              <a:gd name="connsiteX46" fmla="*/ 286569 w 334354"/>
              <a:gd name="connsiteY46" fmla="*/ 846191 h 947777"/>
              <a:gd name="connsiteX47" fmla="*/ 267570 w 334354"/>
              <a:gd name="connsiteY47" fmla="*/ 794955 h 947777"/>
              <a:gd name="connsiteX48" fmla="*/ 200583 w 334354"/>
              <a:gd name="connsiteY48" fmla="*/ 566845 h 947777"/>
              <a:gd name="connsiteX49" fmla="*/ 71881 w 334354"/>
              <a:gd name="connsiteY49" fmla="*/ 109093 h 947777"/>
              <a:gd name="connsiteX50" fmla="*/ 54598 w 334354"/>
              <a:gd name="connsiteY50" fmla="*/ 112403 h 947777"/>
              <a:gd name="connsiteX51" fmla="*/ 317702 w 334354"/>
              <a:gd name="connsiteY51" fmla="*/ 925986 h 947777"/>
              <a:gd name="connsiteX52" fmla="*/ 334066 w 334354"/>
              <a:gd name="connsiteY52" fmla="*/ 920654 h 947777"/>
              <a:gd name="connsiteX53" fmla="*/ 170001 w 334354"/>
              <a:gd name="connsiteY53" fmla="*/ 472831 h 947777"/>
              <a:gd name="connsiteX54" fmla="*/ 31125 w 334354"/>
              <a:gd name="connsiteY54" fmla="*/ 56632 h 947777"/>
              <a:gd name="connsiteX55" fmla="*/ 15374 w 334354"/>
              <a:gd name="connsiteY55" fmla="*/ 64170 h 947777"/>
              <a:gd name="connsiteX56" fmla="*/ 90083 w 334354"/>
              <a:gd name="connsiteY56" fmla="*/ 285722 h 947777"/>
              <a:gd name="connsiteX57" fmla="*/ 157498 w 334354"/>
              <a:gd name="connsiteY57" fmla="*/ 487969 h 947777"/>
              <a:gd name="connsiteX58" fmla="*/ 300665 w 334354"/>
              <a:gd name="connsiteY58" fmla="*/ 913606 h 947777"/>
              <a:gd name="connsiteX59" fmla="*/ 315986 w 334354"/>
              <a:gd name="connsiteY59" fmla="*/ 908581 h 947777"/>
              <a:gd name="connsiteX60" fmla="*/ 47059 w 334354"/>
              <a:gd name="connsiteY60" fmla="*/ 76918 h 947777"/>
              <a:gd name="connsiteX61" fmla="*/ 35354 w 334354"/>
              <a:gd name="connsiteY61" fmla="*/ 79185 h 94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4354" h="947777">
                <a:moveTo>
                  <a:pt x="35354" y="79185"/>
                </a:moveTo>
                <a:cubicBezTo>
                  <a:pt x="118540" y="359716"/>
                  <a:pt x="207202" y="638530"/>
                  <a:pt x="301339" y="915629"/>
                </a:cubicBezTo>
                <a:cubicBezTo>
                  <a:pt x="304403" y="924576"/>
                  <a:pt x="318131" y="919428"/>
                  <a:pt x="316660" y="910603"/>
                </a:cubicBezTo>
                <a:cubicBezTo>
                  <a:pt x="291717" y="763086"/>
                  <a:pt x="229694" y="626416"/>
                  <a:pt x="175272" y="488153"/>
                </a:cubicBezTo>
                <a:cubicBezTo>
                  <a:pt x="146320" y="416151"/>
                  <a:pt x="122061" y="342350"/>
                  <a:pt x="102647" y="267214"/>
                </a:cubicBezTo>
                <a:cubicBezTo>
                  <a:pt x="84261" y="195140"/>
                  <a:pt x="67591" y="122270"/>
                  <a:pt x="31431" y="56632"/>
                </a:cubicBezTo>
                <a:lnTo>
                  <a:pt x="15681" y="64170"/>
                </a:lnTo>
                <a:cubicBezTo>
                  <a:pt x="89225" y="193976"/>
                  <a:pt x="111227" y="342842"/>
                  <a:pt x="155537" y="483495"/>
                </a:cubicBezTo>
                <a:cubicBezTo>
                  <a:pt x="202606" y="632851"/>
                  <a:pt x="276334" y="772524"/>
                  <a:pt x="317335" y="923902"/>
                </a:cubicBezTo>
                <a:lnTo>
                  <a:pt x="333698" y="918509"/>
                </a:lnTo>
                <a:cubicBezTo>
                  <a:pt x="230573" y="654080"/>
                  <a:pt x="143249" y="383758"/>
                  <a:pt x="72187" y="108971"/>
                </a:cubicBezTo>
                <a:lnTo>
                  <a:pt x="54904" y="112280"/>
                </a:lnTo>
                <a:cubicBezTo>
                  <a:pt x="95027" y="259369"/>
                  <a:pt x="136314" y="406069"/>
                  <a:pt x="178765" y="552381"/>
                </a:cubicBezTo>
                <a:cubicBezTo>
                  <a:pt x="199848" y="625599"/>
                  <a:pt x="221216" y="698734"/>
                  <a:pt x="242871" y="771788"/>
                </a:cubicBezTo>
                <a:cubicBezTo>
                  <a:pt x="251513" y="800961"/>
                  <a:pt x="258193" y="832340"/>
                  <a:pt x="274005" y="858693"/>
                </a:cubicBezTo>
                <a:cubicBezTo>
                  <a:pt x="287856" y="881676"/>
                  <a:pt x="315312" y="906987"/>
                  <a:pt x="306242" y="936160"/>
                </a:cubicBezTo>
                <a:lnTo>
                  <a:pt x="322299" y="935302"/>
                </a:lnTo>
                <a:cubicBezTo>
                  <a:pt x="264485" y="786089"/>
                  <a:pt x="208081" y="636344"/>
                  <a:pt x="153086" y="486069"/>
                </a:cubicBezTo>
                <a:cubicBezTo>
                  <a:pt x="126160" y="412525"/>
                  <a:pt x="99603" y="338980"/>
                  <a:pt x="73413" y="265436"/>
                </a:cubicBezTo>
                <a:cubicBezTo>
                  <a:pt x="48040" y="193853"/>
                  <a:pt x="24383" y="121535"/>
                  <a:pt x="16906" y="45600"/>
                </a:cubicBezTo>
                <a:lnTo>
                  <a:pt x="788" y="50871"/>
                </a:lnTo>
                <a:cubicBezTo>
                  <a:pt x="39966" y="126682"/>
                  <a:pt x="68174" y="207675"/>
                  <a:pt x="84567" y="291422"/>
                </a:cubicBezTo>
                <a:lnTo>
                  <a:pt x="100256" y="286274"/>
                </a:lnTo>
                <a:cubicBezTo>
                  <a:pt x="60184" y="197363"/>
                  <a:pt x="33639" y="102958"/>
                  <a:pt x="21503" y="6193"/>
                </a:cubicBezTo>
                <a:lnTo>
                  <a:pt x="4833" y="9380"/>
                </a:lnTo>
                <a:cubicBezTo>
                  <a:pt x="16733" y="49252"/>
                  <a:pt x="31606" y="88177"/>
                  <a:pt x="49327" y="125825"/>
                </a:cubicBezTo>
                <a:cubicBezTo>
                  <a:pt x="53372" y="134344"/>
                  <a:pt x="68265" y="130054"/>
                  <a:pt x="65445" y="120493"/>
                </a:cubicBezTo>
                <a:cubicBezTo>
                  <a:pt x="54822" y="83925"/>
                  <a:pt x="44261" y="47398"/>
                  <a:pt x="33760" y="10912"/>
                </a:cubicBezTo>
                <a:cubicBezTo>
                  <a:pt x="30757" y="738"/>
                  <a:pt x="14455" y="3680"/>
                  <a:pt x="17458" y="14038"/>
                </a:cubicBezTo>
                <a:cubicBezTo>
                  <a:pt x="27959" y="50564"/>
                  <a:pt x="38479" y="87132"/>
                  <a:pt x="49021" y="123741"/>
                </a:cubicBezTo>
                <a:lnTo>
                  <a:pt x="65139" y="118409"/>
                </a:lnTo>
                <a:cubicBezTo>
                  <a:pt x="47936" y="82092"/>
                  <a:pt x="33354" y="44591"/>
                  <a:pt x="21503" y="6193"/>
                </a:cubicBezTo>
                <a:cubicBezTo>
                  <a:pt x="20217" y="1667"/>
                  <a:pt x="15506" y="-959"/>
                  <a:pt x="10980" y="327"/>
                </a:cubicBezTo>
                <a:cubicBezTo>
                  <a:pt x="7007" y="1455"/>
                  <a:pt x="4417" y="5271"/>
                  <a:pt x="4833" y="9380"/>
                </a:cubicBezTo>
                <a:cubicBezTo>
                  <a:pt x="17354" y="107561"/>
                  <a:pt x="44455" y="203324"/>
                  <a:pt x="85241" y="293506"/>
                </a:cubicBezTo>
                <a:cubicBezTo>
                  <a:pt x="87262" y="297641"/>
                  <a:pt x="92254" y="299355"/>
                  <a:pt x="96390" y="297334"/>
                </a:cubicBezTo>
                <a:cubicBezTo>
                  <a:pt x="99742" y="295695"/>
                  <a:pt x="101596" y="292029"/>
                  <a:pt x="100930" y="288358"/>
                </a:cubicBezTo>
                <a:cubicBezTo>
                  <a:pt x="84050" y="203268"/>
                  <a:pt x="55551" y="120903"/>
                  <a:pt x="16232" y="43578"/>
                </a:cubicBezTo>
                <a:cubicBezTo>
                  <a:pt x="14087" y="39352"/>
                  <a:pt x="8923" y="37665"/>
                  <a:pt x="4698" y="39810"/>
                </a:cubicBezTo>
                <a:cubicBezTo>
                  <a:pt x="1363" y="41502"/>
                  <a:pt x="-491" y="45158"/>
                  <a:pt x="113" y="48848"/>
                </a:cubicBezTo>
                <a:cubicBezTo>
                  <a:pt x="6243" y="120922"/>
                  <a:pt x="28244" y="189808"/>
                  <a:pt x="52085" y="257592"/>
                </a:cubicBezTo>
                <a:cubicBezTo>
                  <a:pt x="78806" y="333649"/>
                  <a:pt x="106385" y="409522"/>
                  <a:pt x="134087" y="485272"/>
                </a:cubicBezTo>
                <a:cubicBezTo>
                  <a:pt x="190103" y="638367"/>
                  <a:pt x="247610" y="790910"/>
                  <a:pt x="306610" y="942901"/>
                </a:cubicBezTo>
                <a:cubicBezTo>
                  <a:pt x="308724" y="947218"/>
                  <a:pt x="313937" y="949003"/>
                  <a:pt x="318253" y="946889"/>
                </a:cubicBezTo>
                <a:cubicBezTo>
                  <a:pt x="320276" y="945898"/>
                  <a:pt x="321837" y="944161"/>
                  <a:pt x="322605" y="942043"/>
                </a:cubicBezTo>
                <a:cubicBezTo>
                  <a:pt x="329469" y="920103"/>
                  <a:pt x="322176" y="901104"/>
                  <a:pt x="310348" y="882227"/>
                </a:cubicBezTo>
                <a:cubicBezTo>
                  <a:pt x="302748" y="869970"/>
                  <a:pt x="293494" y="858754"/>
                  <a:pt x="286569" y="846191"/>
                </a:cubicBezTo>
                <a:cubicBezTo>
                  <a:pt x="278381" y="829858"/>
                  <a:pt x="272010" y="812677"/>
                  <a:pt x="267570" y="794955"/>
                </a:cubicBezTo>
                <a:cubicBezTo>
                  <a:pt x="244975" y="719000"/>
                  <a:pt x="222646" y="642963"/>
                  <a:pt x="200583" y="566845"/>
                </a:cubicBezTo>
                <a:cubicBezTo>
                  <a:pt x="156457" y="414608"/>
                  <a:pt x="113556" y="262025"/>
                  <a:pt x="71881" y="109093"/>
                </a:cubicBezTo>
                <a:cubicBezTo>
                  <a:pt x="68939" y="98307"/>
                  <a:pt x="51717" y="101371"/>
                  <a:pt x="54598" y="112403"/>
                </a:cubicBezTo>
                <a:cubicBezTo>
                  <a:pt x="126123" y="388565"/>
                  <a:pt x="213979" y="660237"/>
                  <a:pt x="317702" y="925986"/>
                </a:cubicBezTo>
                <a:cubicBezTo>
                  <a:pt x="321257" y="935118"/>
                  <a:pt x="336640" y="930154"/>
                  <a:pt x="334066" y="920654"/>
                </a:cubicBezTo>
                <a:cubicBezTo>
                  <a:pt x="292330" y="766702"/>
                  <a:pt x="216885" y="624945"/>
                  <a:pt x="170001" y="472831"/>
                </a:cubicBezTo>
                <a:cubicBezTo>
                  <a:pt x="127100" y="333036"/>
                  <a:pt x="104608" y="185212"/>
                  <a:pt x="31125" y="56632"/>
                </a:cubicBezTo>
                <a:cubicBezTo>
                  <a:pt x="25609" y="46949"/>
                  <a:pt x="9920" y="54303"/>
                  <a:pt x="15374" y="64170"/>
                </a:cubicBezTo>
                <a:cubicBezTo>
                  <a:pt x="53985" y="133118"/>
                  <a:pt x="70532" y="210094"/>
                  <a:pt x="90083" y="285722"/>
                </a:cubicBezTo>
                <a:cubicBezTo>
                  <a:pt x="108502" y="354422"/>
                  <a:pt x="131014" y="421958"/>
                  <a:pt x="157498" y="487969"/>
                </a:cubicBezTo>
                <a:cubicBezTo>
                  <a:pt x="212228" y="627396"/>
                  <a:pt x="275537" y="764802"/>
                  <a:pt x="300665" y="913606"/>
                </a:cubicBezTo>
                <a:lnTo>
                  <a:pt x="315986" y="908581"/>
                </a:lnTo>
                <a:cubicBezTo>
                  <a:pt x="221809" y="632912"/>
                  <a:pt x="132166" y="355691"/>
                  <a:pt x="47059" y="76918"/>
                </a:cubicBezTo>
                <a:cubicBezTo>
                  <a:pt x="44853" y="69625"/>
                  <a:pt x="33148" y="71770"/>
                  <a:pt x="35354" y="79185"/>
                </a:cubicBezTo>
                <a:close/>
              </a:path>
            </a:pathLst>
          </a:custGeom>
          <a:solidFill>
            <a:schemeClr val="bg1"/>
          </a:solidFill>
          <a:ln w="6121" cap="flat">
            <a:solidFill>
              <a:schemeClr val="bg1"/>
            </a:solidFill>
            <a:prstDash val="solid"/>
            <a:miter/>
          </a:ln>
        </p:spPr>
        <p:txBody>
          <a:bodyPr rtlCol="1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D985F3-FEC5-46FA-9A3D-544D9A9D809C}"/>
              </a:ext>
            </a:extLst>
          </p:cNvPr>
          <p:cNvGrpSpPr/>
          <p:nvPr/>
        </p:nvGrpSpPr>
        <p:grpSpPr>
          <a:xfrm>
            <a:off x="-4588328" y="4025704"/>
            <a:ext cx="21267304" cy="2832296"/>
            <a:chOff x="-4588328" y="4025704"/>
            <a:chExt cx="21267304" cy="2832296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F63D9CD-4FA2-4353-A5DE-9087DAA20291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5217324" y="-5779948"/>
              <a:ext cx="1656000" cy="21267303"/>
            </a:xfrm>
            <a:custGeom>
              <a:avLst/>
              <a:gdLst>
                <a:gd name="connsiteX0" fmla="*/ 1656000 w 1656000"/>
                <a:gd name="connsiteY0" fmla="*/ 0 h 21267303"/>
                <a:gd name="connsiteX1" fmla="*/ 1656000 w 1656000"/>
                <a:gd name="connsiteY1" fmla="*/ 5175974 h 21267303"/>
                <a:gd name="connsiteX2" fmla="*/ 928174 w 1656000"/>
                <a:gd name="connsiteY2" fmla="*/ 6249715 h 21267303"/>
                <a:gd name="connsiteX3" fmla="*/ 1588085 w 1656000"/>
                <a:gd name="connsiteY3" fmla="*/ 7098164 h 21267303"/>
                <a:gd name="connsiteX4" fmla="*/ 1602078 w 1656000"/>
                <a:gd name="connsiteY4" fmla="*/ 7122929 h 21267303"/>
                <a:gd name="connsiteX5" fmla="*/ 1587636 w 1656000"/>
                <a:gd name="connsiteY5" fmla="*/ 7148546 h 21267303"/>
                <a:gd name="connsiteX6" fmla="*/ 928173 w 1656000"/>
                <a:gd name="connsiteY6" fmla="*/ 7994545 h 21267303"/>
                <a:gd name="connsiteX7" fmla="*/ 1588085 w 1656000"/>
                <a:gd name="connsiteY7" fmla="*/ 8842993 h 21267303"/>
                <a:gd name="connsiteX8" fmla="*/ 1608247 w 1656000"/>
                <a:gd name="connsiteY8" fmla="*/ 8878676 h 21267303"/>
                <a:gd name="connsiteX9" fmla="*/ 1587636 w 1656000"/>
                <a:gd name="connsiteY9" fmla="*/ 8915234 h 21267303"/>
                <a:gd name="connsiteX10" fmla="*/ 928173 w 1656000"/>
                <a:gd name="connsiteY10" fmla="*/ 9761233 h 21267303"/>
                <a:gd name="connsiteX11" fmla="*/ 1588085 w 1656000"/>
                <a:gd name="connsiteY11" fmla="*/ 10609681 h 21267303"/>
                <a:gd name="connsiteX12" fmla="*/ 1602079 w 1656000"/>
                <a:gd name="connsiteY12" fmla="*/ 10634448 h 21267303"/>
                <a:gd name="connsiteX13" fmla="*/ 1587636 w 1656000"/>
                <a:gd name="connsiteY13" fmla="*/ 10660066 h 21267303"/>
                <a:gd name="connsiteX14" fmla="*/ 928173 w 1656000"/>
                <a:gd name="connsiteY14" fmla="*/ 11506065 h 21267303"/>
                <a:gd name="connsiteX15" fmla="*/ 1588085 w 1656000"/>
                <a:gd name="connsiteY15" fmla="*/ 12354514 h 21267303"/>
                <a:gd name="connsiteX16" fmla="*/ 1608247 w 1656000"/>
                <a:gd name="connsiteY16" fmla="*/ 12390197 h 21267303"/>
                <a:gd name="connsiteX17" fmla="*/ 1587636 w 1656000"/>
                <a:gd name="connsiteY17" fmla="*/ 12426754 h 21267303"/>
                <a:gd name="connsiteX18" fmla="*/ 928173 w 1656000"/>
                <a:gd name="connsiteY18" fmla="*/ 13272753 h 21267303"/>
                <a:gd name="connsiteX19" fmla="*/ 1588085 w 1656000"/>
                <a:gd name="connsiteY19" fmla="*/ 14121201 h 21267303"/>
                <a:gd name="connsiteX20" fmla="*/ 1602080 w 1656000"/>
                <a:gd name="connsiteY20" fmla="*/ 14145969 h 21267303"/>
                <a:gd name="connsiteX21" fmla="*/ 1587636 w 1656000"/>
                <a:gd name="connsiteY21" fmla="*/ 14171588 h 21267303"/>
                <a:gd name="connsiteX22" fmla="*/ 928173 w 1656000"/>
                <a:gd name="connsiteY22" fmla="*/ 15017587 h 21267303"/>
                <a:gd name="connsiteX23" fmla="*/ 1656000 w 1656000"/>
                <a:gd name="connsiteY23" fmla="*/ 16091325 h 21267303"/>
                <a:gd name="connsiteX24" fmla="*/ 1656000 w 1656000"/>
                <a:gd name="connsiteY24" fmla="*/ 21267303 h 21267303"/>
                <a:gd name="connsiteX25" fmla="*/ 0 w 1656000"/>
                <a:gd name="connsiteY25" fmla="*/ 21267303 h 21267303"/>
                <a:gd name="connsiteX26" fmla="*/ 0 w 1656000"/>
                <a:gd name="connsiteY26" fmla="*/ 0 h 21267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56000" h="21267303">
                  <a:moveTo>
                    <a:pt x="1656000" y="0"/>
                  </a:moveTo>
                  <a:lnTo>
                    <a:pt x="1656000" y="5175974"/>
                  </a:lnTo>
                  <a:cubicBezTo>
                    <a:pt x="1653382" y="5685810"/>
                    <a:pt x="925556" y="5541720"/>
                    <a:pt x="928174" y="6249715"/>
                  </a:cubicBezTo>
                  <a:cubicBezTo>
                    <a:pt x="930301" y="6824959"/>
                    <a:pt x="1407722" y="6842055"/>
                    <a:pt x="1588085" y="7098164"/>
                  </a:cubicBezTo>
                  <a:lnTo>
                    <a:pt x="1602078" y="7122929"/>
                  </a:lnTo>
                  <a:lnTo>
                    <a:pt x="1587636" y="7148546"/>
                  </a:lnTo>
                  <a:cubicBezTo>
                    <a:pt x="1406127" y="7406563"/>
                    <a:pt x="926047" y="7419299"/>
                    <a:pt x="928173" y="7994545"/>
                  </a:cubicBezTo>
                  <a:cubicBezTo>
                    <a:pt x="930300" y="8569788"/>
                    <a:pt x="1407722" y="8586885"/>
                    <a:pt x="1588085" y="8842993"/>
                  </a:cubicBezTo>
                  <a:lnTo>
                    <a:pt x="1608247" y="8878676"/>
                  </a:lnTo>
                  <a:lnTo>
                    <a:pt x="1587636" y="8915234"/>
                  </a:lnTo>
                  <a:cubicBezTo>
                    <a:pt x="1406127" y="9173251"/>
                    <a:pt x="926047" y="9185987"/>
                    <a:pt x="928173" y="9761233"/>
                  </a:cubicBezTo>
                  <a:cubicBezTo>
                    <a:pt x="930300" y="10336476"/>
                    <a:pt x="1407722" y="10353573"/>
                    <a:pt x="1588085" y="10609681"/>
                  </a:cubicBezTo>
                  <a:lnTo>
                    <a:pt x="1602079" y="10634448"/>
                  </a:lnTo>
                  <a:lnTo>
                    <a:pt x="1587636" y="10660066"/>
                  </a:lnTo>
                  <a:cubicBezTo>
                    <a:pt x="1406127" y="10918084"/>
                    <a:pt x="926047" y="10930821"/>
                    <a:pt x="928173" y="11506065"/>
                  </a:cubicBezTo>
                  <a:cubicBezTo>
                    <a:pt x="930300" y="12081309"/>
                    <a:pt x="1407722" y="12098406"/>
                    <a:pt x="1588085" y="12354514"/>
                  </a:cubicBezTo>
                  <a:lnTo>
                    <a:pt x="1608247" y="12390197"/>
                  </a:lnTo>
                  <a:lnTo>
                    <a:pt x="1587636" y="12426754"/>
                  </a:lnTo>
                  <a:cubicBezTo>
                    <a:pt x="1406127" y="12684771"/>
                    <a:pt x="926047" y="12697508"/>
                    <a:pt x="928173" y="13272753"/>
                  </a:cubicBezTo>
                  <a:cubicBezTo>
                    <a:pt x="930300" y="13847997"/>
                    <a:pt x="1407722" y="13865092"/>
                    <a:pt x="1588085" y="14121201"/>
                  </a:cubicBezTo>
                  <a:lnTo>
                    <a:pt x="1602080" y="14145969"/>
                  </a:lnTo>
                  <a:lnTo>
                    <a:pt x="1587636" y="14171588"/>
                  </a:lnTo>
                  <a:cubicBezTo>
                    <a:pt x="1406127" y="14429605"/>
                    <a:pt x="926047" y="14442342"/>
                    <a:pt x="928173" y="15017587"/>
                  </a:cubicBezTo>
                  <a:cubicBezTo>
                    <a:pt x="930791" y="15725581"/>
                    <a:pt x="1653382" y="15588095"/>
                    <a:pt x="1656000" y="16091325"/>
                  </a:cubicBezTo>
                  <a:lnTo>
                    <a:pt x="1656000" y="21267303"/>
                  </a:lnTo>
                  <a:lnTo>
                    <a:pt x="0" y="2126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AEBEC19-FF1D-425A-B704-74BEB0A6C811}"/>
                </a:ext>
              </a:extLst>
            </p:cNvPr>
            <p:cNvSpPr/>
            <p:nvPr/>
          </p:nvSpPr>
          <p:spPr>
            <a:xfrm>
              <a:off x="-4588328" y="5410226"/>
              <a:ext cx="21267304" cy="1447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AA5BB3A-3FA9-4185-B784-2E7EABDE8D7A}"/>
              </a:ext>
            </a:extLst>
          </p:cNvPr>
          <p:cNvSpPr txBox="1"/>
          <p:nvPr/>
        </p:nvSpPr>
        <p:spPr>
          <a:xfrm>
            <a:off x="9711323" y="2272326"/>
            <a:ext cx="14577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fa-IR" sz="2400" b="1" dirty="0">
                <a:solidFill>
                  <a:prstClr val="white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مقدمه پژوهش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8AE5A2-EE7D-4F82-B172-13EF459C63F4}"/>
              </a:ext>
            </a:extLst>
          </p:cNvPr>
          <p:cNvSpPr txBox="1"/>
          <p:nvPr/>
        </p:nvSpPr>
        <p:spPr>
          <a:xfrm>
            <a:off x="7964298" y="2268583"/>
            <a:ext cx="14577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پیشینه پژوهش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D88675-D591-4110-97E2-DBE578724CE8}"/>
              </a:ext>
            </a:extLst>
          </p:cNvPr>
          <p:cNvSpPr txBox="1"/>
          <p:nvPr/>
        </p:nvSpPr>
        <p:spPr>
          <a:xfrm>
            <a:off x="6042799" y="2258450"/>
            <a:ext cx="175576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400" b="1" dirty="0">
                <a:solidFill>
                  <a:prstClr val="white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روش پیشنهادی</a:t>
            </a:r>
            <a:endParaRPr kumimoji="0" lang="fa-IR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6D8529-57C7-4479-8C0A-98B204912A35}"/>
              </a:ext>
            </a:extLst>
          </p:cNvPr>
          <p:cNvSpPr txBox="1"/>
          <p:nvPr/>
        </p:nvSpPr>
        <p:spPr>
          <a:xfrm>
            <a:off x="4444045" y="2282515"/>
            <a:ext cx="14577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400" b="1" dirty="0">
                <a:solidFill>
                  <a:prstClr val="white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آزمایش ها و نتایج</a:t>
            </a:r>
            <a:endParaRPr lang="en-US" sz="2400" b="1" dirty="0">
              <a:solidFill>
                <a:prstClr val="white"/>
              </a:solidFill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C0E9F1-B2DF-4A04-BFEE-A6890DBF07F7}"/>
              </a:ext>
            </a:extLst>
          </p:cNvPr>
          <p:cNvSpPr txBox="1"/>
          <p:nvPr/>
        </p:nvSpPr>
        <p:spPr>
          <a:xfrm>
            <a:off x="2580337" y="2258450"/>
            <a:ext cx="170037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fa-IR" sz="2400" b="1" dirty="0">
                <a:solidFill>
                  <a:prstClr val="white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نتیجه‌گیری و دموی زنده</a:t>
            </a:r>
            <a:endParaRPr kumimoji="0" lang="fa-IR" sz="2400" b="1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03E1A4-2D19-4AF6-BF1A-69D183AF0CC1}"/>
              </a:ext>
            </a:extLst>
          </p:cNvPr>
          <p:cNvSpPr txBox="1"/>
          <p:nvPr/>
        </p:nvSpPr>
        <p:spPr>
          <a:xfrm>
            <a:off x="936471" y="2270493"/>
            <a:ext cx="14577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tedad Black" panose="02000A03000000000000" pitchFamily="2" charset="-78"/>
                <a:cs typeface="Estedad Black" panose="02000A03000000000000" pitchFamily="2" charset="-78"/>
              </a:rPr>
              <a:t>منابع و مراجع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F0EC7E-178D-4F9F-9E53-AC5BC515DE05}"/>
              </a:ext>
            </a:extLst>
          </p:cNvPr>
          <p:cNvSpPr txBox="1"/>
          <p:nvPr/>
        </p:nvSpPr>
        <p:spPr>
          <a:xfrm>
            <a:off x="9473520" y="4855928"/>
            <a:ext cx="1756775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بیان مسئله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بحران رزولوشن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D716A-B74B-4B5B-BA46-905ED4554BA1}"/>
              </a:ext>
            </a:extLst>
          </p:cNvPr>
          <p:cNvSpPr txBox="1"/>
          <p:nvPr/>
        </p:nvSpPr>
        <p:spPr>
          <a:xfrm>
            <a:off x="7756555" y="4865625"/>
            <a:ext cx="1756775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رویکرد کلاسیک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روش و محدودیت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289B8E-5289-4343-990E-DA565F7BC410}"/>
              </a:ext>
            </a:extLst>
          </p:cNvPr>
          <p:cNvSpPr txBox="1"/>
          <p:nvPr/>
        </p:nvSpPr>
        <p:spPr>
          <a:xfrm>
            <a:off x="5681392" y="4883603"/>
            <a:ext cx="1895413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Vazir" panose="020B0603030804020204" pitchFamily="34" charset="-78"/>
                <a:cs typeface="Vazir" panose="020B0603030804020204" pitchFamily="34" charset="-78"/>
              </a:rPr>
              <a:t>CZT</a:t>
            </a:r>
            <a:endParaRPr lang="fa-IR" sz="1400" dirty="0"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کانولوشن سریع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نشت طیفی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CD02C1-1FD4-443C-B523-B6A0CD736494}"/>
              </a:ext>
            </a:extLst>
          </p:cNvPr>
          <p:cNvSpPr txBox="1"/>
          <p:nvPr/>
        </p:nvSpPr>
        <p:spPr>
          <a:xfrm>
            <a:off x="4313866" y="4877656"/>
            <a:ext cx="1667662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خروجی‌های شبیه‌سازی متلب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6CB9F5-CA33-488B-AB73-E73F14A681F4}"/>
              </a:ext>
            </a:extLst>
          </p:cNvPr>
          <p:cNvSpPr txBox="1"/>
          <p:nvPr/>
        </p:nvSpPr>
        <p:spPr>
          <a:xfrm>
            <a:off x="2504297" y="4908347"/>
            <a:ext cx="1778689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دستاوردها و نتیجه‌گیری نهایی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6E50CC-57BD-4855-B342-A72069307495}"/>
              </a:ext>
            </a:extLst>
          </p:cNvPr>
          <p:cNvSpPr txBox="1"/>
          <p:nvPr/>
        </p:nvSpPr>
        <p:spPr>
          <a:xfrm>
            <a:off x="960535" y="4937621"/>
            <a:ext cx="1457723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400" dirty="0">
                <a:latin typeface="Vazir" panose="020B0603030804020204" pitchFamily="34" charset="-78"/>
                <a:cs typeface="Vazir" panose="020B0603030804020204" pitchFamily="34" charset="-78"/>
              </a:rPr>
              <a:t>منابع و مراجع استفاده شده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8922528-BB6E-46FC-95AE-EB3698FFCB55}"/>
              </a:ext>
            </a:extLst>
          </p:cNvPr>
          <p:cNvSpPr/>
          <p:nvPr/>
        </p:nvSpPr>
        <p:spPr>
          <a:xfrm flipH="1">
            <a:off x="12677581" y="-9493180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6803C4-36A4-65F2-70F7-E19120E49AA8}"/>
              </a:ext>
            </a:extLst>
          </p:cNvPr>
          <p:cNvGrpSpPr/>
          <p:nvPr/>
        </p:nvGrpSpPr>
        <p:grpSpPr>
          <a:xfrm>
            <a:off x="2877147" y="3485703"/>
            <a:ext cx="1080000" cy="1080000"/>
            <a:chOff x="2877147" y="3485703"/>
            <a:chExt cx="1080000" cy="1080000"/>
          </a:xfrm>
        </p:grpSpPr>
        <p:sp>
          <p:nvSpPr>
            <p:cNvPr id="17" name="Oval 16">
              <a:hlinkClick r:id="rId4" action="ppaction://hlinksldjump"/>
              <a:extLst>
                <a:ext uri="{FF2B5EF4-FFF2-40B4-BE49-F238E27FC236}">
                  <a16:creationId xmlns:a16="http://schemas.microsoft.com/office/drawing/2014/main" id="{301E3827-19DC-4EAB-BFC8-B273DF96D8CB}"/>
                </a:ext>
              </a:extLst>
            </p:cNvPr>
            <p:cNvSpPr/>
            <p:nvPr/>
          </p:nvSpPr>
          <p:spPr>
            <a:xfrm>
              <a:off x="2877147" y="3485703"/>
              <a:ext cx="1080000" cy="10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3" name="Graphic 2">
              <a:hlinkClick r:id="rId3" action="ppaction://hlinksldjump"/>
              <a:extLst>
                <a:ext uri="{FF2B5EF4-FFF2-40B4-BE49-F238E27FC236}">
                  <a16:creationId xmlns:a16="http://schemas.microsoft.com/office/drawing/2014/main" id="{67C387A4-9F22-2413-B105-70A64833F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038038" y="3651254"/>
              <a:ext cx="736364" cy="736364"/>
            </a:xfrm>
            <a:prstGeom prst="rect">
              <a:avLst/>
            </a:prstGeom>
          </p:spPr>
        </p:pic>
      </p:grpSp>
      <p:grpSp>
        <p:nvGrpSpPr>
          <p:cNvPr id="10" name="!!Group 9">
            <a:extLst>
              <a:ext uri="{FF2B5EF4-FFF2-40B4-BE49-F238E27FC236}">
                <a16:creationId xmlns:a16="http://schemas.microsoft.com/office/drawing/2014/main" id="{EB0F2ED7-5E44-DC66-19A8-AB4CCF583196}"/>
              </a:ext>
            </a:extLst>
          </p:cNvPr>
          <p:cNvGrpSpPr/>
          <p:nvPr/>
        </p:nvGrpSpPr>
        <p:grpSpPr>
          <a:xfrm>
            <a:off x="9900187" y="3485703"/>
            <a:ext cx="1080000" cy="1080000"/>
            <a:chOff x="9900187" y="3485703"/>
            <a:chExt cx="1080000" cy="1080000"/>
          </a:xfrm>
        </p:grpSpPr>
        <p:sp>
          <p:nvSpPr>
            <p:cNvPr id="4" name="Oval 3">
              <a:hlinkClick r:id="rId14" action="ppaction://hlinksldjump"/>
              <a:extLst>
                <a:ext uri="{FF2B5EF4-FFF2-40B4-BE49-F238E27FC236}">
                  <a16:creationId xmlns:a16="http://schemas.microsoft.com/office/drawing/2014/main" id="{5D90D479-C9A9-4E9B-A43E-AF124D222F77}"/>
                </a:ext>
              </a:extLst>
            </p:cNvPr>
            <p:cNvSpPr/>
            <p:nvPr/>
          </p:nvSpPr>
          <p:spPr>
            <a:xfrm>
              <a:off x="9900187" y="3485703"/>
              <a:ext cx="1080000" cy="10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9" name="Graphic 8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2143A28F-CE96-34BD-C8F5-6DAF18346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081347" y="3660598"/>
              <a:ext cx="717676" cy="71767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5B7966-94CF-FAB4-2F01-E001421658D5}"/>
              </a:ext>
            </a:extLst>
          </p:cNvPr>
          <p:cNvGrpSpPr/>
          <p:nvPr/>
        </p:nvGrpSpPr>
        <p:grpSpPr>
          <a:xfrm>
            <a:off x="8144427" y="3485703"/>
            <a:ext cx="1080000" cy="1080000"/>
            <a:chOff x="8144427" y="3485703"/>
            <a:chExt cx="1080000" cy="1080000"/>
          </a:xfrm>
          <a:solidFill>
            <a:schemeClr val="bg1"/>
          </a:solidFill>
        </p:grpSpPr>
        <p:sp>
          <p:nvSpPr>
            <p:cNvPr id="12" name="Oval 11">
              <a:hlinkClick r:id="rId3" action="ppaction://hlinksldjump"/>
              <a:extLst>
                <a:ext uri="{FF2B5EF4-FFF2-40B4-BE49-F238E27FC236}">
                  <a16:creationId xmlns:a16="http://schemas.microsoft.com/office/drawing/2014/main" id="{4A85A97C-76FD-4652-A4B3-80D99D186C1A}"/>
                </a:ext>
              </a:extLst>
            </p:cNvPr>
            <p:cNvSpPr/>
            <p:nvPr/>
          </p:nvSpPr>
          <p:spPr>
            <a:xfrm>
              <a:off x="8144427" y="3485703"/>
              <a:ext cx="1080000" cy="1080000"/>
            </a:xfrm>
            <a:prstGeom prst="ellipse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1" name="Graphic 10" descr="Employee badge">
              <a:hlinkClick r:id="rId3" action="ppaction://hlinksldjump"/>
              <a:extLst>
                <a:ext uri="{FF2B5EF4-FFF2-40B4-BE49-F238E27FC236}">
                  <a16:creationId xmlns:a16="http://schemas.microsoft.com/office/drawing/2014/main" id="{06039A0B-A15F-295B-6B22-994B08A9B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300483" y="3607666"/>
              <a:ext cx="761290" cy="761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02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9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A1F22D7-5461-8EBD-F361-309314C5903F}"/>
              </a:ext>
            </a:extLst>
          </p:cNvPr>
          <p:cNvGrpSpPr/>
          <p:nvPr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193AD14-15CF-6F30-BE07-1C02F5314B81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AD8ED99-B3FF-CE3E-4282-B4147AD49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3CF8B9-67F0-39A9-DC59-7CC0D9EB01C5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5FE2871-E16F-C0CB-AD47-402DE8AAF36C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892650B-E982-1845-9BB8-77B255B3F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34AA88D-2460-447A-0B38-27F358DDA370}"/>
              </a:ext>
            </a:extLst>
          </p:cNvPr>
          <p:cNvGrpSpPr/>
          <p:nvPr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1662E0E-8FE7-4B35-504E-9DF626372148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1F893E10-536A-B7D8-BE65-04E761B19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6CB505D-E7AB-D685-3D3A-494E3178BC54}"/>
              </a:ext>
            </a:extLst>
          </p:cNvPr>
          <p:cNvGrpSpPr/>
          <p:nvPr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698D6C5-31E1-B899-F990-C2903F9C7D95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1A0B6F39-C431-D8F8-F1CF-A890E2483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ED43E83-9021-DF4E-1093-56E4321216A4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2DDF5F4-752E-671A-3F71-D2EF2397EE27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7" name="Graphic 46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96C7813A-1222-46DD-A7DF-C21F0CC02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53" name="!!Group 9">
            <a:extLst>
              <a:ext uri="{FF2B5EF4-FFF2-40B4-BE49-F238E27FC236}">
                <a16:creationId xmlns:a16="http://schemas.microsoft.com/office/drawing/2014/main" id="{89BF56BA-AD3B-D4E4-544B-87F9A54D58CE}"/>
              </a:ext>
            </a:extLst>
          </p:cNvPr>
          <p:cNvGrpSpPr/>
          <p:nvPr/>
        </p:nvGrpSpPr>
        <p:grpSpPr>
          <a:xfrm>
            <a:off x="10751873" y="319585"/>
            <a:ext cx="792000" cy="792000"/>
            <a:chOff x="10751873" y="319585"/>
            <a:chExt cx="792000" cy="7920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605D7F9-7ADC-84FC-5FAE-91BFF5B84738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5" name="Graphic 54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33B359FF-BD3B-A183-38D0-4554335DD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E5BD5A8-172B-045E-A868-B225EF6565E2}"/>
              </a:ext>
            </a:extLst>
          </p:cNvPr>
          <p:cNvSpPr/>
          <p:nvPr/>
        </p:nvSpPr>
        <p:spPr>
          <a:xfrm flipH="1">
            <a:off x="11147873" y="-9723267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58AA1-32EF-8164-D527-E9E29E9DB73A}"/>
              </a:ext>
            </a:extLst>
          </p:cNvPr>
          <p:cNvSpPr txBox="1"/>
          <p:nvPr/>
        </p:nvSpPr>
        <p:spPr>
          <a:xfrm>
            <a:off x="5238294" y="601970"/>
            <a:ext cx="5039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Estedad Black" panose="02000A03000000000000" pitchFamily="2" charset="-78"/>
                <a:ea typeface="+mn-ea"/>
                <a:cs typeface="Estedad Black" panose="02000A03000000000000" pitchFamily="2" charset="-78"/>
              </a:rPr>
              <a:t>بیان مسئله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stedad Black" panose="02000A03000000000000" pitchFamily="2" charset="-78"/>
              <a:ea typeface="+mn-ea"/>
              <a:cs typeface="Estedad Black" panose="02000A03000000000000" pitchFamily="2" charset="-7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835A2-CD6E-7874-418F-CAE2347B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pic>
        <p:nvPicPr>
          <p:cNvPr id="49" name="Graphic 48">
            <a:hlinkClick r:id="rId17" action="ppaction://hlinksldjump"/>
            <a:extLst>
              <a:ext uri="{FF2B5EF4-FFF2-40B4-BE49-F238E27FC236}">
                <a16:creationId xmlns:a16="http://schemas.microsoft.com/office/drawing/2014/main" id="{8EBA39B7-144C-90B7-6C54-46CB6ADF0B4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457456" y="417753"/>
            <a:ext cx="576000" cy="576000"/>
          </a:xfrm>
          <a:prstGeom prst="rect">
            <a:avLst/>
          </a:prstGeom>
        </p:spPr>
      </p:pic>
      <p:pic>
        <p:nvPicPr>
          <p:cNvPr id="50" name="Graphic 49">
            <a:hlinkClick r:id="rId20" action="ppaction://hlinksldjump"/>
            <a:extLst>
              <a:ext uri="{FF2B5EF4-FFF2-40B4-BE49-F238E27FC236}">
                <a16:creationId xmlns:a16="http://schemas.microsoft.com/office/drawing/2014/main" id="{C39D39E4-A030-FCE8-90FA-4F411E55F09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51" name="Graphic 50">
            <a:hlinkClick r:id="" action="ppaction://noaction"/>
            <a:extLst>
              <a:ext uri="{FF2B5EF4-FFF2-40B4-BE49-F238E27FC236}">
                <a16:creationId xmlns:a16="http://schemas.microsoft.com/office/drawing/2014/main" id="{EDFE65FC-D2EF-118E-DD60-E68E1455A90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52" name="Graphic 51">
            <a:hlinkClick r:id="rId25" action="ppaction://hlinksldjump"/>
            <a:extLst>
              <a:ext uri="{FF2B5EF4-FFF2-40B4-BE49-F238E27FC236}">
                <a16:creationId xmlns:a16="http://schemas.microsoft.com/office/drawing/2014/main" id="{AE3AB882-EBD1-43BB-EF2F-537C757A1AC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pic>
        <p:nvPicPr>
          <p:cNvPr id="56" name="Graphic 55">
            <a:hlinkClick r:id="rId28" action="ppaction://hlinksldjump"/>
            <a:extLst>
              <a:ext uri="{FF2B5EF4-FFF2-40B4-BE49-F238E27FC236}">
                <a16:creationId xmlns:a16="http://schemas.microsoft.com/office/drawing/2014/main" id="{C97483B5-89E9-8329-6D00-20422AAB3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57" name="Graphic 56" descr="Employee badge">
            <a:hlinkClick r:id="rId28" action="ppaction://hlinksldjump"/>
            <a:extLst>
              <a:ext uri="{FF2B5EF4-FFF2-40B4-BE49-F238E27FC236}">
                <a16:creationId xmlns:a16="http://schemas.microsoft.com/office/drawing/2014/main" id="{DA7DBA5C-4BCE-6BC3-CE79-5168E32FBF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64811" y="1417314"/>
            <a:ext cx="761290" cy="7612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46CAB19-DBB9-0705-CAC8-0D2B1642C931}"/>
              </a:ext>
            </a:extLst>
          </p:cNvPr>
          <p:cNvGrpSpPr/>
          <p:nvPr/>
        </p:nvGrpSpPr>
        <p:grpSpPr>
          <a:xfrm>
            <a:off x="3400965" y="1564913"/>
            <a:ext cx="6884767" cy="951233"/>
            <a:chOff x="3768686" y="1954701"/>
            <a:chExt cx="6884767" cy="95123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D07F7B8-B9BD-7E27-E45A-10C6A1245172}"/>
                </a:ext>
              </a:extLst>
            </p:cNvPr>
            <p:cNvGrpSpPr/>
            <p:nvPr/>
          </p:nvGrpSpPr>
          <p:grpSpPr>
            <a:xfrm>
              <a:off x="8012098" y="1954701"/>
              <a:ext cx="2641350" cy="461665"/>
              <a:chOff x="7887691" y="1951085"/>
              <a:chExt cx="2524937" cy="461665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113B4DFA-224B-BEBD-99F2-44E113AB66BD}"/>
                  </a:ext>
                </a:extLst>
              </p:cNvPr>
              <p:cNvSpPr/>
              <p:nvPr/>
            </p:nvSpPr>
            <p:spPr>
              <a:xfrm rot="5400000">
                <a:off x="8919325" y="919451"/>
                <a:ext cx="461665" cy="2524934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D45841-01EF-9C2A-932C-F73203DB94EB}"/>
                  </a:ext>
                </a:extLst>
              </p:cNvPr>
              <p:cNvSpPr txBox="1"/>
              <p:nvPr/>
            </p:nvSpPr>
            <p:spPr>
              <a:xfrm>
                <a:off x="7887695" y="2017779"/>
                <a:ext cx="2524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چالش سیستم‌های مدرن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F932A2-2D50-FD10-D694-F806E702A53C}"/>
                </a:ext>
              </a:extLst>
            </p:cNvPr>
            <p:cNvSpPr txBox="1"/>
            <p:nvPr/>
          </p:nvSpPr>
          <p:spPr>
            <a:xfrm>
              <a:off x="3768686" y="247504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نیاز به تفکیک اهداف بسیار نزدیک در رادارهای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FMCW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027405-1B79-96FE-3CEC-2EA449DE679F}"/>
              </a:ext>
            </a:extLst>
          </p:cNvPr>
          <p:cNvGrpSpPr/>
          <p:nvPr/>
        </p:nvGrpSpPr>
        <p:grpSpPr>
          <a:xfrm>
            <a:off x="3400965" y="2761590"/>
            <a:ext cx="6884767" cy="925602"/>
            <a:chOff x="3743248" y="3323622"/>
            <a:chExt cx="6884767" cy="9256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7210392-D9F0-750C-20DE-374CF6511129}"/>
                </a:ext>
              </a:extLst>
            </p:cNvPr>
            <p:cNvGrpSpPr/>
            <p:nvPr/>
          </p:nvGrpSpPr>
          <p:grpSpPr>
            <a:xfrm>
              <a:off x="8370906" y="3323622"/>
              <a:ext cx="2257109" cy="461665"/>
              <a:chOff x="8254998" y="1951081"/>
              <a:chExt cx="2157630" cy="46166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6ADB32A-359A-5D40-6943-E22535742EF6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917E49-40A8-106D-AECB-9650D7C37CB0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محدودیت فیزیکی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BD34A1C-33D9-5E70-30A8-5BADB50E0070}"/>
                </a:ext>
              </a:extLst>
            </p:cNvPr>
            <p:cNvSpPr txBox="1"/>
            <p:nvPr/>
          </p:nvSpPr>
          <p:spPr>
            <a:xfrm>
              <a:off x="3743248" y="381833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رزولوشن فرکانسی کاملاً به طول پنجره مشاهده (حد ریلی) گره خورده است.</a:t>
              </a:r>
              <a:endParaRPr lang="fa-IR" sz="1600" dirty="0">
                <a:solidFill>
                  <a:prstClr val="black">
                    <a:lumMod val="95000"/>
                    <a:lumOff val="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E76AB6-76EA-B5AC-9DE4-087FBB7491CA}"/>
              </a:ext>
            </a:extLst>
          </p:cNvPr>
          <p:cNvGrpSpPr/>
          <p:nvPr/>
        </p:nvGrpSpPr>
        <p:grpSpPr>
          <a:xfrm>
            <a:off x="3400965" y="3957020"/>
            <a:ext cx="6884767" cy="966543"/>
            <a:chOff x="3894805" y="4692547"/>
            <a:chExt cx="6884767" cy="96654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63D0EA7-CBDB-9698-8BB5-FCA85A3B80CF}"/>
                </a:ext>
              </a:extLst>
            </p:cNvPr>
            <p:cNvGrpSpPr/>
            <p:nvPr/>
          </p:nvGrpSpPr>
          <p:grpSpPr>
            <a:xfrm>
              <a:off x="8699054" y="4692547"/>
              <a:ext cx="2080518" cy="461665"/>
              <a:chOff x="8423806" y="1951082"/>
              <a:chExt cx="1988822" cy="461665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0678501-D191-19A4-C33A-0038A329019B}"/>
                  </a:ext>
                </a:extLst>
              </p:cNvPr>
              <p:cNvSpPr/>
              <p:nvPr/>
            </p:nvSpPr>
            <p:spPr>
              <a:xfrm rot="5400000">
                <a:off x="9187384" y="1187505"/>
                <a:ext cx="461665" cy="198882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6DDA95D-A10D-35D6-DA4F-D175D22842AD}"/>
                  </a:ext>
                </a:extLst>
              </p:cNvPr>
              <p:cNvSpPr txBox="1"/>
              <p:nvPr/>
            </p:nvSpPr>
            <p:spPr>
              <a:xfrm>
                <a:off x="8423806" y="2022801"/>
                <a:ext cx="19888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مانع عملی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20EAFE-9652-7AEE-3AC1-B55C01B7CE27}"/>
                </a:ext>
              </a:extLst>
            </p:cNvPr>
            <p:cNvSpPr txBox="1"/>
            <p:nvPr/>
          </p:nvSpPr>
          <p:spPr>
            <a:xfrm>
              <a:off x="3894805" y="5228203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افزایش طول پنجره باعث ایجاد ماتی داپلر در اهداف متحرک می‌شود.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FE440AB-5ABA-FC13-7F59-B825D4BCE9E5}"/>
              </a:ext>
            </a:extLst>
          </p:cNvPr>
          <p:cNvGrpSpPr/>
          <p:nvPr/>
        </p:nvGrpSpPr>
        <p:grpSpPr>
          <a:xfrm>
            <a:off x="3407061" y="5060396"/>
            <a:ext cx="6884767" cy="966543"/>
            <a:chOff x="3894805" y="4692547"/>
            <a:chExt cx="6884767" cy="96654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6E28A33-7D8D-31DD-CF31-0836A8336B57}"/>
                </a:ext>
              </a:extLst>
            </p:cNvPr>
            <p:cNvGrpSpPr/>
            <p:nvPr/>
          </p:nvGrpSpPr>
          <p:grpSpPr>
            <a:xfrm>
              <a:off x="8839261" y="4692547"/>
              <a:ext cx="1940308" cy="461665"/>
              <a:chOff x="8557836" y="1951082"/>
              <a:chExt cx="1854792" cy="461665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00940F33-3E01-E8BD-DB52-4BA9047FF47A}"/>
                  </a:ext>
                </a:extLst>
              </p:cNvPr>
              <p:cNvSpPr/>
              <p:nvPr/>
            </p:nvSpPr>
            <p:spPr>
              <a:xfrm rot="5400000">
                <a:off x="9306844" y="1306965"/>
                <a:ext cx="461665" cy="17499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853DA7-AA0A-F22B-EF37-131333A6F419}"/>
                  </a:ext>
                </a:extLst>
              </p:cNvPr>
              <p:cNvSpPr txBox="1"/>
              <p:nvPr/>
            </p:nvSpPr>
            <p:spPr>
              <a:xfrm>
                <a:off x="8557836" y="2017779"/>
                <a:ext cx="1854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نتیجه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A60F554-CB09-6B99-FB70-2DD789F0DF6B}"/>
                </a:ext>
              </a:extLst>
            </p:cNvPr>
            <p:cNvSpPr txBox="1"/>
            <p:nvPr/>
          </p:nvSpPr>
          <p:spPr>
            <a:xfrm>
              <a:off x="3894805" y="5228203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تبدیل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FFT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 استاندارد، اهداف نزدیک را در یک قله ادغام می‌کند.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7E39E0C-3F14-276D-986B-8D4A4EEE67F4}"/>
              </a:ext>
            </a:extLst>
          </p:cNvPr>
          <p:cNvGrpSpPr/>
          <p:nvPr/>
        </p:nvGrpSpPr>
        <p:grpSpPr>
          <a:xfrm>
            <a:off x="841248" y="1234434"/>
            <a:ext cx="3087807" cy="4600036"/>
            <a:chOff x="618930" y="1382078"/>
            <a:chExt cx="3505197" cy="4635272"/>
          </a:xfrm>
          <a:solidFill>
            <a:schemeClr val="accent1"/>
          </a:solidFill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5394728-007C-D32C-1922-F1825436D083}"/>
                </a:ext>
              </a:extLst>
            </p:cNvPr>
            <p:cNvGrpSpPr/>
            <p:nvPr/>
          </p:nvGrpSpPr>
          <p:grpSpPr>
            <a:xfrm>
              <a:off x="618930" y="1445572"/>
              <a:ext cx="2508867" cy="4571778"/>
              <a:chOff x="618930" y="1445572"/>
              <a:chExt cx="2508867" cy="4571778"/>
            </a:xfrm>
            <a:grpFill/>
          </p:grpSpPr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121BD9A7-FC4B-6677-D3C0-C86B069E2720}"/>
                  </a:ext>
                </a:extLst>
              </p:cNvPr>
              <p:cNvSpPr/>
              <p:nvPr/>
            </p:nvSpPr>
            <p:spPr>
              <a:xfrm>
                <a:off x="1148654" y="2024372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2E2BA0EC-5636-B0AF-8597-8FAB7318ABCF}"/>
                  </a:ext>
                </a:extLst>
              </p:cNvPr>
              <p:cNvSpPr/>
              <p:nvPr/>
            </p:nvSpPr>
            <p:spPr>
              <a:xfrm>
                <a:off x="1531859" y="2698417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80D185D-14D1-B078-EC30-ED63A7B2E045}"/>
                  </a:ext>
                </a:extLst>
              </p:cNvPr>
              <p:cNvSpPr/>
              <p:nvPr/>
            </p:nvSpPr>
            <p:spPr>
              <a:xfrm>
                <a:off x="1288411" y="2908445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FAD1233A-D037-9954-CE68-8A73299171CE}"/>
                  </a:ext>
                </a:extLst>
              </p:cNvPr>
              <p:cNvSpPr/>
              <p:nvPr/>
            </p:nvSpPr>
            <p:spPr>
              <a:xfrm>
                <a:off x="1112587" y="2339416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C87469DD-B4DE-E263-96D2-0E22242F028F}"/>
                  </a:ext>
                </a:extLst>
              </p:cNvPr>
              <p:cNvSpPr/>
              <p:nvPr/>
            </p:nvSpPr>
            <p:spPr>
              <a:xfrm>
                <a:off x="2203595" y="1760616"/>
                <a:ext cx="72130" cy="78150"/>
              </a:xfrm>
              <a:custGeom>
                <a:avLst/>
                <a:gdLst>
                  <a:gd name="connsiteX0" fmla="*/ 15240 w 30479"/>
                  <a:gd name="connsiteY0" fmla="*/ 0 h 30480"/>
                  <a:gd name="connsiteX1" fmla="*/ 30480 w 30479"/>
                  <a:gd name="connsiteY1" fmla="*/ 15240 h 30480"/>
                  <a:gd name="connsiteX2" fmla="*/ 15240 w 30479"/>
                  <a:gd name="connsiteY2" fmla="*/ 30480 h 30480"/>
                  <a:gd name="connsiteX3" fmla="*/ 0 w 30479"/>
                  <a:gd name="connsiteY3" fmla="*/ 15240 h 30480"/>
                  <a:gd name="connsiteX4" fmla="*/ 15240 w 30479"/>
                  <a:gd name="connsiteY4" fmla="*/ 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15240" y="0"/>
                    </a:moveTo>
                    <a:cubicBezTo>
                      <a:pt x="23813" y="0"/>
                      <a:pt x="30480" y="6668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0" y="6668"/>
                      <a:pt x="6667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42783E4E-1849-868A-AD38-8C687AACFA3D}"/>
                  </a:ext>
                </a:extLst>
              </p:cNvPr>
              <p:cNvSpPr/>
              <p:nvPr/>
            </p:nvSpPr>
            <p:spPr>
              <a:xfrm>
                <a:off x="1270378" y="2107407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20B76044-D370-9581-2E8B-4C1F102620B3}"/>
                  </a:ext>
                </a:extLst>
              </p:cNvPr>
              <p:cNvSpPr/>
              <p:nvPr/>
            </p:nvSpPr>
            <p:spPr>
              <a:xfrm>
                <a:off x="1207262" y="2849832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76CAAD37-1958-7C98-9727-A27C3416557F}"/>
                  </a:ext>
                </a:extLst>
              </p:cNvPr>
              <p:cNvSpPr/>
              <p:nvPr/>
            </p:nvSpPr>
            <p:spPr>
              <a:xfrm>
                <a:off x="1443946" y="2908445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015AB6DE-4BDF-B7C3-9DFF-68CEAB0B827B}"/>
                  </a:ext>
                </a:extLst>
              </p:cNvPr>
              <p:cNvSpPr/>
              <p:nvPr/>
            </p:nvSpPr>
            <p:spPr>
              <a:xfrm>
                <a:off x="1507065" y="301101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4D854F9E-0AAB-BF2C-7AB8-0BFF6EE4F15D}"/>
                  </a:ext>
                </a:extLst>
              </p:cNvPr>
              <p:cNvSpPr/>
              <p:nvPr/>
            </p:nvSpPr>
            <p:spPr>
              <a:xfrm>
                <a:off x="2059330" y="5773134"/>
                <a:ext cx="40572" cy="43959"/>
              </a:xfrm>
              <a:custGeom>
                <a:avLst/>
                <a:gdLst>
                  <a:gd name="connsiteX0" fmla="*/ 8573 w 17144"/>
                  <a:gd name="connsiteY0" fmla="*/ 0 h 17145"/>
                  <a:gd name="connsiteX1" fmla="*/ 17145 w 17144"/>
                  <a:gd name="connsiteY1" fmla="*/ 8572 h 17145"/>
                  <a:gd name="connsiteX2" fmla="*/ 8573 w 17144"/>
                  <a:gd name="connsiteY2" fmla="*/ 17145 h 17145"/>
                  <a:gd name="connsiteX3" fmla="*/ 0 w 17144"/>
                  <a:gd name="connsiteY3" fmla="*/ 8572 h 17145"/>
                  <a:gd name="connsiteX4" fmla="*/ 8573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9C3FDDE1-4283-48AC-F9FF-739F0F13D0C4}"/>
                  </a:ext>
                </a:extLst>
              </p:cNvPr>
              <p:cNvSpPr/>
              <p:nvPr/>
            </p:nvSpPr>
            <p:spPr>
              <a:xfrm>
                <a:off x="1281647" y="2581191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C1CA4E82-B30B-6F5F-9EB6-AAA9EE958152}"/>
                  </a:ext>
                </a:extLst>
              </p:cNvPr>
              <p:cNvSpPr/>
              <p:nvPr/>
            </p:nvSpPr>
            <p:spPr>
              <a:xfrm>
                <a:off x="1270378" y="2297898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65202270-C604-137B-5F20-0D15A56662B7}"/>
                  </a:ext>
                </a:extLst>
              </p:cNvPr>
              <p:cNvSpPr/>
              <p:nvPr/>
            </p:nvSpPr>
            <p:spPr>
              <a:xfrm>
                <a:off x="1466488" y="203658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8ACC35A7-F171-208E-DC0F-ECFD4A26D80A}"/>
                  </a:ext>
                </a:extLst>
              </p:cNvPr>
              <p:cNvSpPr/>
              <p:nvPr/>
            </p:nvSpPr>
            <p:spPr>
              <a:xfrm>
                <a:off x="2329828" y="5704752"/>
                <a:ext cx="58605" cy="63497"/>
              </a:xfrm>
              <a:custGeom>
                <a:avLst/>
                <a:gdLst>
                  <a:gd name="connsiteX0" fmla="*/ 12382 w 24764"/>
                  <a:gd name="connsiteY0" fmla="*/ 0 h 24765"/>
                  <a:gd name="connsiteX1" fmla="*/ 24765 w 24764"/>
                  <a:gd name="connsiteY1" fmla="*/ 12383 h 24765"/>
                  <a:gd name="connsiteX2" fmla="*/ 12382 w 24764"/>
                  <a:gd name="connsiteY2" fmla="*/ 24765 h 24765"/>
                  <a:gd name="connsiteX3" fmla="*/ 0 w 24764"/>
                  <a:gd name="connsiteY3" fmla="*/ 12383 h 24765"/>
                  <a:gd name="connsiteX4" fmla="*/ 12382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0E66DEDD-57EB-97E8-752D-C9FF04A1E0C7}"/>
                  </a:ext>
                </a:extLst>
              </p:cNvPr>
              <p:cNvSpPr/>
              <p:nvPr/>
            </p:nvSpPr>
            <p:spPr>
              <a:xfrm>
                <a:off x="1414643" y="2053679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A0996B1C-E3F4-A15D-1617-5A9DDBE98B71}"/>
                  </a:ext>
                </a:extLst>
              </p:cNvPr>
              <p:cNvSpPr/>
              <p:nvPr/>
            </p:nvSpPr>
            <p:spPr>
              <a:xfrm>
                <a:off x="1847440" y="1755732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3 w 32385"/>
                  <a:gd name="connsiteY1" fmla="*/ 32385 h 32384"/>
                  <a:gd name="connsiteX2" fmla="*/ 0 w 32385"/>
                  <a:gd name="connsiteY2" fmla="*/ 16193 h 32384"/>
                  <a:gd name="connsiteX3" fmla="*/ 16193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A002EE0E-91E0-5F9B-B11E-071184295606}"/>
                  </a:ext>
                </a:extLst>
              </p:cNvPr>
              <p:cNvSpPr/>
              <p:nvPr/>
            </p:nvSpPr>
            <p:spPr>
              <a:xfrm>
                <a:off x="1272633" y="2676438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844BC002-9C28-CDE4-4807-8623562B4A6F}"/>
                  </a:ext>
                </a:extLst>
              </p:cNvPr>
              <p:cNvSpPr/>
              <p:nvPr/>
            </p:nvSpPr>
            <p:spPr>
              <a:xfrm>
                <a:off x="848851" y="2979270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2 h 32385"/>
                  <a:gd name="connsiteX2" fmla="*/ 16192 w 32385"/>
                  <a:gd name="connsiteY2" fmla="*/ 32385 h 32385"/>
                  <a:gd name="connsiteX3" fmla="*/ 0 w 32385"/>
                  <a:gd name="connsiteY3" fmla="*/ 16192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3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F348DF22-908D-EA4C-17BC-870C5D7D4720}"/>
                  </a:ext>
                </a:extLst>
              </p:cNvPr>
              <p:cNvSpPr/>
              <p:nvPr/>
            </p:nvSpPr>
            <p:spPr>
              <a:xfrm>
                <a:off x="1509318" y="2031700"/>
                <a:ext cx="76641" cy="83032"/>
              </a:xfrm>
              <a:custGeom>
                <a:avLst/>
                <a:gdLst>
                  <a:gd name="connsiteX0" fmla="*/ 32385 w 32385"/>
                  <a:gd name="connsiteY0" fmla="*/ 16192 h 32384"/>
                  <a:gd name="connsiteX1" fmla="*/ 16193 w 32385"/>
                  <a:gd name="connsiteY1" fmla="*/ 32385 h 32384"/>
                  <a:gd name="connsiteX2" fmla="*/ 0 w 32385"/>
                  <a:gd name="connsiteY2" fmla="*/ 16192 h 32384"/>
                  <a:gd name="connsiteX3" fmla="*/ 16193 w 32385"/>
                  <a:gd name="connsiteY3" fmla="*/ 0 h 32384"/>
                  <a:gd name="connsiteX4" fmla="*/ 32385 w 32385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2A928C1F-A543-E8D9-06C4-040675090199}"/>
                  </a:ext>
                </a:extLst>
              </p:cNvPr>
              <p:cNvSpPr/>
              <p:nvPr/>
            </p:nvSpPr>
            <p:spPr>
              <a:xfrm>
                <a:off x="738399" y="2466410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6A099827-5875-380A-5A8B-A65925D4AA8A}"/>
                  </a:ext>
                </a:extLst>
              </p:cNvPr>
              <p:cNvSpPr/>
              <p:nvPr/>
            </p:nvSpPr>
            <p:spPr>
              <a:xfrm>
                <a:off x="639216" y="2708185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5C249D27-5B79-B6D0-1AB7-4FD6D93A2019}"/>
                  </a:ext>
                </a:extLst>
              </p:cNvPr>
              <p:cNvSpPr/>
              <p:nvPr/>
            </p:nvSpPr>
            <p:spPr>
              <a:xfrm>
                <a:off x="1274886" y="3054976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7ECBD2A3-987F-DF51-1804-BCC90D5400E3}"/>
                  </a:ext>
                </a:extLst>
              </p:cNvPr>
              <p:cNvSpPr/>
              <p:nvPr/>
            </p:nvSpPr>
            <p:spPr>
              <a:xfrm>
                <a:off x="1335749" y="226126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5C7A7639-6671-D262-66A6-27BEE8E91F0B}"/>
                  </a:ext>
                </a:extLst>
              </p:cNvPr>
              <p:cNvSpPr/>
              <p:nvPr/>
            </p:nvSpPr>
            <p:spPr>
              <a:xfrm>
                <a:off x="1739241" y="5673003"/>
                <a:ext cx="76641" cy="83032"/>
              </a:xfrm>
              <a:custGeom>
                <a:avLst/>
                <a:gdLst>
                  <a:gd name="connsiteX0" fmla="*/ 32385 w 32385"/>
                  <a:gd name="connsiteY0" fmla="*/ 16192 h 32384"/>
                  <a:gd name="connsiteX1" fmla="*/ 16192 w 32385"/>
                  <a:gd name="connsiteY1" fmla="*/ 32385 h 32384"/>
                  <a:gd name="connsiteX2" fmla="*/ 0 w 32385"/>
                  <a:gd name="connsiteY2" fmla="*/ 16192 h 32384"/>
                  <a:gd name="connsiteX3" fmla="*/ 16192 w 32385"/>
                  <a:gd name="connsiteY3" fmla="*/ 0 h 32384"/>
                  <a:gd name="connsiteX4" fmla="*/ 32385 w 32385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9E83FF9E-14E2-7750-C218-AF4547974A9E}"/>
                  </a:ext>
                </a:extLst>
              </p:cNvPr>
              <p:cNvSpPr/>
              <p:nvPr/>
            </p:nvSpPr>
            <p:spPr>
              <a:xfrm>
                <a:off x="1182467" y="1980413"/>
                <a:ext cx="76639" cy="83032"/>
              </a:xfrm>
              <a:custGeom>
                <a:avLst/>
                <a:gdLst>
                  <a:gd name="connsiteX0" fmla="*/ 32385 w 32384"/>
                  <a:gd name="connsiteY0" fmla="*/ 16193 h 32384"/>
                  <a:gd name="connsiteX1" fmla="*/ 16192 w 32384"/>
                  <a:gd name="connsiteY1" fmla="*/ 32385 h 32384"/>
                  <a:gd name="connsiteX2" fmla="*/ 0 w 32384"/>
                  <a:gd name="connsiteY2" fmla="*/ 16193 h 32384"/>
                  <a:gd name="connsiteX3" fmla="*/ 16192 w 32384"/>
                  <a:gd name="connsiteY3" fmla="*/ 0 h 32384"/>
                  <a:gd name="connsiteX4" fmla="*/ 32385 w 32384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F517E050-041C-CB9A-23E6-DADA6F31AB78}"/>
                  </a:ext>
                </a:extLst>
              </p:cNvPr>
              <p:cNvSpPr/>
              <p:nvPr/>
            </p:nvSpPr>
            <p:spPr>
              <a:xfrm>
                <a:off x="1265869" y="2361394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72C47C85-F1EF-29E6-CD42-C49D44916FE3}"/>
                  </a:ext>
                </a:extLst>
              </p:cNvPr>
              <p:cNvSpPr/>
              <p:nvPr/>
            </p:nvSpPr>
            <p:spPr>
              <a:xfrm>
                <a:off x="2798691" y="1628738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2382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F877100-3A10-5F53-BAA2-AB38BB363AA4}"/>
                  </a:ext>
                </a:extLst>
              </p:cNvPr>
              <p:cNvSpPr/>
              <p:nvPr/>
            </p:nvSpPr>
            <p:spPr>
              <a:xfrm>
                <a:off x="1975927" y="1723984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C1D5D6DD-C531-F570-BC97-B5A082E21862}"/>
                  </a:ext>
                </a:extLst>
              </p:cNvPr>
              <p:cNvSpPr/>
              <p:nvPr/>
            </p:nvSpPr>
            <p:spPr>
              <a:xfrm>
                <a:off x="1495793" y="2102522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2 w 32385"/>
                  <a:gd name="connsiteY1" fmla="*/ 32385 h 32384"/>
                  <a:gd name="connsiteX2" fmla="*/ 0 w 32385"/>
                  <a:gd name="connsiteY2" fmla="*/ 16193 h 32384"/>
                  <a:gd name="connsiteX3" fmla="*/ 16192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928EB84C-7950-31A0-FE31-CA81200F98D9}"/>
                  </a:ext>
                </a:extLst>
              </p:cNvPr>
              <p:cNvSpPr/>
              <p:nvPr/>
            </p:nvSpPr>
            <p:spPr>
              <a:xfrm>
                <a:off x="1317716" y="308428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4B5380F4-5FCD-F47B-9A8B-935585732BCA}"/>
                  </a:ext>
                </a:extLst>
              </p:cNvPr>
              <p:cNvSpPr/>
              <p:nvPr/>
            </p:nvSpPr>
            <p:spPr>
              <a:xfrm>
                <a:off x="2036788" y="1755732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2 h 32385"/>
                  <a:gd name="connsiteX2" fmla="*/ 16192 w 32385"/>
                  <a:gd name="connsiteY2" fmla="*/ 32385 h 32385"/>
                  <a:gd name="connsiteX3" fmla="*/ 0 w 32385"/>
                  <a:gd name="connsiteY3" fmla="*/ 16192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C0F8B308-2B24-3B9A-702E-2CCB8ACDC8A9}"/>
                  </a:ext>
                </a:extLst>
              </p:cNvPr>
              <p:cNvSpPr/>
              <p:nvPr/>
            </p:nvSpPr>
            <p:spPr>
              <a:xfrm>
                <a:off x="1306444" y="2234401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FC74F473-8ECB-377A-CF6D-5898C25D1662}"/>
                  </a:ext>
                </a:extLst>
              </p:cNvPr>
              <p:cNvSpPr/>
              <p:nvPr/>
            </p:nvSpPr>
            <p:spPr>
              <a:xfrm>
                <a:off x="1159926" y="2080544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DD6D915-B73F-7591-9739-AF07DE4BBEA7}"/>
                  </a:ext>
                </a:extLst>
              </p:cNvPr>
              <p:cNvSpPr/>
              <p:nvPr/>
            </p:nvSpPr>
            <p:spPr>
              <a:xfrm>
                <a:off x="2016502" y="1706888"/>
                <a:ext cx="72130" cy="78147"/>
              </a:xfrm>
              <a:custGeom>
                <a:avLst/>
                <a:gdLst>
                  <a:gd name="connsiteX0" fmla="*/ 15240 w 30479"/>
                  <a:gd name="connsiteY0" fmla="*/ 0 h 30479"/>
                  <a:gd name="connsiteX1" fmla="*/ 30480 w 30479"/>
                  <a:gd name="connsiteY1" fmla="*/ 15240 h 30479"/>
                  <a:gd name="connsiteX2" fmla="*/ 15240 w 30479"/>
                  <a:gd name="connsiteY2" fmla="*/ 30480 h 30479"/>
                  <a:gd name="connsiteX3" fmla="*/ 0 w 30479"/>
                  <a:gd name="connsiteY3" fmla="*/ 15240 h 30479"/>
                  <a:gd name="connsiteX4" fmla="*/ 15240 w 30479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8" y="30480"/>
                      <a:pt x="0" y="23813"/>
                      <a:pt x="0" y="15240"/>
                    </a:cubicBezTo>
                    <a:cubicBezTo>
                      <a:pt x="0" y="7620"/>
                      <a:pt x="6668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154A41B0-EF98-2F4A-4321-3E30F844B17C}"/>
                  </a:ext>
                </a:extLst>
              </p:cNvPr>
              <p:cNvSpPr/>
              <p:nvPr/>
            </p:nvSpPr>
            <p:spPr>
              <a:xfrm>
                <a:off x="1015660" y="2463966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EA8F93DB-52A1-0A21-62D3-B868A41B4424}"/>
                  </a:ext>
                </a:extLst>
              </p:cNvPr>
              <p:cNvSpPr/>
              <p:nvPr/>
            </p:nvSpPr>
            <p:spPr>
              <a:xfrm>
                <a:off x="1412390" y="2691089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526D98E-7485-9AAE-0CCA-682C67CA5523}"/>
                  </a:ext>
                </a:extLst>
              </p:cNvPr>
              <p:cNvSpPr/>
              <p:nvPr/>
            </p:nvSpPr>
            <p:spPr>
              <a:xfrm>
                <a:off x="1270378" y="2205094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A34F8BCD-9504-0C6D-FE66-702AE2702B86}"/>
                  </a:ext>
                </a:extLst>
              </p:cNvPr>
              <p:cNvSpPr/>
              <p:nvPr/>
            </p:nvSpPr>
            <p:spPr>
              <a:xfrm>
                <a:off x="1536367" y="2903560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056C6EFF-6C68-A969-161F-C051DAAB70C7}"/>
                  </a:ext>
                </a:extLst>
              </p:cNvPr>
              <p:cNvSpPr/>
              <p:nvPr/>
            </p:nvSpPr>
            <p:spPr>
              <a:xfrm>
                <a:off x="939019" y="235162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38367C5-C5C4-3D31-6287-2146D3FC3765}"/>
                  </a:ext>
                </a:extLst>
              </p:cNvPr>
              <p:cNvSpPr/>
              <p:nvPr/>
            </p:nvSpPr>
            <p:spPr>
              <a:xfrm>
                <a:off x="1243328" y="308672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C6473D73-8F29-B28A-A0F6-56A16F0B21A0}"/>
                  </a:ext>
                </a:extLst>
              </p:cNvPr>
              <p:cNvSpPr/>
              <p:nvPr/>
            </p:nvSpPr>
            <p:spPr>
              <a:xfrm>
                <a:off x="1545384" y="2571423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D7D3A45C-270C-977F-9391-848E5622BB0B}"/>
                  </a:ext>
                </a:extLst>
              </p:cNvPr>
              <p:cNvSpPr/>
              <p:nvPr/>
            </p:nvSpPr>
            <p:spPr>
              <a:xfrm>
                <a:off x="1232058" y="2415123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6770542-B8CF-F36B-CB9F-C70D3F4DF790}"/>
                  </a:ext>
                </a:extLst>
              </p:cNvPr>
              <p:cNvSpPr/>
              <p:nvPr/>
            </p:nvSpPr>
            <p:spPr>
              <a:xfrm>
                <a:off x="1432676" y="2957289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3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C3679353-88AE-19B4-4063-CF61B8D90EBA}"/>
                  </a:ext>
                </a:extLst>
              </p:cNvPr>
              <p:cNvSpPr/>
              <p:nvPr/>
            </p:nvSpPr>
            <p:spPr>
              <a:xfrm>
                <a:off x="1398863" y="2170904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DB0CF683-9963-B2A7-18BB-237250F75C12}"/>
                  </a:ext>
                </a:extLst>
              </p:cNvPr>
              <p:cNvSpPr/>
              <p:nvPr/>
            </p:nvSpPr>
            <p:spPr>
              <a:xfrm>
                <a:off x="1085538" y="2945079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87D85E5E-7DBE-9D97-10E4-3FEF84A52177}"/>
                  </a:ext>
                </a:extLst>
              </p:cNvPr>
              <p:cNvSpPr/>
              <p:nvPr/>
            </p:nvSpPr>
            <p:spPr>
              <a:xfrm>
                <a:off x="1123857" y="2515254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5B2E1722-D22D-9A20-246A-679F27571B37}"/>
                  </a:ext>
                </a:extLst>
              </p:cNvPr>
              <p:cNvSpPr/>
              <p:nvPr/>
            </p:nvSpPr>
            <p:spPr>
              <a:xfrm>
                <a:off x="1784324" y="1721541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D2718484-D594-CF8A-4FAF-782C6A1E2F8D}"/>
                  </a:ext>
                </a:extLst>
              </p:cNvPr>
              <p:cNvSpPr/>
              <p:nvPr/>
            </p:nvSpPr>
            <p:spPr>
              <a:xfrm>
                <a:off x="1558909" y="2525020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2D4E6CA4-4168-9FBD-95D1-BD865C887BB8}"/>
                  </a:ext>
                </a:extLst>
              </p:cNvPr>
              <p:cNvSpPr/>
              <p:nvPr/>
            </p:nvSpPr>
            <p:spPr>
              <a:xfrm>
                <a:off x="1356035" y="2510369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CF2F001F-03DF-9F95-E37C-111BFC6C7821}"/>
                  </a:ext>
                </a:extLst>
              </p:cNvPr>
              <p:cNvSpPr/>
              <p:nvPr/>
            </p:nvSpPr>
            <p:spPr>
              <a:xfrm>
                <a:off x="1290664" y="2986595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136DCCEF-50A2-95F2-CB5F-7E90351AAE3D}"/>
                  </a:ext>
                </a:extLst>
              </p:cNvPr>
              <p:cNvSpPr/>
              <p:nvPr/>
            </p:nvSpPr>
            <p:spPr>
              <a:xfrm>
                <a:off x="1186975" y="2195326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68A700AE-5D0D-7CCD-10EB-F5AD73300AAF}"/>
                  </a:ext>
                </a:extLst>
              </p:cNvPr>
              <p:cNvSpPr/>
              <p:nvPr/>
            </p:nvSpPr>
            <p:spPr>
              <a:xfrm>
                <a:off x="2151751" y="5704752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8 w 28575"/>
                  <a:gd name="connsiteY1" fmla="*/ 28575 h 28575"/>
                  <a:gd name="connsiteX2" fmla="*/ 0 w 28575"/>
                  <a:gd name="connsiteY2" fmla="*/ 14288 h 28575"/>
                  <a:gd name="connsiteX3" fmla="*/ 14288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22DC1CD-4679-E2A8-871D-9ECD55898AE5}"/>
                  </a:ext>
                </a:extLst>
              </p:cNvPr>
              <p:cNvSpPr/>
              <p:nvPr/>
            </p:nvSpPr>
            <p:spPr>
              <a:xfrm>
                <a:off x="1256853" y="2827854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F3A01747-7E04-C568-C03F-A8386CBAF31B}"/>
                  </a:ext>
                </a:extLst>
              </p:cNvPr>
              <p:cNvSpPr/>
              <p:nvPr/>
            </p:nvSpPr>
            <p:spPr>
              <a:xfrm>
                <a:off x="907461" y="2700860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0C4A648D-8827-0222-AB52-83426445550E}"/>
                  </a:ext>
                </a:extLst>
              </p:cNvPr>
              <p:cNvSpPr/>
              <p:nvPr/>
            </p:nvSpPr>
            <p:spPr>
              <a:xfrm>
                <a:off x="1464235" y="2813198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4704C057-E837-8292-0994-7FF8F2B1BA9E}"/>
                  </a:ext>
                </a:extLst>
              </p:cNvPr>
              <p:cNvSpPr/>
              <p:nvPr/>
            </p:nvSpPr>
            <p:spPr>
              <a:xfrm>
                <a:off x="1416899" y="2219748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F2E0038-778F-DD34-DFF5-91B71A46D9E9}"/>
                  </a:ext>
                </a:extLst>
              </p:cNvPr>
              <p:cNvSpPr/>
              <p:nvPr/>
            </p:nvSpPr>
            <p:spPr>
              <a:xfrm>
                <a:off x="1022421" y="3015901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A043BA0A-B2ED-F8FA-DB94-DFF07576D1E5}"/>
                  </a:ext>
                </a:extLst>
              </p:cNvPr>
              <p:cNvSpPr/>
              <p:nvPr/>
            </p:nvSpPr>
            <p:spPr>
              <a:xfrm>
                <a:off x="769957" y="2884023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CECD83B7-193D-69FD-245C-EC39FE2447C5}"/>
                  </a:ext>
                </a:extLst>
              </p:cNvPr>
              <p:cNvSpPr/>
              <p:nvPr/>
            </p:nvSpPr>
            <p:spPr>
              <a:xfrm>
                <a:off x="1065249" y="247129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638E0F42-A48A-CD56-3F23-48E2FCD85915}"/>
                  </a:ext>
                </a:extLst>
              </p:cNvPr>
              <p:cNvSpPr/>
              <p:nvPr/>
            </p:nvSpPr>
            <p:spPr>
              <a:xfrm>
                <a:off x="706841" y="3084282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F24127F1-8CCE-B7DE-8467-19A1D3E0729C}"/>
                  </a:ext>
                </a:extLst>
              </p:cNvPr>
              <p:cNvSpPr/>
              <p:nvPr/>
            </p:nvSpPr>
            <p:spPr>
              <a:xfrm>
                <a:off x="1053980" y="2671554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C52EB3E0-861E-F599-0E58-5E86603215DC}"/>
                  </a:ext>
                </a:extLst>
              </p:cNvPr>
              <p:cNvSpPr/>
              <p:nvPr/>
            </p:nvSpPr>
            <p:spPr>
              <a:xfrm>
                <a:off x="1527351" y="1748406"/>
                <a:ext cx="63114" cy="68379"/>
              </a:xfrm>
              <a:custGeom>
                <a:avLst/>
                <a:gdLst>
                  <a:gd name="connsiteX0" fmla="*/ 13335 w 26669"/>
                  <a:gd name="connsiteY0" fmla="*/ 0 h 26669"/>
                  <a:gd name="connsiteX1" fmla="*/ 26670 w 26669"/>
                  <a:gd name="connsiteY1" fmla="*/ 13335 h 26669"/>
                  <a:gd name="connsiteX2" fmla="*/ 13335 w 26669"/>
                  <a:gd name="connsiteY2" fmla="*/ 26670 h 26669"/>
                  <a:gd name="connsiteX3" fmla="*/ 0 w 26669"/>
                  <a:gd name="connsiteY3" fmla="*/ 13335 h 26669"/>
                  <a:gd name="connsiteX4" fmla="*/ 13335 w 26669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69" h="26669">
                    <a:moveTo>
                      <a:pt x="13335" y="0"/>
                    </a:moveTo>
                    <a:cubicBezTo>
                      <a:pt x="20003" y="0"/>
                      <a:pt x="26670" y="5715"/>
                      <a:pt x="26670" y="13335"/>
                    </a:cubicBezTo>
                    <a:cubicBezTo>
                      <a:pt x="26670" y="20003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67B5745E-6491-5507-B5D3-DB4219316420}"/>
                  </a:ext>
                </a:extLst>
              </p:cNvPr>
              <p:cNvSpPr/>
              <p:nvPr/>
            </p:nvSpPr>
            <p:spPr>
              <a:xfrm>
                <a:off x="1486776" y="2280801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E606BFC6-9E9B-2C04-53A9-B4C7EE05E258}"/>
                  </a:ext>
                </a:extLst>
              </p:cNvPr>
              <p:cNvSpPr/>
              <p:nvPr/>
            </p:nvSpPr>
            <p:spPr>
              <a:xfrm>
                <a:off x="1761782" y="1765500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F79581DF-C97D-69AA-8349-8A1C423A21C4}"/>
                  </a:ext>
                </a:extLst>
              </p:cNvPr>
              <p:cNvSpPr/>
              <p:nvPr/>
            </p:nvSpPr>
            <p:spPr>
              <a:xfrm>
                <a:off x="1295175" y="2859601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A93A8A61-EF69-77DD-131D-E5D354B01022}"/>
                  </a:ext>
                </a:extLst>
              </p:cNvPr>
              <p:cNvSpPr/>
              <p:nvPr/>
            </p:nvSpPr>
            <p:spPr>
              <a:xfrm>
                <a:off x="1450710" y="1990182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2 w 32385"/>
                  <a:gd name="connsiteY1" fmla="*/ 32385 h 32384"/>
                  <a:gd name="connsiteX2" fmla="*/ 0 w 32385"/>
                  <a:gd name="connsiteY2" fmla="*/ 16193 h 32384"/>
                  <a:gd name="connsiteX3" fmla="*/ 16192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D49D0F4A-754B-7F6F-F699-04B71FD35D55}"/>
                  </a:ext>
                </a:extLst>
              </p:cNvPr>
              <p:cNvSpPr/>
              <p:nvPr/>
            </p:nvSpPr>
            <p:spPr>
              <a:xfrm>
                <a:off x="1477759" y="2644688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2720E0C3-ED35-DD4B-7459-7D68DE162E17}"/>
                  </a:ext>
                </a:extLst>
              </p:cNvPr>
              <p:cNvSpPr/>
              <p:nvPr/>
            </p:nvSpPr>
            <p:spPr>
              <a:xfrm>
                <a:off x="1159926" y="3023226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A0AAAFE5-AF5F-A787-2CD3-8258880F8B7A}"/>
                  </a:ext>
                </a:extLst>
              </p:cNvPr>
              <p:cNvSpPr/>
              <p:nvPr/>
            </p:nvSpPr>
            <p:spPr>
              <a:xfrm>
                <a:off x="1721208" y="174840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7206C25F-10E3-423E-18E4-8EA98545C258}"/>
                  </a:ext>
                </a:extLst>
              </p:cNvPr>
              <p:cNvSpPr/>
              <p:nvPr/>
            </p:nvSpPr>
            <p:spPr>
              <a:xfrm>
                <a:off x="2126663" y="5775575"/>
                <a:ext cx="40863" cy="43959"/>
              </a:xfrm>
              <a:custGeom>
                <a:avLst/>
                <a:gdLst>
                  <a:gd name="connsiteX0" fmla="*/ 8695 w 17267"/>
                  <a:gd name="connsiteY0" fmla="*/ 0 h 17145"/>
                  <a:gd name="connsiteX1" fmla="*/ 17268 w 17267"/>
                  <a:gd name="connsiteY1" fmla="*/ 8573 h 17145"/>
                  <a:gd name="connsiteX2" fmla="*/ 8695 w 17267"/>
                  <a:gd name="connsiteY2" fmla="*/ 17145 h 17145"/>
                  <a:gd name="connsiteX3" fmla="*/ 123 w 17267"/>
                  <a:gd name="connsiteY3" fmla="*/ 8573 h 17145"/>
                  <a:gd name="connsiteX4" fmla="*/ 8695 w 17267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67" h="17145">
                    <a:moveTo>
                      <a:pt x="8695" y="0"/>
                    </a:moveTo>
                    <a:cubicBezTo>
                      <a:pt x="13458" y="0"/>
                      <a:pt x="17268" y="3810"/>
                      <a:pt x="17268" y="8573"/>
                    </a:cubicBezTo>
                    <a:cubicBezTo>
                      <a:pt x="17268" y="13335"/>
                      <a:pt x="13458" y="17145"/>
                      <a:pt x="8695" y="17145"/>
                    </a:cubicBezTo>
                    <a:cubicBezTo>
                      <a:pt x="3933" y="17145"/>
                      <a:pt x="123" y="13335"/>
                      <a:pt x="123" y="8573"/>
                    </a:cubicBezTo>
                    <a:cubicBezTo>
                      <a:pt x="-830" y="3810"/>
                      <a:pt x="3933" y="0"/>
                      <a:pt x="869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010BFD14-A5AC-E0B0-C98C-893F5A8A997A}"/>
                  </a:ext>
                </a:extLst>
              </p:cNvPr>
              <p:cNvSpPr/>
              <p:nvPr/>
            </p:nvSpPr>
            <p:spPr>
              <a:xfrm>
                <a:off x="923239" y="2400469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F47CACDD-690C-2E7A-43B6-69FAA6A24946}"/>
                  </a:ext>
                </a:extLst>
              </p:cNvPr>
              <p:cNvSpPr/>
              <p:nvPr/>
            </p:nvSpPr>
            <p:spPr>
              <a:xfrm>
                <a:off x="1933097" y="1723984"/>
                <a:ext cx="76641" cy="83032"/>
              </a:xfrm>
              <a:custGeom>
                <a:avLst/>
                <a:gdLst>
                  <a:gd name="connsiteX0" fmla="*/ 32385 w 32385"/>
                  <a:gd name="connsiteY0" fmla="*/ 16192 h 32384"/>
                  <a:gd name="connsiteX1" fmla="*/ 16193 w 32385"/>
                  <a:gd name="connsiteY1" fmla="*/ 32385 h 32384"/>
                  <a:gd name="connsiteX2" fmla="*/ 0 w 32385"/>
                  <a:gd name="connsiteY2" fmla="*/ 16192 h 32384"/>
                  <a:gd name="connsiteX3" fmla="*/ 16193 w 32385"/>
                  <a:gd name="connsiteY3" fmla="*/ 0 h 32384"/>
                  <a:gd name="connsiteX4" fmla="*/ 32385 w 32385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89226A60-EB40-E4EF-2868-68A9FC52EADB}"/>
                  </a:ext>
                </a:extLst>
              </p:cNvPr>
              <p:cNvSpPr/>
              <p:nvPr/>
            </p:nvSpPr>
            <p:spPr>
              <a:xfrm>
                <a:off x="1008897" y="2307666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260CA1EC-F1A3-4EB4-70A4-2F90DD815EF1}"/>
                  </a:ext>
                </a:extLst>
              </p:cNvPr>
              <p:cNvSpPr/>
              <p:nvPr/>
            </p:nvSpPr>
            <p:spPr>
              <a:xfrm>
                <a:off x="1793340" y="5668118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B48101B5-AA0A-59AF-BD1D-0183E878D054}"/>
                  </a:ext>
                </a:extLst>
              </p:cNvPr>
              <p:cNvSpPr/>
              <p:nvPr/>
            </p:nvSpPr>
            <p:spPr>
              <a:xfrm>
                <a:off x="1495793" y="2156251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31F7F764-8A45-D798-19E6-822F98E311D7}"/>
                  </a:ext>
                </a:extLst>
              </p:cNvPr>
              <p:cNvSpPr/>
              <p:nvPr/>
            </p:nvSpPr>
            <p:spPr>
              <a:xfrm>
                <a:off x="623438" y="2927982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6668"/>
                      <a:pt x="32385" y="16193"/>
                    </a:cubicBezTo>
                    <a:cubicBezTo>
                      <a:pt x="32385" y="24765"/>
                      <a:pt x="25718" y="32385"/>
                      <a:pt x="16193" y="32385"/>
                    </a:cubicBezTo>
                    <a:cubicBezTo>
                      <a:pt x="6667" y="32385"/>
                      <a:pt x="0" y="25718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77F0B393-041F-1B87-1CC6-38C9995AF958}"/>
                  </a:ext>
                </a:extLst>
              </p:cNvPr>
              <p:cNvSpPr/>
              <p:nvPr/>
            </p:nvSpPr>
            <p:spPr>
              <a:xfrm>
                <a:off x="693316" y="2717954"/>
                <a:ext cx="76639" cy="80591"/>
              </a:xfrm>
              <a:custGeom>
                <a:avLst/>
                <a:gdLst>
                  <a:gd name="connsiteX0" fmla="*/ 16193 w 32384"/>
                  <a:gd name="connsiteY0" fmla="*/ 0 h 31432"/>
                  <a:gd name="connsiteX1" fmla="*/ 32385 w 32384"/>
                  <a:gd name="connsiteY1" fmla="*/ 16193 h 31432"/>
                  <a:gd name="connsiteX2" fmla="*/ 16193 w 32384"/>
                  <a:gd name="connsiteY2" fmla="*/ 31432 h 31432"/>
                  <a:gd name="connsiteX3" fmla="*/ 0 w 32384"/>
                  <a:gd name="connsiteY3" fmla="*/ 15240 h 31432"/>
                  <a:gd name="connsiteX4" fmla="*/ 16193 w 32384"/>
                  <a:gd name="connsiteY4" fmla="*/ 0 h 3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1432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1433" y="24765"/>
                      <a:pt x="24765" y="31432"/>
                      <a:pt x="16193" y="31432"/>
                    </a:cubicBezTo>
                    <a:cubicBezTo>
                      <a:pt x="7620" y="31432"/>
                      <a:pt x="0" y="23813"/>
                      <a:pt x="0" y="15240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6DFDC5E4-F67C-C2B5-67AC-2A9C6EB718B7}"/>
                  </a:ext>
                </a:extLst>
              </p:cNvPr>
              <p:cNvSpPr/>
              <p:nvPr/>
            </p:nvSpPr>
            <p:spPr>
              <a:xfrm>
                <a:off x="1139637" y="2261266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CA9C73EE-7D9D-CDC3-06FE-ADAF4DEB54B1}"/>
                  </a:ext>
                </a:extLst>
              </p:cNvPr>
              <p:cNvSpPr/>
              <p:nvPr/>
            </p:nvSpPr>
            <p:spPr>
              <a:xfrm>
                <a:off x="878156" y="265445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3C4AECC-11A2-E656-EA68-FDD6B9787590}"/>
                  </a:ext>
                </a:extLst>
              </p:cNvPr>
              <p:cNvSpPr/>
              <p:nvPr/>
            </p:nvSpPr>
            <p:spPr>
              <a:xfrm>
                <a:off x="1633297" y="1714216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E255CF9D-31FB-5DA8-6AC9-7EC88D7C6E63}"/>
                  </a:ext>
                </a:extLst>
              </p:cNvPr>
              <p:cNvSpPr/>
              <p:nvPr/>
            </p:nvSpPr>
            <p:spPr>
              <a:xfrm>
                <a:off x="1398863" y="2007278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254F1575-3BC0-00C3-133F-1670C9A959CE}"/>
                  </a:ext>
                </a:extLst>
              </p:cNvPr>
              <p:cNvSpPr/>
              <p:nvPr/>
            </p:nvSpPr>
            <p:spPr>
              <a:xfrm>
                <a:off x="1247836" y="2253938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5F0A9F1C-3891-8AC2-B2F1-96C1FA5613EE}"/>
                  </a:ext>
                </a:extLst>
              </p:cNvPr>
              <p:cNvSpPr/>
              <p:nvPr/>
            </p:nvSpPr>
            <p:spPr>
              <a:xfrm>
                <a:off x="1182467" y="2800988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6FC3E29A-D5EE-8F22-459F-991EB8BBDCDE}"/>
                  </a:ext>
                </a:extLst>
              </p:cNvPr>
              <p:cNvSpPr/>
              <p:nvPr/>
            </p:nvSpPr>
            <p:spPr>
              <a:xfrm>
                <a:off x="1405627" y="1836325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FC6F8B9A-7A6A-6FB0-983B-B33B423B186C}"/>
                  </a:ext>
                </a:extLst>
              </p:cNvPr>
              <p:cNvSpPr/>
              <p:nvPr/>
            </p:nvSpPr>
            <p:spPr>
              <a:xfrm>
                <a:off x="873648" y="2822969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CED6A7E5-EAA9-D6CA-769A-F2455B9214D8}"/>
                  </a:ext>
                </a:extLst>
              </p:cNvPr>
              <p:cNvSpPr/>
              <p:nvPr/>
            </p:nvSpPr>
            <p:spPr>
              <a:xfrm>
                <a:off x="1507065" y="182899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284A96DB-8EF8-42F5-EF72-0F24B0CF548D}"/>
                  </a:ext>
                </a:extLst>
              </p:cNvPr>
              <p:cNvSpPr/>
              <p:nvPr/>
            </p:nvSpPr>
            <p:spPr>
              <a:xfrm>
                <a:off x="941272" y="2214863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2FA0D162-902A-6945-9521-BD97E58E5631}"/>
                  </a:ext>
                </a:extLst>
              </p:cNvPr>
              <p:cNvSpPr/>
              <p:nvPr/>
            </p:nvSpPr>
            <p:spPr>
              <a:xfrm>
                <a:off x="1029185" y="2713070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058F9FFB-6F66-C228-FDF2-FC7E4293BE2A}"/>
                  </a:ext>
                </a:extLst>
              </p:cNvPr>
              <p:cNvSpPr/>
              <p:nvPr/>
            </p:nvSpPr>
            <p:spPr>
              <a:xfrm>
                <a:off x="2787419" y="1709329"/>
                <a:ext cx="40575" cy="43959"/>
              </a:xfrm>
              <a:custGeom>
                <a:avLst/>
                <a:gdLst>
                  <a:gd name="connsiteX0" fmla="*/ 8573 w 17145"/>
                  <a:gd name="connsiteY0" fmla="*/ 0 h 17145"/>
                  <a:gd name="connsiteX1" fmla="*/ 17145 w 17145"/>
                  <a:gd name="connsiteY1" fmla="*/ 8573 h 17145"/>
                  <a:gd name="connsiteX2" fmla="*/ 8573 w 17145"/>
                  <a:gd name="connsiteY2" fmla="*/ 17145 h 17145"/>
                  <a:gd name="connsiteX3" fmla="*/ 0 w 17145"/>
                  <a:gd name="connsiteY3" fmla="*/ 8573 h 17145"/>
                  <a:gd name="connsiteX4" fmla="*/ 8573 w 17145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2858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D610067B-2656-7E3F-A471-BE64104B4CE5}"/>
                  </a:ext>
                </a:extLst>
              </p:cNvPr>
              <p:cNvSpPr/>
              <p:nvPr/>
            </p:nvSpPr>
            <p:spPr>
              <a:xfrm>
                <a:off x="1283903" y="1853419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3B9DE9A3-CBE3-CFD9-2E61-9A6D5262FB2A}"/>
                  </a:ext>
                </a:extLst>
              </p:cNvPr>
              <p:cNvSpPr/>
              <p:nvPr/>
            </p:nvSpPr>
            <p:spPr>
              <a:xfrm>
                <a:off x="871395" y="2402913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9F70A0AB-5AF5-5ECC-126A-D354821F6FAC}"/>
                  </a:ext>
                </a:extLst>
              </p:cNvPr>
              <p:cNvSpPr/>
              <p:nvPr/>
            </p:nvSpPr>
            <p:spPr>
              <a:xfrm>
                <a:off x="1146398" y="3079398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92954F94-07AF-8131-EA27-ABEE512AD3B3}"/>
                  </a:ext>
                </a:extLst>
              </p:cNvPr>
              <p:cNvSpPr/>
              <p:nvPr/>
            </p:nvSpPr>
            <p:spPr>
              <a:xfrm>
                <a:off x="891681" y="2503041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C7C4C0B1-2B3C-D6FA-759A-C47F885D7500}"/>
                  </a:ext>
                </a:extLst>
              </p:cNvPr>
              <p:cNvSpPr/>
              <p:nvPr/>
            </p:nvSpPr>
            <p:spPr>
              <a:xfrm>
                <a:off x="1211770" y="2461526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0D2489FC-B715-E863-85DF-AB9CC0389993}"/>
                  </a:ext>
                </a:extLst>
              </p:cNvPr>
              <p:cNvSpPr/>
              <p:nvPr/>
            </p:nvSpPr>
            <p:spPr>
              <a:xfrm>
                <a:off x="1283903" y="2405354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625F7CE0-44D2-F0D4-5C24-F9BB0C77DA8A}"/>
                  </a:ext>
                </a:extLst>
              </p:cNvPr>
              <p:cNvSpPr/>
              <p:nvPr/>
            </p:nvSpPr>
            <p:spPr>
              <a:xfrm>
                <a:off x="1516081" y="2441988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858EB33C-164E-C8F0-8A90-71572A88E411}"/>
                  </a:ext>
                </a:extLst>
              </p:cNvPr>
              <p:cNvSpPr/>
              <p:nvPr/>
            </p:nvSpPr>
            <p:spPr>
              <a:xfrm>
                <a:off x="1130621" y="2959732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BE985E74-F1F5-1CC0-105A-6E72B60588C8}"/>
                  </a:ext>
                </a:extLst>
              </p:cNvPr>
              <p:cNvSpPr/>
              <p:nvPr/>
            </p:nvSpPr>
            <p:spPr>
              <a:xfrm>
                <a:off x="1038010" y="1997510"/>
                <a:ext cx="72322" cy="78147"/>
              </a:xfrm>
              <a:custGeom>
                <a:avLst/>
                <a:gdLst>
                  <a:gd name="connsiteX0" fmla="*/ 15321 w 30560"/>
                  <a:gd name="connsiteY0" fmla="*/ 0 h 30479"/>
                  <a:gd name="connsiteX1" fmla="*/ 30561 w 30560"/>
                  <a:gd name="connsiteY1" fmla="*/ 15240 h 30479"/>
                  <a:gd name="connsiteX2" fmla="*/ 15321 w 30560"/>
                  <a:gd name="connsiteY2" fmla="*/ 30480 h 30479"/>
                  <a:gd name="connsiteX3" fmla="*/ 81 w 30560"/>
                  <a:gd name="connsiteY3" fmla="*/ 15240 h 30479"/>
                  <a:gd name="connsiteX4" fmla="*/ 15321 w 30560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560" h="30479">
                    <a:moveTo>
                      <a:pt x="15321" y="0"/>
                    </a:moveTo>
                    <a:cubicBezTo>
                      <a:pt x="23893" y="0"/>
                      <a:pt x="30561" y="6667"/>
                      <a:pt x="30561" y="15240"/>
                    </a:cubicBezTo>
                    <a:cubicBezTo>
                      <a:pt x="30561" y="23813"/>
                      <a:pt x="23893" y="30480"/>
                      <a:pt x="15321" y="30480"/>
                    </a:cubicBezTo>
                    <a:cubicBezTo>
                      <a:pt x="6748" y="30480"/>
                      <a:pt x="81" y="23813"/>
                      <a:pt x="81" y="15240"/>
                    </a:cubicBezTo>
                    <a:cubicBezTo>
                      <a:pt x="-872" y="6667"/>
                      <a:pt x="6748" y="0"/>
                      <a:pt x="1532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9E643205-D191-1416-F709-6A2D01CE65D9}"/>
                  </a:ext>
                </a:extLst>
              </p:cNvPr>
              <p:cNvSpPr/>
              <p:nvPr/>
            </p:nvSpPr>
            <p:spPr>
              <a:xfrm>
                <a:off x="1261361" y="1907147"/>
                <a:ext cx="76639" cy="83032"/>
              </a:xfrm>
              <a:custGeom>
                <a:avLst/>
                <a:gdLst>
                  <a:gd name="connsiteX0" fmla="*/ 32385 w 32384"/>
                  <a:gd name="connsiteY0" fmla="*/ 16193 h 32384"/>
                  <a:gd name="connsiteX1" fmla="*/ 16192 w 32384"/>
                  <a:gd name="connsiteY1" fmla="*/ 32385 h 32384"/>
                  <a:gd name="connsiteX2" fmla="*/ 0 w 32384"/>
                  <a:gd name="connsiteY2" fmla="*/ 16193 h 32384"/>
                  <a:gd name="connsiteX3" fmla="*/ 16192 w 32384"/>
                  <a:gd name="connsiteY3" fmla="*/ 0 h 32384"/>
                  <a:gd name="connsiteX4" fmla="*/ 32385 w 32384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09E2DD2C-DE08-31B8-CC9E-58A80F462EE4}"/>
                  </a:ext>
                </a:extLst>
              </p:cNvPr>
              <p:cNvSpPr/>
              <p:nvPr/>
            </p:nvSpPr>
            <p:spPr>
              <a:xfrm>
                <a:off x="2106668" y="1726425"/>
                <a:ext cx="72130" cy="78150"/>
              </a:xfrm>
              <a:custGeom>
                <a:avLst/>
                <a:gdLst>
                  <a:gd name="connsiteX0" fmla="*/ 30480 w 30479"/>
                  <a:gd name="connsiteY0" fmla="*/ 15240 h 30480"/>
                  <a:gd name="connsiteX1" fmla="*/ 15240 w 30479"/>
                  <a:gd name="connsiteY1" fmla="*/ 30480 h 30480"/>
                  <a:gd name="connsiteX2" fmla="*/ 0 w 30479"/>
                  <a:gd name="connsiteY2" fmla="*/ 15240 h 30480"/>
                  <a:gd name="connsiteX3" fmla="*/ 15240 w 30479"/>
                  <a:gd name="connsiteY3" fmla="*/ 0 h 30480"/>
                  <a:gd name="connsiteX4" fmla="*/ 30480 w 30479"/>
                  <a:gd name="connsiteY4" fmla="*/ 1524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F64C685F-26A7-9D52-A58C-D37C7E1AECC0}"/>
                  </a:ext>
                </a:extLst>
              </p:cNvPr>
              <p:cNvSpPr/>
              <p:nvPr/>
            </p:nvSpPr>
            <p:spPr>
              <a:xfrm>
                <a:off x="1236564" y="2713070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715D36D5-48DE-F32A-9DA2-2E5141ACCF8C}"/>
                  </a:ext>
                </a:extLst>
              </p:cNvPr>
              <p:cNvSpPr/>
              <p:nvPr/>
            </p:nvSpPr>
            <p:spPr>
              <a:xfrm>
                <a:off x="2449296" y="5758478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953" y="4763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FD338CD3-2973-6337-8F61-0D331E068880}"/>
                  </a:ext>
                </a:extLst>
              </p:cNvPr>
              <p:cNvSpPr/>
              <p:nvPr/>
            </p:nvSpPr>
            <p:spPr>
              <a:xfrm>
                <a:off x="760940" y="2551885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5759485B-3C3D-67FB-6115-3810DB1AC6B3}"/>
                  </a:ext>
                </a:extLst>
              </p:cNvPr>
              <p:cNvSpPr/>
              <p:nvPr/>
            </p:nvSpPr>
            <p:spPr>
              <a:xfrm>
                <a:off x="1281650" y="2771682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ADCE7F7C-9E9E-F9C8-F35C-D13632624B54}"/>
                  </a:ext>
                </a:extLst>
              </p:cNvPr>
              <p:cNvSpPr/>
              <p:nvPr/>
            </p:nvSpPr>
            <p:spPr>
              <a:xfrm>
                <a:off x="1198245" y="2669110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76B5A738-A21A-6FA7-0A25-2A647F47A7F2}"/>
                  </a:ext>
                </a:extLst>
              </p:cNvPr>
              <p:cNvSpPr/>
              <p:nvPr/>
            </p:nvSpPr>
            <p:spPr>
              <a:xfrm>
                <a:off x="902953" y="2761913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34FBD0BF-E8A1-546E-ED45-59F90E1DE0F3}"/>
                  </a:ext>
                </a:extLst>
              </p:cNvPr>
              <p:cNvSpPr/>
              <p:nvPr/>
            </p:nvSpPr>
            <p:spPr>
              <a:xfrm>
                <a:off x="2834757" y="5865937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2" y="0"/>
                      <a:pt x="11430" y="2857"/>
                      <a:pt x="11430" y="5715"/>
                    </a:cubicBezTo>
                    <a:cubicBezTo>
                      <a:pt x="11430" y="8572"/>
                      <a:pt x="8572" y="11430"/>
                      <a:pt x="5715" y="11430"/>
                    </a:cubicBezTo>
                    <a:cubicBezTo>
                      <a:pt x="2857" y="11430"/>
                      <a:pt x="0" y="8572"/>
                      <a:pt x="0" y="5715"/>
                    </a:cubicBezTo>
                    <a:cubicBezTo>
                      <a:pt x="0" y="1905"/>
                      <a:pt x="2857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1AD7EAB3-FE54-2F97-44ED-82EE050ABA7C}"/>
                  </a:ext>
                </a:extLst>
              </p:cNvPr>
              <p:cNvSpPr/>
              <p:nvPr/>
            </p:nvSpPr>
            <p:spPr>
              <a:xfrm>
                <a:off x="1378577" y="2263707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56468CDE-8B8B-6DE8-0B39-D342A2F67D16}"/>
                  </a:ext>
                </a:extLst>
              </p:cNvPr>
              <p:cNvSpPr/>
              <p:nvPr/>
            </p:nvSpPr>
            <p:spPr>
              <a:xfrm>
                <a:off x="871392" y="3025670"/>
                <a:ext cx="76641" cy="83032"/>
              </a:xfrm>
              <a:custGeom>
                <a:avLst/>
                <a:gdLst>
                  <a:gd name="connsiteX0" fmla="*/ 16192 w 32385"/>
                  <a:gd name="connsiteY0" fmla="*/ 0 h 32384"/>
                  <a:gd name="connsiteX1" fmla="*/ 32385 w 32385"/>
                  <a:gd name="connsiteY1" fmla="*/ 16192 h 32384"/>
                  <a:gd name="connsiteX2" fmla="*/ 16192 w 32385"/>
                  <a:gd name="connsiteY2" fmla="*/ 32385 h 32384"/>
                  <a:gd name="connsiteX3" fmla="*/ 0 w 32385"/>
                  <a:gd name="connsiteY3" fmla="*/ 16192 h 32384"/>
                  <a:gd name="connsiteX4" fmla="*/ 16192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392E6DE0-8F85-F761-FBD0-2E1DB949A343}"/>
                  </a:ext>
                </a:extLst>
              </p:cNvPr>
              <p:cNvSpPr/>
              <p:nvPr/>
            </p:nvSpPr>
            <p:spPr>
              <a:xfrm>
                <a:off x="1110332" y="2568979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A4018D08-0210-72B6-1D18-DFD538110BC9}"/>
                  </a:ext>
                </a:extLst>
              </p:cNvPr>
              <p:cNvSpPr/>
              <p:nvPr/>
            </p:nvSpPr>
            <p:spPr>
              <a:xfrm>
                <a:off x="1277141" y="262026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93E8FC3A-B639-0AEF-4F63-2D098CC97A9D}"/>
                  </a:ext>
                </a:extLst>
              </p:cNvPr>
              <p:cNvSpPr/>
              <p:nvPr/>
            </p:nvSpPr>
            <p:spPr>
              <a:xfrm>
                <a:off x="1885762" y="1721541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A15F66F4-7130-AC7B-5061-2B040386644B}"/>
                  </a:ext>
                </a:extLst>
              </p:cNvPr>
              <p:cNvSpPr/>
              <p:nvPr/>
            </p:nvSpPr>
            <p:spPr>
              <a:xfrm>
                <a:off x="2780657" y="1550588"/>
                <a:ext cx="31558" cy="34191"/>
              </a:xfrm>
              <a:custGeom>
                <a:avLst/>
                <a:gdLst>
                  <a:gd name="connsiteX0" fmla="*/ 6667 w 13335"/>
                  <a:gd name="connsiteY0" fmla="*/ 0 h 13335"/>
                  <a:gd name="connsiteX1" fmla="*/ 13335 w 13335"/>
                  <a:gd name="connsiteY1" fmla="*/ 6667 h 13335"/>
                  <a:gd name="connsiteX2" fmla="*/ 6667 w 13335"/>
                  <a:gd name="connsiteY2" fmla="*/ 13335 h 13335"/>
                  <a:gd name="connsiteX3" fmla="*/ 0 w 13335"/>
                  <a:gd name="connsiteY3" fmla="*/ 6667 h 13335"/>
                  <a:gd name="connsiteX4" fmla="*/ 6667 w 13335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6667" y="0"/>
                    </a:moveTo>
                    <a:cubicBezTo>
                      <a:pt x="10477" y="0"/>
                      <a:pt x="13335" y="2857"/>
                      <a:pt x="13335" y="6667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2857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BE8D0DC1-3884-C793-852D-C98BBFCE7321}"/>
                  </a:ext>
                </a:extLst>
              </p:cNvPr>
              <p:cNvSpPr/>
              <p:nvPr/>
            </p:nvSpPr>
            <p:spPr>
              <a:xfrm>
                <a:off x="704585" y="2800988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AABD4888-B6E0-FE74-FB5A-469D6B9CBEC6}"/>
                  </a:ext>
                </a:extLst>
              </p:cNvPr>
              <p:cNvSpPr/>
              <p:nvPr/>
            </p:nvSpPr>
            <p:spPr>
              <a:xfrm>
                <a:off x="664013" y="2840064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F0B4AE69-133E-1636-E37D-12A91D55573B}"/>
                  </a:ext>
                </a:extLst>
              </p:cNvPr>
              <p:cNvSpPr/>
              <p:nvPr/>
            </p:nvSpPr>
            <p:spPr>
              <a:xfrm>
                <a:off x="1223042" y="2002394"/>
                <a:ext cx="76639" cy="83032"/>
              </a:xfrm>
              <a:custGeom>
                <a:avLst/>
                <a:gdLst>
                  <a:gd name="connsiteX0" fmla="*/ 32385 w 32384"/>
                  <a:gd name="connsiteY0" fmla="*/ 16193 h 32384"/>
                  <a:gd name="connsiteX1" fmla="*/ 16193 w 32384"/>
                  <a:gd name="connsiteY1" fmla="*/ 32385 h 32384"/>
                  <a:gd name="connsiteX2" fmla="*/ 0 w 32384"/>
                  <a:gd name="connsiteY2" fmla="*/ 16193 h 32384"/>
                  <a:gd name="connsiteX3" fmla="*/ 16193 w 32384"/>
                  <a:gd name="connsiteY3" fmla="*/ 0 h 32384"/>
                  <a:gd name="connsiteX4" fmla="*/ 32385 w 32384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3F22F6BF-3AC7-42BF-628D-5FA8CA3868CD}"/>
                  </a:ext>
                </a:extLst>
              </p:cNvPr>
              <p:cNvSpPr/>
              <p:nvPr/>
            </p:nvSpPr>
            <p:spPr>
              <a:xfrm>
                <a:off x="1378577" y="2805873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BCC48CAE-75CC-49D2-0CA4-F09D2521BBB1}"/>
                  </a:ext>
                </a:extLst>
              </p:cNvPr>
              <p:cNvSpPr/>
              <p:nvPr/>
            </p:nvSpPr>
            <p:spPr>
              <a:xfrm>
                <a:off x="3006072" y="5807322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3" y="0"/>
                      <a:pt x="11430" y="1905"/>
                      <a:pt x="11430" y="5715"/>
                    </a:cubicBezTo>
                    <a:cubicBezTo>
                      <a:pt x="11430" y="8573"/>
                      <a:pt x="9525" y="11430"/>
                      <a:pt x="5715" y="11430"/>
                    </a:cubicBezTo>
                    <a:cubicBezTo>
                      <a:pt x="2857" y="11430"/>
                      <a:pt x="0" y="9525"/>
                      <a:pt x="0" y="5715"/>
                    </a:cubicBezTo>
                    <a:cubicBezTo>
                      <a:pt x="952" y="2858"/>
                      <a:pt x="2857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0C41AA2F-EBDC-7155-95ED-00280C2FD549}"/>
                  </a:ext>
                </a:extLst>
              </p:cNvPr>
              <p:cNvSpPr/>
              <p:nvPr/>
            </p:nvSpPr>
            <p:spPr>
              <a:xfrm>
                <a:off x="1223039" y="2576307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5D7CF6B3-2108-04A9-6F1E-48475D2B2482}"/>
                  </a:ext>
                </a:extLst>
              </p:cNvPr>
              <p:cNvSpPr/>
              <p:nvPr/>
            </p:nvSpPr>
            <p:spPr>
              <a:xfrm>
                <a:off x="1527351" y="284983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7F38CA1C-0B95-A1FC-132E-AFA9123CC0AE}"/>
                  </a:ext>
                </a:extLst>
              </p:cNvPr>
              <p:cNvSpPr/>
              <p:nvPr/>
            </p:nvSpPr>
            <p:spPr>
              <a:xfrm>
                <a:off x="2338844" y="1684907"/>
                <a:ext cx="54097" cy="58613"/>
              </a:xfrm>
              <a:custGeom>
                <a:avLst/>
                <a:gdLst>
                  <a:gd name="connsiteX0" fmla="*/ 11430 w 22859"/>
                  <a:gd name="connsiteY0" fmla="*/ 0 h 22860"/>
                  <a:gd name="connsiteX1" fmla="*/ 22860 w 22859"/>
                  <a:gd name="connsiteY1" fmla="*/ 11430 h 22860"/>
                  <a:gd name="connsiteX2" fmla="*/ 11430 w 22859"/>
                  <a:gd name="connsiteY2" fmla="*/ 22860 h 22860"/>
                  <a:gd name="connsiteX3" fmla="*/ 0 w 22859"/>
                  <a:gd name="connsiteY3" fmla="*/ 11430 h 22860"/>
                  <a:gd name="connsiteX4" fmla="*/ 11430 w 22859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59" h="22860">
                    <a:moveTo>
                      <a:pt x="11430" y="0"/>
                    </a:moveTo>
                    <a:cubicBezTo>
                      <a:pt x="18097" y="0"/>
                      <a:pt x="22860" y="4763"/>
                      <a:pt x="22860" y="11430"/>
                    </a:cubicBezTo>
                    <a:cubicBezTo>
                      <a:pt x="22860" y="18098"/>
                      <a:pt x="18097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52474A23-6A49-591D-0DED-268261CA8901}"/>
                  </a:ext>
                </a:extLst>
              </p:cNvPr>
              <p:cNvSpPr/>
              <p:nvPr/>
            </p:nvSpPr>
            <p:spPr>
              <a:xfrm>
                <a:off x="1216278" y="2510369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FA5EB2D1-E706-EC97-0DE3-84C666E015F4}"/>
                  </a:ext>
                </a:extLst>
              </p:cNvPr>
              <p:cNvSpPr/>
              <p:nvPr/>
            </p:nvSpPr>
            <p:spPr>
              <a:xfrm>
                <a:off x="1137384" y="2681323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C5EBC018-1343-4388-FB6D-C8C34F6E761E}"/>
                  </a:ext>
                </a:extLst>
              </p:cNvPr>
              <p:cNvSpPr/>
              <p:nvPr/>
            </p:nvSpPr>
            <p:spPr>
              <a:xfrm>
                <a:off x="803768" y="2800988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B0A16968-BCAC-D5D8-E35A-7E51490ED54A}"/>
                  </a:ext>
                </a:extLst>
              </p:cNvPr>
              <p:cNvSpPr/>
              <p:nvPr/>
            </p:nvSpPr>
            <p:spPr>
              <a:xfrm>
                <a:off x="941272" y="2935310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2FD9D963-6B06-71F6-3748-59E42E468DCC}"/>
                  </a:ext>
                </a:extLst>
              </p:cNvPr>
              <p:cNvSpPr/>
              <p:nvPr/>
            </p:nvSpPr>
            <p:spPr>
              <a:xfrm>
                <a:off x="1234311" y="2319879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D458F658-FCF4-8A5F-FC74-D122A0384868}"/>
                  </a:ext>
                </a:extLst>
              </p:cNvPr>
              <p:cNvSpPr/>
              <p:nvPr/>
            </p:nvSpPr>
            <p:spPr>
              <a:xfrm>
                <a:off x="1205009" y="2373604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F01A0F9B-FF4F-DB8D-6B22-3012E42BBD5E}"/>
                  </a:ext>
                </a:extLst>
              </p:cNvPr>
              <p:cNvSpPr/>
              <p:nvPr/>
            </p:nvSpPr>
            <p:spPr>
              <a:xfrm>
                <a:off x="1538623" y="2124503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61B188B1-FCD5-AF33-1E60-194FCFE2FC62}"/>
                  </a:ext>
                </a:extLst>
              </p:cNvPr>
              <p:cNvSpPr/>
              <p:nvPr/>
            </p:nvSpPr>
            <p:spPr>
              <a:xfrm>
                <a:off x="1110332" y="1960875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0C65349A-51B7-74F9-4D93-3E9DE136007A}"/>
                  </a:ext>
                </a:extLst>
              </p:cNvPr>
              <p:cNvSpPr/>
              <p:nvPr/>
            </p:nvSpPr>
            <p:spPr>
              <a:xfrm>
                <a:off x="697824" y="2505485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39C6EE44-ED3C-17EA-EAA3-20B13DEB286B}"/>
                  </a:ext>
                </a:extLst>
              </p:cNvPr>
              <p:cNvSpPr/>
              <p:nvPr/>
            </p:nvSpPr>
            <p:spPr>
              <a:xfrm>
                <a:off x="1069760" y="3008573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E483871C-B814-E182-4AFF-B052206A82A9}"/>
                  </a:ext>
                </a:extLst>
              </p:cNvPr>
              <p:cNvSpPr/>
              <p:nvPr/>
            </p:nvSpPr>
            <p:spPr>
              <a:xfrm>
                <a:off x="1033691" y="2195326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E3462E03-2CB0-2C46-1A48-C83E35824FF3}"/>
                  </a:ext>
                </a:extLst>
              </p:cNvPr>
              <p:cNvSpPr/>
              <p:nvPr/>
            </p:nvSpPr>
            <p:spPr>
              <a:xfrm>
                <a:off x="936764" y="2600729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D72CDA76-A3EC-845E-615A-DD1A82D34097}"/>
                  </a:ext>
                </a:extLst>
              </p:cNvPr>
              <p:cNvSpPr/>
              <p:nvPr/>
            </p:nvSpPr>
            <p:spPr>
              <a:xfrm>
                <a:off x="1306444" y="1897379"/>
                <a:ext cx="76641" cy="83032"/>
              </a:xfrm>
              <a:custGeom>
                <a:avLst/>
                <a:gdLst>
                  <a:gd name="connsiteX0" fmla="*/ 32385 w 32385"/>
                  <a:gd name="connsiteY0" fmla="*/ 16192 h 32384"/>
                  <a:gd name="connsiteX1" fmla="*/ 16193 w 32385"/>
                  <a:gd name="connsiteY1" fmla="*/ 32385 h 32384"/>
                  <a:gd name="connsiteX2" fmla="*/ 0 w 32385"/>
                  <a:gd name="connsiteY2" fmla="*/ 16192 h 32384"/>
                  <a:gd name="connsiteX3" fmla="*/ 16193 w 32385"/>
                  <a:gd name="connsiteY3" fmla="*/ 0 h 32384"/>
                  <a:gd name="connsiteX4" fmla="*/ 32385 w 32385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F809CBFA-811C-4B00-BCB1-3A9F5FD52055}"/>
                  </a:ext>
                </a:extLst>
              </p:cNvPr>
              <p:cNvSpPr/>
              <p:nvPr/>
            </p:nvSpPr>
            <p:spPr>
              <a:xfrm>
                <a:off x="2325319" y="1738638"/>
                <a:ext cx="58608" cy="63497"/>
              </a:xfrm>
              <a:custGeom>
                <a:avLst/>
                <a:gdLst>
                  <a:gd name="connsiteX0" fmla="*/ 12383 w 24765"/>
                  <a:gd name="connsiteY0" fmla="*/ 0 h 24765"/>
                  <a:gd name="connsiteX1" fmla="*/ 24765 w 24765"/>
                  <a:gd name="connsiteY1" fmla="*/ 12382 h 24765"/>
                  <a:gd name="connsiteX2" fmla="*/ 12383 w 24765"/>
                  <a:gd name="connsiteY2" fmla="*/ 24765 h 24765"/>
                  <a:gd name="connsiteX3" fmla="*/ 0 w 24765"/>
                  <a:gd name="connsiteY3" fmla="*/ 12382 h 24765"/>
                  <a:gd name="connsiteX4" fmla="*/ 12383 w 24765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" h="24765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2FBD17C9-B97E-4469-B15F-18606128C195}"/>
                  </a:ext>
                </a:extLst>
              </p:cNvPr>
              <p:cNvSpPr/>
              <p:nvPr/>
            </p:nvSpPr>
            <p:spPr>
              <a:xfrm>
                <a:off x="1457473" y="2332088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5AFE87C2-A925-C29C-9FED-67A66E03DDB5}"/>
                  </a:ext>
                </a:extLst>
              </p:cNvPr>
              <p:cNvSpPr/>
              <p:nvPr/>
            </p:nvSpPr>
            <p:spPr>
              <a:xfrm>
                <a:off x="835328" y="2380932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22D94251-5645-7AB4-53A3-147BC11ABADA}"/>
                  </a:ext>
                </a:extLst>
              </p:cNvPr>
              <p:cNvSpPr/>
              <p:nvPr/>
            </p:nvSpPr>
            <p:spPr>
              <a:xfrm>
                <a:off x="1558909" y="3079398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35C850B1-2892-C038-82F3-B092975255C6}"/>
                  </a:ext>
                </a:extLst>
              </p:cNvPr>
              <p:cNvSpPr/>
              <p:nvPr/>
            </p:nvSpPr>
            <p:spPr>
              <a:xfrm>
                <a:off x="1448457" y="285227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D1CD46D0-F530-8A64-1C9A-A210E207B852}"/>
                  </a:ext>
                </a:extLst>
              </p:cNvPr>
              <p:cNvSpPr/>
              <p:nvPr/>
            </p:nvSpPr>
            <p:spPr>
              <a:xfrm>
                <a:off x="1349274" y="2771682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FEB083A0-353D-EC5A-3E78-A6047A54F083}"/>
                  </a:ext>
                </a:extLst>
              </p:cNvPr>
              <p:cNvSpPr/>
              <p:nvPr/>
            </p:nvSpPr>
            <p:spPr>
              <a:xfrm>
                <a:off x="902953" y="3047648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0141A20E-E559-017A-3594-DD6746C469CC}"/>
                  </a:ext>
                </a:extLst>
              </p:cNvPr>
              <p:cNvSpPr/>
              <p:nvPr/>
            </p:nvSpPr>
            <p:spPr>
              <a:xfrm>
                <a:off x="1135129" y="1904704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140DE815-BED2-E446-58A9-A9245AE672B8}"/>
                  </a:ext>
                </a:extLst>
              </p:cNvPr>
              <p:cNvSpPr/>
              <p:nvPr/>
            </p:nvSpPr>
            <p:spPr>
              <a:xfrm>
                <a:off x="670774" y="2774126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96834D33-FD46-B34D-4BBC-4A0D943C48E1}"/>
                  </a:ext>
                </a:extLst>
              </p:cNvPr>
              <p:cNvSpPr/>
              <p:nvPr/>
            </p:nvSpPr>
            <p:spPr>
              <a:xfrm>
                <a:off x="1141892" y="2388260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B03F3D3E-2F63-DAF4-C36C-0C8FED74A236}"/>
                  </a:ext>
                </a:extLst>
              </p:cNvPr>
              <p:cNvSpPr/>
              <p:nvPr/>
            </p:nvSpPr>
            <p:spPr>
              <a:xfrm>
                <a:off x="2607087" y="5712078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B47F86CD-4178-3824-9A45-8CA60C8D6FFB}"/>
                  </a:ext>
                </a:extLst>
              </p:cNvPr>
              <p:cNvSpPr/>
              <p:nvPr/>
            </p:nvSpPr>
            <p:spPr>
              <a:xfrm>
                <a:off x="1207262" y="2918214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D56958EA-2542-80D3-492B-128BE69BB0C5}"/>
                  </a:ext>
                </a:extLst>
              </p:cNvPr>
              <p:cNvSpPr/>
              <p:nvPr/>
            </p:nvSpPr>
            <p:spPr>
              <a:xfrm>
                <a:off x="650486" y="2661785"/>
                <a:ext cx="76641" cy="83032"/>
              </a:xfrm>
              <a:custGeom>
                <a:avLst/>
                <a:gdLst>
                  <a:gd name="connsiteX0" fmla="*/ 16192 w 32385"/>
                  <a:gd name="connsiteY0" fmla="*/ 0 h 32384"/>
                  <a:gd name="connsiteX1" fmla="*/ 32385 w 32385"/>
                  <a:gd name="connsiteY1" fmla="*/ 16192 h 32384"/>
                  <a:gd name="connsiteX2" fmla="*/ 16192 w 32385"/>
                  <a:gd name="connsiteY2" fmla="*/ 32385 h 32384"/>
                  <a:gd name="connsiteX3" fmla="*/ 0 w 32385"/>
                  <a:gd name="connsiteY3" fmla="*/ 16192 h 32384"/>
                  <a:gd name="connsiteX4" fmla="*/ 16192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89D991EE-1148-CED3-231A-9362743F8424}"/>
                  </a:ext>
                </a:extLst>
              </p:cNvPr>
              <p:cNvSpPr/>
              <p:nvPr/>
            </p:nvSpPr>
            <p:spPr>
              <a:xfrm>
                <a:off x="1421407" y="235162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097597DB-3CE3-E058-76E6-1556469D29E7}"/>
                  </a:ext>
                </a:extLst>
              </p:cNvPr>
              <p:cNvSpPr/>
              <p:nvPr/>
            </p:nvSpPr>
            <p:spPr>
              <a:xfrm>
                <a:off x="925494" y="2100079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9F83A8D-C9AB-0F60-0E84-4A8ADF77D198}"/>
                  </a:ext>
                </a:extLst>
              </p:cNvPr>
              <p:cNvSpPr/>
              <p:nvPr/>
            </p:nvSpPr>
            <p:spPr>
              <a:xfrm>
                <a:off x="830818" y="2571423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745ECE9D-0E8B-787E-2560-FAC80E2AEF2F}"/>
                  </a:ext>
                </a:extLst>
              </p:cNvPr>
              <p:cNvSpPr/>
              <p:nvPr/>
            </p:nvSpPr>
            <p:spPr>
              <a:xfrm>
                <a:off x="824056" y="262026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FE6FF14E-139D-13D9-DC0C-0FA86511223C}"/>
                  </a:ext>
                </a:extLst>
              </p:cNvPr>
              <p:cNvSpPr/>
              <p:nvPr/>
            </p:nvSpPr>
            <p:spPr>
              <a:xfrm>
                <a:off x="1139637" y="2844948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96E8A23-5E43-663F-5ED9-2B5F35F58DC1}"/>
                  </a:ext>
                </a:extLst>
              </p:cNvPr>
              <p:cNvSpPr/>
              <p:nvPr/>
            </p:nvSpPr>
            <p:spPr>
              <a:xfrm>
                <a:off x="1315461" y="281075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81E95485-206B-6A18-47A5-D9E6B895E83A}"/>
                  </a:ext>
                </a:extLst>
              </p:cNvPr>
              <p:cNvSpPr/>
              <p:nvPr/>
            </p:nvSpPr>
            <p:spPr>
              <a:xfrm>
                <a:off x="1198245" y="2046353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4D662BD3-81B8-6396-2C75-ED7FDA723327}"/>
                  </a:ext>
                </a:extLst>
              </p:cNvPr>
              <p:cNvSpPr/>
              <p:nvPr/>
            </p:nvSpPr>
            <p:spPr>
              <a:xfrm>
                <a:off x="1507065" y="3079398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06FCF7CE-7B1F-DA03-A742-DA1ACCEB67CC}"/>
                  </a:ext>
                </a:extLst>
              </p:cNvPr>
              <p:cNvSpPr/>
              <p:nvPr/>
            </p:nvSpPr>
            <p:spPr>
              <a:xfrm>
                <a:off x="2882095" y="1660485"/>
                <a:ext cx="40572" cy="43959"/>
              </a:xfrm>
              <a:custGeom>
                <a:avLst/>
                <a:gdLst>
                  <a:gd name="connsiteX0" fmla="*/ 8573 w 17144"/>
                  <a:gd name="connsiteY0" fmla="*/ 0 h 17145"/>
                  <a:gd name="connsiteX1" fmla="*/ 17145 w 17144"/>
                  <a:gd name="connsiteY1" fmla="*/ 8573 h 17145"/>
                  <a:gd name="connsiteX2" fmla="*/ 8573 w 17144"/>
                  <a:gd name="connsiteY2" fmla="*/ 17145 h 17145"/>
                  <a:gd name="connsiteX3" fmla="*/ 0 w 17144"/>
                  <a:gd name="connsiteY3" fmla="*/ 8573 h 17145"/>
                  <a:gd name="connsiteX4" fmla="*/ 8573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E55DB5D2-9F68-6B55-EFE6-685F635BE992}"/>
                  </a:ext>
                </a:extLst>
              </p:cNvPr>
              <p:cNvSpPr/>
              <p:nvPr/>
            </p:nvSpPr>
            <p:spPr>
              <a:xfrm>
                <a:off x="1119351" y="2459082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5224F020-ABEB-101D-C24C-444F52E7DE79}"/>
                  </a:ext>
                </a:extLst>
              </p:cNvPr>
              <p:cNvSpPr/>
              <p:nvPr/>
            </p:nvSpPr>
            <p:spPr>
              <a:xfrm>
                <a:off x="754179" y="2336973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81422140-5C35-774D-A4CB-BF6AB6976D7F}"/>
                  </a:ext>
                </a:extLst>
              </p:cNvPr>
              <p:cNvSpPr/>
              <p:nvPr/>
            </p:nvSpPr>
            <p:spPr>
              <a:xfrm>
                <a:off x="1058488" y="2620266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4A28A3EB-6954-AE88-9B37-7291634E9FD6}"/>
                  </a:ext>
                </a:extLst>
              </p:cNvPr>
              <p:cNvSpPr/>
              <p:nvPr/>
            </p:nvSpPr>
            <p:spPr>
              <a:xfrm>
                <a:off x="675283" y="3042766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2 h 32385"/>
                  <a:gd name="connsiteX2" fmla="*/ 16192 w 32385"/>
                  <a:gd name="connsiteY2" fmla="*/ 32385 h 32385"/>
                  <a:gd name="connsiteX3" fmla="*/ 0 w 32385"/>
                  <a:gd name="connsiteY3" fmla="*/ 16192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2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E9607839-4B19-D016-2DE2-E9BE12F7CFE3}"/>
                  </a:ext>
                </a:extLst>
              </p:cNvPr>
              <p:cNvSpPr/>
              <p:nvPr/>
            </p:nvSpPr>
            <p:spPr>
              <a:xfrm>
                <a:off x="1062996" y="2571423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30D34079-0682-C696-B7B8-24D482DFEEA1}"/>
                  </a:ext>
                </a:extLst>
              </p:cNvPr>
              <p:cNvSpPr/>
              <p:nvPr/>
            </p:nvSpPr>
            <p:spPr>
              <a:xfrm>
                <a:off x="1193737" y="2952404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76B4E8F8-D5A3-DA43-F7C7-2903B32F7FA9}"/>
                  </a:ext>
                </a:extLst>
              </p:cNvPr>
              <p:cNvSpPr/>
              <p:nvPr/>
            </p:nvSpPr>
            <p:spPr>
              <a:xfrm>
                <a:off x="729382" y="3032998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A531D01C-2F2F-6569-083E-68CA2E064426}"/>
                  </a:ext>
                </a:extLst>
              </p:cNvPr>
              <p:cNvSpPr/>
              <p:nvPr/>
            </p:nvSpPr>
            <p:spPr>
              <a:xfrm>
                <a:off x="975085" y="2835179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3B7A0DF0-5A01-9066-58CF-51541BBF01D8}"/>
                  </a:ext>
                </a:extLst>
              </p:cNvPr>
              <p:cNvSpPr/>
              <p:nvPr/>
            </p:nvSpPr>
            <p:spPr>
              <a:xfrm>
                <a:off x="1525098" y="2356510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2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EB6387F8-0F3A-C67F-03F5-22484B59A3B3}"/>
                  </a:ext>
                </a:extLst>
              </p:cNvPr>
              <p:cNvSpPr/>
              <p:nvPr/>
            </p:nvSpPr>
            <p:spPr>
              <a:xfrm>
                <a:off x="966067" y="2153810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46ABF3DF-B9FE-78AC-DBA7-38FF2EFFB9F0}"/>
                  </a:ext>
                </a:extLst>
              </p:cNvPr>
              <p:cNvSpPr/>
              <p:nvPr/>
            </p:nvSpPr>
            <p:spPr>
              <a:xfrm>
                <a:off x="2474093" y="1731310"/>
                <a:ext cx="54097" cy="58613"/>
              </a:xfrm>
              <a:custGeom>
                <a:avLst/>
                <a:gdLst>
                  <a:gd name="connsiteX0" fmla="*/ 11430 w 22859"/>
                  <a:gd name="connsiteY0" fmla="*/ 0 h 22860"/>
                  <a:gd name="connsiteX1" fmla="*/ 22860 w 22859"/>
                  <a:gd name="connsiteY1" fmla="*/ 11430 h 22860"/>
                  <a:gd name="connsiteX2" fmla="*/ 11430 w 22859"/>
                  <a:gd name="connsiteY2" fmla="*/ 22860 h 22860"/>
                  <a:gd name="connsiteX3" fmla="*/ 0 w 22859"/>
                  <a:gd name="connsiteY3" fmla="*/ 11430 h 22860"/>
                  <a:gd name="connsiteX4" fmla="*/ 11430 w 22859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59" h="22860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7" y="22860"/>
                      <a:pt x="11430" y="22860"/>
                    </a:cubicBezTo>
                    <a:cubicBezTo>
                      <a:pt x="5715" y="22860"/>
                      <a:pt x="0" y="18098"/>
                      <a:pt x="0" y="11430"/>
                    </a:cubicBezTo>
                    <a:cubicBezTo>
                      <a:pt x="0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F5777F81-AE55-2A47-7339-E86C6C1A8C7F}"/>
                  </a:ext>
                </a:extLst>
              </p:cNvPr>
              <p:cNvSpPr/>
              <p:nvPr/>
            </p:nvSpPr>
            <p:spPr>
              <a:xfrm>
                <a:off x="1035946" y="2246613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A6461454-506B-6B59-DCB9-B2523E3F5FA2}"/>
                  </a:ext>
                </a:extLst>
              </p:cNvPr>
              <p:cNvSpPr/>
              <p:nvPr/>
            </p:nvSpPr>
            <p:spPr>
              <a:xfrm>
                <a:off x="986355" y="2200210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23004043-42FB-ED89-A77C-5766CACB2F41}"/>
                  </a:ext>
                </a:extLst>
              </p:cNvPr>
              <p:cNvSpPr/>
              <p:nvPr/>
            </p:nvSpPr>
            <p:spPr>
              <a:xfrm>
                <a:off x="1362799" y="183388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6D8DF35B-B88C-7419-6458-E10DF3704C9B}"/>
                  </a:ext>
                </a:extLst>
              </p:cNvPr>
              <p:cNvSpPr/>
              <p:nvPr/>
            </p:nvSpPr>
            <p:spPr>
              <a:xfrm>
                <a:off x="1482268" y="1958435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B195C7EB-5D1B-4CBA-7F82-62999EA415C2}"/>
                  </a:ext>
                </a:extLst>
              </p:cNvPr>
              <p:cNvSpPr/>
              <p:nvPr/>
            </p:nvSpPr>
            <p:spPr>
              <a:xfrm>
                <a:off x="1448454" y="2156251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6F83248D-B668-2365-9791-37C8EC9D25DB}"/>
                  </a:ext>
                </a:extLst>
              </p:cNvPr>
              <p:cNvSpPr/>
              <p:nvPr/>
            </p:nvSpPr>
            <p:spPr>
              <a:xfrm>
                <a:off x="1087791" y="2148923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C11CBEFD-8941-9EE2-41C8-441BA996B357}"/>
                  </a:ext>
                </a:extLst>
              </p:cNvPr>
              <p:cNvSpPr/>
              <p:nvPr/>
            </p:nvSpPr>
            <p:spPr>
              <a:xfrm>
                <a:off x="1888015" y="571696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85E60271-0675-8483-3567-7949FBAAEAA9}"/>
                  </a:ext>
                </a:extLst>
              </p:cNvPr>
              <p:cNvSpPr/>
              <p:nvPr/>
            </p:nvSpPr>
            <p:spPr>
              <a:xfrm>
                <a:off x="754179" y="2984151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09E5EEC6-2A22-69C6-A45E-1CCFD7631BFF}"/>
                  </a:ext>
                </a:extLst>
              </p:cNvPr>
              <p:cNvSpPr/>
              <p:nvPr/>
            </p:nvSpPr>
            <p:spPr>
              <a:xfrm>
                <a:off x="1256853" y="214648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18C1687B-CF05-7E18-41F7-95A20DA480A0}"/>
                  </a:ext>
                </a:extLst>
              </p:cNvPr>
              <p:cNvSpPr/>
              <p:nvPr/>
            </p:nvSpPr>
            <p:spPr>
              <a:xfrm>
                <a:off x="1164434" y="2422448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DDEF4D93-32DD-4480-1B5B-746A3890C966}"/>
                  </a:ext>
                </a:extLst>
              </p:cNvPr>
              <p:cNvSpPr/>
              <p:nvPr/>
            </p:nvSpPr>
            <p:spPr>
              <a:xfrm>
                <a:off x="1484523" y="2593401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8226B722-C1BC-F7B4-7A1B-FDCA7F47C351}"/>
                  </a:ext>
                </a:extLst>
              </p:cNvPr>
              <p:cNvSpPr/>
              <p:nvPr/>
            </p:nvSpPr>
            <p:spPr>
              <a:xfrm>
                <a:off x="1899286" y="1763059"/>
                <a:ext cx="76641" cy="83032"/>
              </a:xfrm>
              <a:custGeom>
                <a:avLst/>
                <a:gdLst>
                  <a:gd name="connsiteX0" fmla="*/ 32385 w 32385"/>
                  <a:gd name="connsiteY0" fmla="*/ 16192 h 32384"/>
                  <a:gd name="connsiteX1" fmla="*/ 16193 w 32385"/>
                  <a:gd name="connsiteY1" fmla="*/ 32385 h 32384"/>
                  <a:gd name="connsiteX2" fmla="*/ 0 w 32385"/>
                  <a:gd name="connsiteY2" fmla="*/ 16192 h 32384"/>
                  <a:gd name="connsiteX3" fmla="*/ 16193 w 32385"/>
                  <a:gd name="connsiteY3" fmla="*/ 0 h 32384"/>
                  <a:gd name="connsiteX4" fmla="*/ 32385 w 32385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A3D71A91-2FAB-6BA5-AD63-624049FB9439}"/>
                  </a:ext>
                </a:extLst>
              </p:cNvPr>
              <p:cNvSpPr/>
              <p:nvPr/>
            </p:nvSpPr>
            <p:spPr>
              <a:xfrm>
                <a:off x="673030" y="2998807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F20470A1-7E3A-2EBB-8DB5-21D1A727A22F}"/>
                  </a:ext>
                </a:extLst>
              </p:cNvPr>
              <p:cNvSpPr/>
              <p:nvPr/>
            </p:nvSpPr>
            <p:spPr>
              <a:xfrm>
                <a:off x="830820" y="2332088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815BAF51-DBAE-6CF3-E888-479076C177DA}"/>
                  </a:ext>
                </a:extLst>
              </p:cNvPr>
              <p:cNvSpPr/>
              <p:nvPr/>
            </p:nvSpPr>
            <p:spPr>
              <a:xfrm>
                <a:off x="932255" y="2656901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DDC4B525-0CA2-C1B3-DA3F-C3D761F3F196}"/>
                  </a:ext>
                </a:extLst>
              </p:cNvPr>
              <p:cNvSpPr/>
              <p:nvPr/>
            </p:nvSpPr>
            <p:spPr>
              <a:xfrm>
                <a:off x="1437185" y="2649573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D00D0984-641C-3A43-3A0D-AF3BA2422479}"/>
                  </a:ext>
                </a:extLst>
              </p:cNvPr>
              <p:cNvSpPr/>
              <p:nvPr/>
            </p:nvSpPr>
            <p:spPr>
              <a:xfrm>
                <a:off x="862378" y="308672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8165B293-900D-D258-FE06-7CF76189824E}"/>
                  </a:ext>
                </a:extLst>
              </p:cNvPr>
              <p:cNvSpPr/>
              <p:nvPr/>
            </p:nvSpPr>
            <p:spPr>
              <a:xfrm>
                <a:off x="1017913" y="2632479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4B70167C-E33A-E73F-FFF3-A6C911F28CA2}"/>
                  </a:ext>
                </a:extLst>
              </p:cNvPr>
              <p:cNvSpPr/>
              <p:nvPr/>
            </p:nvSpPr>
            <p:spPr>
              <a:xfrm>
                <a:off x="1092301" y="2693532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6A73B900-62CD-38A8-1E5D-5C22BE40D71D}"/>
                  </a:ext>
                </a:extLst>
              </p:cNvPr>
              <p:cNvSpPr/>
              <p:nvPr/>
            </p:nvSpPr>
            <p:spPr>
              <a:xfrm>
                <a:off x="1845187" y="1697119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E3A0C4BB-AEB3-46B9-B3CA-8D3B62097AFB}"/>
                  </a:ext>
                </a:extLst>
              </p:cNvPr>
              <p:cNvSpPr/>
              <p:nvPr/>
            </p:nvSpPr>
            <p:spPr>
              <a:xfrm>
                <a:off x="1520589" y="2209979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BDCCB4AD-113E-51EB-EE9B-8B42EA010F9A}"/>
                  </a:ext>
                </a:extLst>
              </p:cNvPr>
              <p:cNvSpPr/>
              <p:nvPr/>
            </p:nvSpPr>
            <p:spPr>
              <a:xfrm>
                <a:off x="2271220" y="1753291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8D03750A-C633-5385-DDED-512027473FAB}"/>
                  </a:ext>
                </a:extLst>
              </p:cNvPr>
              <p:cNvSpPr/>
              <p:nvPr/>
            </p:nvSpPr>
            <p:spPr>
              <a:xfrm>
                <a:off x="810531" y="3084282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42A1BC88-CECB-E9CD-40A5-5E675C9880C0}"/>
                  </a:ext>
                </a:extLst>
              </p:cNvPr>
              <p:cNvSpPr/>
              <p:nvPr/>
            </p:nvSpPr>
            <p:spPr>
              <a:xfrm>
                <a:off x="1538620" y="303788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9492457B-6FD1-50AE-3DC9-3419D4BA84F4}"/>
                  </a:ext>
                </a:extLst>
              </p:cNvPr>
              <p:cNvSpPr/>
              <p:nvPr/>
            </p:nvSpPr>
            <p:spPr>
              <a:xfrm>
                <a:off x="778973" y="2295457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34358E14-A6F2-8E36-58BC-75016CDCAD7E}"/>
                  </a:ext>
                </a:extLst>
              </p:cNvPr>
              <p:cNvSpPr/>
              <p:nvPr/>
            </p:nvSpPr>
            <p:spPr>
              <a:xfrm>
                <a:off x="2516923" y="5709637"/>
                <a:ext cx="40575" cy="43959"/>
              </a:xfrm>
              <a:custGeom>
                <a:avLst/>
                <a:gdLst>
                  <a:gd name="connsiteX0" fmla="*/ 17145 w 17145"/>
                  <a:gd name="connsiteY0" fmla="*/ 8573 h 17145"/>
                  <a:gd name="connsiteX1" fmla="*/ 8572 w 17145"/>
                  <a:gd name="connsiteY1" fmla="*/ 17145 h 17145"/>
                  <a:gd name="connsiteX2" fmla="*/ 0 w 17145"/>
                  <a:gd name="connsiteY2" fmla="*/ 8573 h 17145"/>
                  <a:gd name="connsiteX3" fmla="*/ 8572 w 17145"/>
                  <a:gd name="connsiteY3" fmla="*/ 0 h 17145"/>
                  <a:gd name="connsiteX4" fmla="*/ 17145 w 17145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2993BE40-D36F-607E-4072-0305C035DB29}"/>
                  </a:ext>
                </a:extLst>
              </p:cNvPr>
              <p:cNvSpPr/>
              <p:nvPr/>
            </p:nvSpPr>
            <p:spPr>
              <a:xfrm>
                <a:off x="1241075" y="2996364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78767662-FB4F-08C0-B301-D015D5C0FD8A}"/>
                  </a:ext>
                </a:extLst>
              </p:cNvPr>
              <p:cNvSpPr/>
              <p:nvPr/>
            </p:nvSpPr>
            <p:spPr>
              <a:xfrm>
                <a:off x="1365052" y="2058563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A8BC4AD6-BF88-BBF8-9F81-EA2FB24471E7}"/>
                  </a:ext>
                </a:extLst>
              </p:cNvPr>
              <p:cNvSpPr/>
              <p:nvPr/>
            </p:nvSpPr>
            <p:spPr>
              <a:xfrm>
                <a:off x="673030" y="2942635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2 h 32385"/>
                  <a:gd name="connsiteX2" fmla="*/ 16192 w 32385"/>
                  <a:gd name="connsiteY2" fmla="*/ 32385 h 32385"/>
                  <a:gd name="connsiteX3" fmla="*/ 0 w 32385"/>
                  <a:gd name="connsiteY3" fmla="*/ 16192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25562E6F-F325-4906-D522-D5B38404E647}"/>
                  </a:ext>
                </a:extLst>
              </p:cNvPr>
              <p:cNvSpPr/>
              <p:nvPr/>
            </p:nvSpPr>
            <p:spPr>
              <a:xfrm>
                <a:off x="1225295" y="1941338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B5BC4550-AB92-D007-5C25-6EAE54B58C81}"/>
                  </a:ext>
                </a:extLst>
              </p:cNvPr>
              <p:cNvSpPr/>
              <p:nvPr/>
            </p:nvSpPr>
            <p:spPr>
              <a:xfrm>
                <a:off x="990863" y="2717954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EB920BC1-5ED3-602B-3637-587149A9F8FB}"/>
                  </a:ext>
                </a:extLst>
              </p:cNvPr>
              <p:cNvSpPr/>
              <p:nvPr/>
            </p:nvSpPr>
            <p:spPr>
              <a:xfrm>
                <a:off x="1549892" y="2175788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478D173D-4087-EF92-B9DB-EA20354A3970}"/>
                  </a:ext>
                </a:extLst>
              </p:cNvPr>
              <p:cNvSpPr/>
              <p:nvPr/>
            </p:nvSpPr>
            <p:spPr>
              <a:xfrm>
                <a:off x="1676125" y="1692235"/>
                <a:ext cx="76639" cy="80591"/>
              </a:xfrm>
              <a:custGeom>
                <a:avLst/>
                <a:gdLst>
                  <a:gd name="connsiteX0" fmla="*/ 16192 w 32384"/>
                  <a:gd name="connsiteY0" fmla="*/ 0 h 31432"/>
                  <a:gd name="connsiteX1" fmla="*/ 32385 w 32384"/>
                  <a:gd name="connsiteY1" fmla="*/ 16192 h 31432"/>
                  <a:gd name="connsiteX2" fmla="*/ 16192 w 32384"/>
                  <a:gd name="connsiteY2" fmla="*/ 31433 h 31432"/>
                  <a:gd name="connsiteX3" fmla="*/ 0 w 32384"/>
                  <a:gd name="connsiteY3" fmla="*/ 15240 h 31432"/>
                  <a:gd name="connsiteX4" fmla="*/ 16192 w 32384"/>
                  <a:gd name="connsiteY4" fmla="*/ 0 h 3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1432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1433"/>
                      <a:pt x="16192" y="31433"/>
                    </a:cubicBezTo>
                    <a:cubicBezTo>
                      <a:pt x="7620" y="31433"/>
                      <a:pt x="0" y="23813"/>
                      <a:pt x="0" y="15240"/>
                    </a:cubicBezTo>
                    <a:cubicBezTo>
                      <a:pt x="0" y="6667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BB741563-F7B8-A90E-5905-36C1822F053A}"/>
                  </a:ext>
                </a:extLst>
              </p:cNvPr>
              <p:cNvSpPr/>
              <p:nvPr/>
            </p:nvSpPr>
            <p:spPr>
              <a:xfrm>
                <a:off x="1053980" y="2869370"/>
                <a:ext cx="76639" cy="83032"/>
              </a:xfrm>
              <a:custGeom>
                <a:avLst/>
                <a:gdLst>
                  <a:gd name="connsiteX0" fmla="*/ 32385 w 32384"/>
                  <a:gd name="connsiteY0" fmla="*/ 16192 h 32384"/>
                  <a:gd name="connsiteX1" fmla="*/ 16193 w 32384"/>
                  <a:gd name="connsiteY1" fmla="*/ 32385 h 32384"/>
                  <a:gd name="connsiteX2" fmla="*/ 0 w 32384"/>
                  <a:gd name="connsiteY2" fmla="*/ 16192 h 32384"/>
                  <a:gd name="connsiteX3" fmla="*/ 16193 w 32384"/>
                  <a:gd name="connsiteY3" fmla="*/ 0 h 32384"/>
                  <a:gd name="connsiteX4" fmla="*/ 32385 w 32384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5A931986-D470-A353-CB59-1205D8C24ED0}"/>
                  </a:ext>
                </a:extLst>
              </p:cNvPr>
              <p:cNvSpPr/>
              <p:nvPr/>
            </p:nvSpPr>
            <p:spPr>
              <a:xfrm>
                <a:off x="1166687" y="2476176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B19AC1B9-DEB6-39E7-D503-204D7788B56B}"/>
                  </a:ext>
                </a:extLst>
              </p:cNvPr>
              <p:cNvSpPr/>
              <p:nvPr/>
            </p:nvSpPr>
            <p:spPr>
              <a:xfrm>
                <a:off x="1525098" y="2947520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F05E1FA8-7C13-76DD-1F6D-BAB6DE6D519D}"/>
                  </a:ext>
                </a:extLst>
              </p:cNvPr>
              <p:cNvSpPr/>
              <p:nvPr/>
            </p:nvSpPr>
            <p:spPr>
              <a:xfrm>
                <a:off x="1011150" y="2568979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4880C150-E58C-A55D-056C-DF45A5D0E0D4}"/>
                  </a:ext>
                </a:extLst>
              </p:cNvPr>
              <p:cNvSpPr/>
              <p:nvPr/>
            </p:nvSpPr>
            <p:spPr>
              <a:xfrm>
                <a:off x="952544" y="2266150"/>
                <a:ext cx="76641" cy="83032"/>
              </a:xfrm>
              <a:custGeom>
                <a:avLst/>
                <a:gdLst>
                  <a:gd name="connsiteX0" fmla="*/ 16192 w 32385"/>
                  <a:gd name="connsiteY0" fmla="*/ 0 h 32384"/>
                  <a:gd name="connsiteX1" fmla="*/ 32385 w 32385"/>
                  <a:gd name="connsiteY1" fmla="*/ 16193 h 32384"/>
                  <a:gd name="connsiteX2" fmla="*/ 16192 w 32385"/>
                  <a:gd name="connsiteY2" fmla="*/ 32385 h 32384"/>
                  <a:gd name="connsiteX3" fmla="*/ 0 w 32385"/>
                  <a:gd name="connsiteY3" fmla="*/ 16193 h 32384"/>
                  <a:gd name="connsiteX4" fmla="*/ 16192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9FA44C0C-3D5D-B142-4276-6B149AA16D5E}"/>
                  </a:ext>
                </a:extLst>
              </p:cNvPr>
              <p:cNvSpPr/>
              <p:nvPr/>
            </p:nvSpPr>
            <p:spPr>
              <a:xfrm>
                <a:off x="1310952" y="2446870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9B9D95-B978-D24C-9FEB-5102B173735F}"/>
                  </a:ext>
                </a:extLst>
              </p:cNvPr>
              <p:cNvSpPr/>
              <p:nvPr/>
            </p:nvSpPr>
            <p:spPr>
              <a:xfrm>
                <a:off x="1033691" y="2410238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52D26431-F704-C4CE-8A9C-650920BE79D1}"/>
                  </a:ext>
                </a:extLst>
              </p:cNvPr>
              <p:cNvSpPr/>
              <p:nvPr/>
            </p:nvSpPr>
            <p:spPr>
              <a:xfrm>
                <a:off x="1308699" y="1946222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83AA7E63-0424-3556-2C05-1CD856DF9AFA}"/>
                  </a:ext>
                </a:extLst>
              </p:cNvPr>
              <p:cNvSpPr/>
              <p:nvPr/>
            </p:nvSpPr>
            <p:spPr>
              <a:xfrm>
                <a:off x="2190070" y="5809765"/>
                <a:ext cx="36066" cy="41516"/>
              </a:xfrm>
              <a:custGeom>
                <a:avLst/>
                <a:gdLst>
                  <a:gd name="connsiteX0" fmla="*/ 7620 w 15240"/>
                  <a:gd name="connsiteY0" fmla="*/ 0 h 16192"/>
                  <a:gd name="connsiteX1" fmla="*/ 15240 w 15240"/>
                  <a:gd name="connsiteY1" fmla="*/ 7620 h 16192"/>
                  <a:gd name="connsiteX2" fmla="*/ 7620 w 15240"/>
                  <a:gd name="connsiteY2" fmla="*/ 16192 h 16192"/>
                  <a:gd name="connsiteX3" fmla="*/ 0 w 15240"/>
                  <a:gd name="connsiteY3" fmla="*/ 8572 h 16192"/>
                  <a:gd name="connsiteX4" fmla="*/ 7620 w 15240"/>
                  <a:gd name="connsiteY4" fmla="*/ 0 h 1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6192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1430"/>
                      <a:pt x="12383" y="16192"/>
                      <a:pt x="7620" y="16192"/>
                    </a:cubicBezTo>
                    <a:cubicBezTo>
                      <a:pt x="2858" y="16192"/>
                      <a:pt x="0" y="12383"/>
                      <a:pt x="0" y="8572"/>
                    </a:cubicBezTo>
                    <a:cubicBezTo>
                      <a:pt x="0" y="4763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8F4E0044-4623-4ED5-C2D4-EC55881CEF2F}"/>
                  </a:ext>
                </a:extLst>
              </p:cNvPr>
              <p:cNvSpPr/>
              <p:nvPr/>
            </p:nvSpPr>
            <p:spPr>
              <a:xfrm>
                <a:off x="1171195" y="2717954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28C3F281-3656-E172-8C34-948F47FA4A74}"/>
                  </a:ext>
                </a:extLst>
              </p:cNvPr>
              <p:cNvSpPr/>
              <p:nvPr/>
            </p:nvSpPr>
            <p:spPr>
              <a:xfrm>
                <a:off x="1405627" y="1955991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2 w 32385"/>
                  <a:gd name="connsiteY1" fmla="*/ 32385 h 32384"/>
                  <a:gd name="connsiteX2" fmla="*/ 0 w 32385"/>
                  <a:gd name="connsiteY2" fmla="*/ 16193 h 32384"/>
                  <a:gd name="connsiteX3" fmla="*/ 16192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6AB29740-BDE1-EBD6-69E2-01595F855068}"/>
                  </a:ext>
                </a:extLst>
              </p:cNvPr>
              <p:cNvSpPr/>
              <p:nvPr/>
            </p:nvSpPr>
            <p:spPr>
              <a:xfrm>
                <a:off x="1076521" y="2285688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A84A19E0-459A-33A4-61D7-C1955EE6704B}"/>
                  </a:ext>
                </a:extLst>
              </p:cNvPr>
              <p:cNvSpPr/>
              <p:nvPr/>
            </p:nvSpPr>
            <p:spPr>
              <a:xfrm>
                <a:off x="1205009" y="2104966"/>
                <a:ext cx="76639" cy="83032"/>
              </a:xfrm>
              <a:custGeom>
                <a:avLst/>
                <a:gdLst>
                  <a:gd name="connsiteX0" fmla="*/ 32385 w 32384"/>
                  <a:gd name="connsiteY0" fmla="*/ 16192 h 32384"/>
                  <a:gd name="connsiteX1" fmla="*/ 16192 w 32384"/>
                  <a:gd name="connsiteY1" fmla="*/ 32385 h 32384"/>
                  <a:gd name="connsiteX2" fmla="*/ 0 w 32384"/>
                  <a:gd name="connsiteY2" fmla="*/ 16192 h 32384"/>
                  <a:gd name="connsiteX3" fmla="*/ 16192 w 32384"/>
                  <a:gd name="connsiteY3" fmla="*/ 0 h 32384"/>
                  <a:gd name="connsiteX4" fmla="*/ 32385 w 32384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2FAE5EC7-1883-CF79-33BB-F9E37A706AE5}"/>
                  </a:ext>
                </a:extLst>
              </p:cNvPr>
              <p:cNvSpPr/>
              <p:nvPr/>
            </p:nvSpPr>
            <p:spPr>
              <a:xfrm>
                <a:off x="1184720" y="2612941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254B3BB-7C80-0F6A-ACCF-252A8661F641}"/>
                  </a:ext>
                </a:extLst>
              </p:cNvPr>
              <p:cNvSpPr/>
              <p:nvPr/>
            </p:nvSpPr>
            <p:spPr>
              <a:xfrm>
                <a:off x="821803" y="3032995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6376F5D5-D5F8-A656-481F-0B82C1A9538C}"/>
                  </a:ext>
                </a:extLst>
              </p:cNvPr>
              <p:cNvSpPr/>
              <p:nvPr/>
            </p:nvSpPr>
            <p:spPr>
              <a:xfrm>
                <a:off x="1277141" y="2048794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3630586B-F5E3-054A-6F50-1C4771DC53EB}"/>
                  </a:ext>
                </a:extLst>
              </p:cNvPr>
              <p:cNvSpPr/>
              <p:nvPr/>
            </p:nvSpPr>
            <p:spPr>
              <a:xfrm>
                <a:off x="1326733" y="2945079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E3B3F72C-54C5-ACF9-E493-A04D75B819A8}"/>
                  </a:ext>
                </a:extLst>
              </p:cNvPr>
              <p:cNvSpPr/>
              <p:nvPr/>
            </p:nvSpPr>
            <p:spPr>
              <a:xfrm>
                <a:off x="966067" y="2087869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ED0B8AB8-3BB7-47B1-99BB-05837EFF1692}"/>
                  </a:ext>
                </a:extLst>
              </p:cNvPr>
              <p:cNvSpPr/>
              <p:nvPr/>
            </p:nvSpPr>
            <p:spPr>
              <a:xfrm>
                <a:off x="1554401" y="2393144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96E131E9-DC02-9AA2-BFA7-F71667384A32}"/>
                  </a:ext>
                </a:extLst>
              </p:cNvPr>
              <p:cNvSpPr/>
              <p:nvPr/>
            </p:nvSpPr>
            <p:spPr>
              <a:xfrm>
                <a:off x="718113" y="2398026"/>
                <a:ext cx="58605" cy="63497"/>
              </a:xfrm>
              <a:custGeom>
                <a:avLst/>
                <a:gdLst>
                  <a:gd name="connsiteX0" fmla="*/ 12382 w 24764"/>
                  <a:gd name="connsiteY0" fmla="*/ 0 h 24765"/>
                  <a:gd name="connsiteX1" fmla="*/ 24765 w 24764"/>
                  <a:gd name="connsiteY1" fmla="*/ 12383 h 24765"/>
                  <a:gd name="connsiteX2" fmla="*/ 12382 w 24764"/>
                  <a:gd name="connsiteY2" fmla="*/ 24765 h 24765"/>
                  <a:gd name="connsiteX3" fmla="*/ 0 w 24764"/>
                  <a:gd name="connsiteY3" fmla="*/ 12383 h 24765"/>
                  <a:gd name="connsiteX4" fmla="*/ 12382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EFF42BEF-F548-0D9A-547B-1EB5EB0920A0}"/>
                  </a:ext>
                </a:extLst>
              </p:cNvPr>
              <p:cNvSpPr/>
              <p:nvPr/>
            </p:nvSpPr>
            <p:spPr>
              <a:xfrm>
                <a:off x="776720" y="3030554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504ED48F-EF02-4120-C4A7-CB246B51A722}"/>
                  </a:ext>
                </a:extLst>
              </p:cNvPr>
              <p:cNvSpPr/>
              <p:nvPr/>
            </p:nvSpPr>
            <p:spPr>
              <a:xfrm>
                <a:off x="2246425" y="1709331"/>
                <a:ext cx="58605" cy="63497"/>
              </a:xfrm>
              <a:custGeom>
                <a:avLst/>
                <a:gdLst>
                  <a:gd name="connsiteX0" fmla="*/ 24765 w 24764"/>
                  <a:gd name="connsiteY0" fmla="*/ 12382 h 24765"/>
                  <a:gd name="connsiteX1" fmla="*/ 12383 w 24764"/>
                  <a:gd name="connsiteY1" fmla="*/ 24765 h 24765"/>
                  <a:gd name="connsiteX2" fmla="*/ 0 w 24764"/>
                  <a:gd name="connsiteY2" fmla="*/ 12382 h 24765"/>
                  <a:gd name="connsiteX3" fmla="*/ 12383 w 24764"/>
                  <a:gd name="connsiteY3" fmla="*/ 0 h 24765"/>
                  <a:gd name="connsiteX4" fmla="*/ 24765 w 24764"/>
                  <a:gd name="connsiteY4" fmla="*/ 12382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24765" y="12382"/>
                    </a:moveTo>
                    <a:cubicBezTo>
                      <a:pt x="24765" y="19221"/>
                      <a:pt x="19221" y="24765"/>
                      <a:pt x="12383" y="24765"/>
                    </a:cubicBezTo>
                    <a:cubicBezTo>
                      <a:pt x="5544" y="24765"/>
                      <a:pt x="0" y="19221"/>
                      <a:pt x="0" y="12382"/>
                    </a:cubicBezTo>
                    <a:cubicBezTo>
                      <a:pt x="0" y="5544"/>
                      <a:pt x="5544" y="0"/>
                      <a:pt x="12383" y="0"/>
                    </a:cubicBezTo>
                    <a:cubicBezTo>
                      <a:pt x="19221" y="0"/>
                      <a:pt x="24765" y="5544"/>
                      <a:pt x="24765" y="123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4FC8376-C6DD-C3E6-57C6-0E42B9244E97}"/>
                  </a:ext>
                </a:extLst>
              </p:cNvPr>
              <p:cNvSpPr/>
              <p:nvPr/>
            </p:nvSpPr>
            <p:spPr>
              <a:xfrm>
                <a:off x="986355" y="2048794"/>
                <a:ext cx="76639" cy="83032"/>
              </a:xfrm>
              <a:custGeom>
                <a:avLst/>
                <a:gdLst>
                  <a:gd name="connsiteX0" fmla="*/ 32385 w 32384"/>
                  <a:gd name="connsiteY0" fmla="*/ 16193 h 32384"/>
                  <a:gd name="connsiteX1" fmla="*/ 16193 w 32384"/>
                  <a:gd name="connsiteY1" fmla="*/ 32385 h 32384"/>
                  <a:gd name="connsiteX2" fmla="*/ 0 w 32384"/>
                  <a:gd name="connsiteY2" fmla="*/ 16193 h 32384"/>
                  <a:gd name="connsiteX3" fmla="*/ 16193 w 32384"/>
                  <a:gd name="connsiteY3" fmla="*/ 0 h 32384"/>
                  <a:gd name="connsiteX4" fmla="*/ 32385 w 32384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FC0F67D1-1C3E-3F95-ABF3-711F0233F710}"/>
                  </a:ext>
                </a:extLst>
              </p:cNvPr>
              <p:cNvSpPr/>
              <p:nvPr/>
            </p:nvSpPr>
            <p:spPr>
              <a:xfrm>
                <a:off x="1344766" y="2632479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EC1AF419-B0E8-EDC5-FDFE-38E3E752512B}"/>
                  </a:ext>
                </a:extLst>
              </p:cNvPr>
              <p:cNvSpPr/>
              <p:nvPr/>
            </p:nvSpPr>
            <p:spPr>
              <a:xfrm>
                <a:off x="1439440" y="1921800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47CF18D7-6D7C-3000-5F16-EB96383F7591}"/>
                  </a:ext>
                </a:extLst>
              </p:cNvPr>
              <p:cNvSpPr/>
              <p:nvPr/>
            </p:nvSpPr>
            <p:spPr>
              <a:xfrm>
                <a:off x="1556653" y="1816785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39B65B7D-A7BE-28EB-D12E-FDF1B9836255}"/>
                  </a:ext>
                </a:extLst>
              </p:cNvPr>
              <p:cNvSpPr/>
              <p:nvPr/>
            </p:nvSpPr>
            <p:spPr>
              <a:xfrm>
                <a:off x="1455218" y="2249054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AE064B04-1CFA-EB5D-1557-98CDD022293B}"/>
                  </a:ext>
                </a:extLst>
              </p:cNvPr>
              <p:cNvSpPr/>
              <p:nvPr/>
            </p:nvSpPr>
            <p:spPr>
              <a:xfrm>
                <a:off x="1227550" y="2178229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2B1164BD-7FDD-257A-8E92-661C0F9EB2B0}"/>
                  </a:ext>
                </a:extLst>
              </p:cNvPr>
              <p:cNvSpPr/>
              <p:nvPr/>
            </p:nvSpPr>
            <p:spPr>
              <a:xfrm>
                <a:off x="2113429" y="5665675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7" y="0"/>
                      <a:pt x="28575" y="6668"/>
                      <a:pt x="28575" y="14288"/>
                    </a:cubicBezTo>
                    <a:cubicBezTo>
                      <a:pt x="28575" y="21908"/>
                      <a:pt x="21907" y="28575"/>
                      <a:pt x="14288" y="28575"/>
                    </a:cubicBezTo>
                    <a:cubicBezTo>
                      <a:pt x="6667" y="28575"/>
                      <a:pt x="0" y="21908"/>
                      <a:pt x="0" y="14288"/>
                    </a:cubicBezTo>
                    <a:cubicBezTo>
                      <a:pt x="0" y="6668"/>
                      <a:pt x="6667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9FCAD8D9-D715-E708-DBC0-5C121F3F132A}"/>
                  </a:ext>
                </a:extLst>
              </p:cNvPr>
              <p:cNvSpPr/>
              <p:nvPr/>
            </p:nvSpPr>
            <p:spPr>
              <a:xfrm>
                <a:off x="1313205" y="3028113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4A3ED635-B1A2-F7FA-861E-A9B1F64C182A}"/>
                  </a:ext>
                </a:extLst>
              </p:cNvPr>
              <p:cNvSpPr/>
              <p:nvPr/>
            </p:nvSpPr>
            <p:spPr>
              <a:xfrm>
                <a:off x="1261361" y="2520135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EB5F6D1E-1802-FD1B-313F-F577590CB930}"/>
                  </a:ext>
                </a:extLst>
              </p:cNvPr>
              <p:cNvSpPr/>
              <p:nvPr/>
            </p:nvSpPr>
            <p:spPr>
              <a:xfrm>
                <a:off x="1033691" y="2967057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E452ED85-4F9E-962D-AA92-AB945BD24A32}"/>
                  </a:ext>
                </a:extLst>
              </p:cNvPr>
              <p:cNvSpPr/>
              <p:nvPr/>
            </p:nvSpPr>
            <p:spPr>
              <a:xfrm>
                <a:off x="754179" y="2625151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505588F2-C33E-AABF-4DCC-A8A9051DAC31}"/>
                  </a:ext>
                </a:extLst>
              </p:cNvPr>
              <p:cNvSpPr/>
              <p:nvPr/>
            </p:nvSpPr>
            <p:spPr>
              <a:xfrm>
                <a:off x="2002977" y="5653465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61B6DA3-9628-BF69-0165-F83B1B6D55FE}"/>
                  </a:ext>
                </a:extLst>
              </p:cNvPr>
              <p:cNvSpPr/>
              <p:nvPr/>
            </p:nvSpPr>
            <p:spPr>
              <a:xfrm>
                <a:off x="1482268" y="2949963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DDE263E2-7B07-74B3-3064-CFCFCC1996B2}"/>
                  </a:ext>
                </a:extLst>
              </p:cNvPr>
              <p:cNvSpPr/>
              <p:nvPr/>
            </p:nvSpPr>
            <p:spPr>
              <a:xfrm>
                <a:off x="1081029" y="2427332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9EDD9028-A279-C663-1911-A06900DE4123}"/>
                  </a:ext>
                </a:extLst>
              </p:cNvPr>
              <p:cNvSpPr/>
              <p:nvPr/>
            </p:nvSpPr>
            <p:spPr>
              <a:xfrm>
                <a:off x="1349274" y="1987741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2 w 32385"/>
                  <a:gd name="connsiteY1" fmla="*/ 32385 h 32384"/>
                  <a:gd name="connsiteX2" fmla="*/ 0 w 32385"/>
                  <a:gd name="connsiteY2" fmla="*/ 16193 h 32384"/>
                  <a:gd name="connsiteX3" fmla="*/ 16192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61C024A5-2D35-B6F4-6447-2FAF9F575FD1}"/>
                  </a:ext>
                </a:extLst>
              </p:cNvPr>
              <p:cNvSpPr/>
              <p:nvPr/>
            </p:nvSpPr>
            <p:spPr>
              <a:xfrm>
                <a:off x="1347019" y="1890053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3 w 32385"/>
                  <a:gd name="connsiteY1" fmla="*/ 32385 h 32384"/>
                  <a:gd name="connsiteX2" fmla="*/ 0 w 32385"/>
                  <a:gd name="connsiteY2" fmla="*/ 16193 h 32384"/>
                  <a:gd name="connsiteX3" fmla="*/ 16193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51DF357A-0603-3E3F-4D7D-7DFC431B1543}"/>
                  </a:ext>
                </a:extLst>
              </p:cNvPr>
              <p:cNvSpPr/>
              <p:nvPr/>
            </p:nvSpPr>
            <p:spPr>
              <a:xfrm>
                <a:off x="920984" y="2810757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F59410FA-869C-135E-6444-2EA00F1EFD63}"/>
                  </a:ext>
                </a:extLst>
              </p:cNvPr>
              <p:cNvSpPr/>
              <p:nvPr/>
            </p:nvSpPr>
            <p:spPr>
              <a:xfrm>
                <a:off x="1500301" y="2327204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5CB5F500-AA12-B922-34D9-771F0246DF44}"/>
                  </a:ext>
                </a:extLst>
              </p:cNvPr>
              <p:cNvSpPr/>
              <p:nvPr/>
            </p:nvSpPr>
            <p:spPr>
              <a:xfrm>
                <a:off x="1004388" y="2136713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3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68E7EE84-614B-2F83-80D4-8B26B43E7192}"/>
                  </a:ext>
                </a:extLst>
              </p:cNvPr>
              <p:cNvSpPr/>
              <p:nvPr/>
            </p:nvSpPr>
            <p:spPr>
              <a:xfrm>
                <a:off x="742907" y="2417566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B9DF2CE1-4ECB-53E2-8522-7126F2BB48B8}"/>
                  </a:ext>
                </a:extLst>
              </p:cNvPr>
              <p:cNvSpPr/>
              <p:nvPr/>
            </p:nvSpPr>
            <p:spPr>
              <a:xfrm>
                <a:off x="1349274" y="2854717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3F1FF63B-28FE-FA0F-AC53-C2E7BA59F16E}"/>
                  </a:ext>
                </a:extLst>
              </p:cNvPr>
              <p:cNvSpPr/>
              <p:nvPr/>
            </p:nvSpPr>
            <p:spPr>
              <a:xfrm>
                <a:off x="1536367" y="1992625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84020E09-C2EF-17FB-F8DB-5B5ED36F944F}"/>
                  </a:ext>
                </a:extLst>
              </p:cNvPr>
              <p:cNvSpPr/>
              <p:nvPr/>
            </p:nvSpPr>
            <p:spPr>
              <a:xfrm>
                <a:off x="1457473" y="3089167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27AC5605-008C-316A-7A20-B38CAC43A7FF}"/>
                  </a:ext>
                </a:extLst>
              </p:cNvPr>
              <p:cNvSpPr/>
              <p:nvPr/>
            </p:nvSpPr>
            <p:spPr>
              <a:xfrm>
                <a:off x="2846029" y="1763059"/>
                <a:ext cx="40575" cy="43957"/>
              </a:xfrm>
              <a:custGeom>
                <a:avLst/>
                <a:gdLst>
                  <a:gd name="connsiteX0" fmla="*/ 17145 w 17145"/>
                  <a:gd name="connsiteY0" fmla="*/ 8573 h 17144"/>
                  <a:gd name="connsiteX1" fmla="*/ 8572 w 17145"/>
                  <a:gd name="connsiteY1" fmla="*/ 17145 h 17144"/>
                  <a:gd name="connsiteX2" fmla="*/ 0 w 17145"/>
                  <a:gd name="connsiteY2" fmla="*/ 8573 h 17144"/>
                  <a:gd name="connsiteX3" fmla="*/ 8572 w 17145"/>
                  <a:gd name="connsiteY3" fmla="*/ 0 h 17144"/>
                  <a:gd name="connsiteX4" fmla="*/ 17145 w 17145"/>
                  <a:gd name="connsiteY4" fmla="*/ 8573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7C8189A4-6DD8-4A94-1D53-D5834F7D8CC8}"/>
                  </a:ext>
                </a:extLst>
              </p:cNvPr>
              <p:cNvSpPr/>
              <p:nvPr/>
            </p:nvSpPr>
            <p:spPr>
              <a:xfrm>
                <a:off x="2645408" y="5829303"/>
                <a:ext cx="31558" cy="34188"/>
              </a:xfrm>
              <a:custGeom>
                <a:avLst/>
                <a:gdLst>
                  <a:gd name="connsiteX0" fmla="*/ 6667 w 13335"/>
                  <a:gd name="connsiteY0" fmla="*/ 0 h 13334"/>
                  <a:gd name="connsiteX1" fmla="*/ 13335 w 13335"/>
                  <a:gd name="connsiteY1" fmla="*/ 6667 h 13334"/>
                  <a:gd name="connsiteX2" fmla="*/ 6667 w 13335"/>
                  <a:gd name="connsiteY2" fmla="*/ 13335 h 13334"/>
                  <a:gd name="connsiteX3" fmla="*/ 0 w 13335"/>
                  <a:gd name="connsiteY3" fmla="*/ 6667 h 13334"/>
                  <a:gd name="connsiteX4" fmla="*/ 6667 w 13335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4">
                    <a:moveTo>
                      <a:pt x="6667" y="0"/>
                    </a:moveTo>
                    <a:cubicBezTo>
                      <a:pt x="10477" y="0"/>
                      <a:pt x="13335" y="2857"/>
                      <a:pt x="13335" y="6667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3810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20693CAC-368E-1320-B64D-329288826F09}"/>
                  </a:ext>
                </a:extLst>
              </p:cNvPr>
              <p:cNvSpPr/>
              <p:nvPr/>
            </p:nvSpPr>
            <p:spPr>
              <a:xfrm>
                <a:off x="1229803" y="2634920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383699A4-5BD1-E175-89A5-0880314B5E87}"/>
                  </a:ext>
                </a:extLst>
              </p:cNvPr>
              <p:cNvSpPr/>
              <p:nvPr/>
            </p:nvSpPr>
            <p:spPr>
              <a:xfrm>
                <a:off x="1029185" y="2810757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5BF003EE-2AC1-D9B3-F7E5-D9D263410A5D}"/>
                  </a:ext>
                </a:extLst>
              </p:cNvPr>
              <p:cNvSpPr/>
              <p:nvPr/>
            </p:nvSpPr>
            <p:spPr>
              <a:xfrm>
                <a:off x="1466488" y="3003691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FE86B4A8-9D12-5218-259C-BCAA96F4CA21}"/>
                  </a:ext>
                </a:extLst>
              </p:cNvPr>
              <p:cNvSpPr/>
              <p:nvPr/>
            </p:nvSpPr>
            <p:spPr>
              <a:xfrm>
                <a:off x="1263617" y="2466410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C148B51F-C672-A6A2-96F4-2076DE0F5D19}"/>
                  </a:ext>
                </a:extLst>
              </p:cNvPr>
              <p:cNvSpPr/>
              <p:nvPr/>
            </p:nvSpPr>
            <p:spPr>
              <a:xfrm>
                <a:off x="1110332" y="2205094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B11D748B-F962-C8F8-FE29-D9C976BFB0A5}"/>
                  </a:ext>
                </a:extLst>
              </p:cNvPr>
              <p:cNvSpPr/>
              <p:nvPr/>
            </p:nvSpPr>
            <p:spPr>
              <a:xfrm>
                <a:off x="1430424" y="1772828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165208CA-9D53-F808-86C4-674008CF935B}"/>
                  </a:ext>
                </a:extLst>
              </p:cNvPr>
              <p:cNvSpPr/>
              <p:nvPr/>
            </p:nvSpPr>
            <p:spPr>
              <a:xfrm>
                <a:off x="1033693" y="2358954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AD7514DA-9A3E-F0D7-EC96-1CD89E671857}"/>
                  </a:ext>
                </a:extLst>
              </p:cNvPr>
              <p:cNvSpPr/>
              <p:nvPr/>
            </p:nvSpPr>
            <p:spPr>
              <a:xfrm>
                <a:off x="1412390" y="2600729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1D44B851-4FAE-CDC8-EF43-8B844AB4EE2F}"/>
                  </a:ext>
                </a:extLst>
              </p:cNvPr>
              <p:cNvSpPr/>
              <p:nvPr/>
            </p:nvSpPr>
            <p:spPr>
              <a:xfrm>
                <a:off x="1470996" y="2202651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CFA780A5-92D6-F754-6B26-3E4B9A585B82}"/>
                  </a:ext>
                </a:extLst>
              </p:cNvPr>
              <p:cNvSpPr/>
              <p:nvPr/>
            </p:nvSpPr>
            <p:spPr>
              <a:xfrm>
                <a:off x="995372" y="2258823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284125D6-072A-3E6A-F622-E16FEFBAEE03}"/>
                  </a:ext>
                </a:extLst>
              </p:cNvPr>
              <p:cNvSpPr/>
              <p:nvPr/>
            </p:nvSpPr>
            <p:spPr>
              <a:xfrm>
                <a:off x="2640900" y="1755732"/>
                <a:ext cx="49591" cy="53726"/>
              </a:xfrm>
              <a:custGeom>
                <a:avLst/>
                <a:gdLst>
                  <a:gd name="connsiteX0" fmla="*/ 10478 w 20955"/>
                  <a:gd name="connsiteY0" fmla="*/ 0 h 20954"/>
                  <a:gd name="connsiteX1" fmla="*/ 20955 w 20955"/>
                  <a:gd name="connsiteY1" fmla="*/ 10477 h 20954"/>
                  <a:gd name="connsiteX2" fmla="*/ 10478 w 20955"/>
                  <a:gd name="connsiteY2" fmla="*/ 20955 h 20954"/>
                  <a:gd name="connsiteX3" fmla="*/ 0 w 20955"/>
                  <a:gd name="connsiteY3" fmla="*/ 10477 h 20954"/>
                  <a:gd name="connsiteX4" fmla="*/ 10478 w 20955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4">
                    <a:moveTo>
                      <a:pt x="10478" y="0"/>
                    </a:moveTo>
                    <a:cubicBezTo>
                      <a:pt x="16193" y="0"/>
                      <a:pt x="20955" y="4763"/>
                      <a:pt x="20955" y="10477"/>
                    </a:cubicBezTo>
                    <a:cubicBezTo>
                      <a:pt x="20955" y="16192"/>
                      <a:pt x="16193" y="20955"/>
                      <a:pt x="10478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C55AB21B-36F5-AD0E-EB25-5F1B38F057A8}"/>
                  </a:ext>
                </a:extLst>
              </p:cNvPr>
              <p:cNvSpPr/>
              <p:nvPr/>
            </p:nvSpPr>
            <p:spPr>
              <a:xfrm>
                <a:off x="1603992" y="1723984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4763" y="19050"/>
                      <a:pt x="0" y="14288"/>
                      <a:pt x="0" y="9525"/>
                    </a:cubicBezTo>
                    <a:cubicBezTo>
                      <a:pt x="0" y="4763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00143C4C-3DC6-20A8-D1AA-07E572BAEB24}"/>
                  </a:ext>
                </a:extLst>
              </p:cNvPr>
              <p:cNvSpPr/>
              <p:nvPr/>
            </p:nvSpPr>
            <p:spPr>
              <a:xfrm>
                <a:off x="2697255" y="1704447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4"/>
                      <a:pt x="4264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515BA424-9037-B497-D0B4-E1CBAFB22642}"/>
                  </a:ext>
                </a:extLst>
              </p:cNvPr>
              <p:cNvSpPr/>
              <p:nvPr/>
            </p:nvSpPr>
            <p:spPr>
              <a:xfrm>
                <a:off x="916475" y="2156251"/>
                <a:ext cx="76641" cy="83032"/>
              </a:xfrm>
              <a:custGeom>
                <a:avLst/>
                <a:gdLst>
                  <a:gd name="connsiteX0" fmla="*/ 16192 w 32385"/>
                  <a:gd name="connsiteY0" fmla="*/ 0 h 32384"/>
                  <a:gd name="connsiteX1" fmla="*/ 32385 w 32385"/>
                  <a:gd name="connsiteY1" fmla="*/ 16193 h 32384"/>
                  <a:gd name="connsiteX2" fmla="*/ 16192 w 32385"/>
                  <a:gd name="connsiteY2" fmla="*/ 32385 h 32384"/>
                  <a:gd name="connsiteX3" fmla="*/ 0 w 32385"/>
                  <a:gd name="connsiteY3" fmla="*/ 16193 h 32384"/>
                  <a:gd name="connsiteX4" fmla="*/ 16192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7EDBBBE-3A3A-58E0-16A8-CC7AE42445B3}"/>
                  </a:ext>
                </a:extLst>
              </p:cNvPr>
              <p:cNvSpPr/>
              <p:nvPr/>
            </p:nvSpPr>
            <p:spPr>
              <a:xfrm>
                <a:off x="2512415" y="1765500"/>
                <a:ext cx="56353" cy="58613"/>
              </a:xfrm>
              <a:custGeom>
                <a:avLst/>
                <a:gdLst>
                  <a:gd name="connsiteX0" fmla="*/ 12383 w 23812"/>
                  <a:gd name="connsiteY0" fmla="*/ 0 h 22860"/>
                  <a:gd name="connsiteX1" fmla="*/ 23813 w 23812"/>
                  <a:gd name="connsiteY1" fmla="*/ 11430 h 22860"/>
                  <a:gd name="connsiteX2" fmla="*/ 12383 w 23812"/>
                  <a:gd name="connsiteY2" fmla="*/ 22860 h 22860"/>
                  <a:gd name="connsiteX3" fmla="*/ 0 w 23812"/>
                  <a:gd name="connsiteY3" fmla="*/ 11430 h 22860"/>
                  <a:gd name="connsiteX4" fmla="*/ 12383 w 23812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12" h="22860">
                    <a:moveTo>
                      <a:pt x="12383" y="0"/>
                    </a:moveTo>
                    <a:cubicBezTo>
                      <a:pt x="19050" y="0"/>
                      <a:pt x="23813" y="5715"/>
                      <a:pt x="23813" y="11430"/>
                    </a:cubicBezTo>
                    <a:cubicBezTo>
                      <a:pt x="23813" y="17145"/>
                      <a:pt x="18098" y="22860"/>
                      <a:pt x="12383" y="22860"/>
                    </a:cubicBezTo>
                    <a:cubicBezTo>
                      <a:pt x="6667" y="22860"/>
                      <a:pt x="0" y="18098"/>
                      <a:pt x="0" y="11430"/>
                    </a:cubicBezTo>
                    <a:cubicBezTo>
                      <a:pt x="0" y="4763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39399A7C-D3B6-785E-C2E4-FC1ED074AE83}"/>
                  </a:ext>
                </a:extLst>
              </p:cNvPr>
              <p:cNvSpPr/>
              <p:nvPr/>
            </p:nvSpPr>
            <p:spPr>
              <a:xfrm>
                <a:off x="1076521" y="2229516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439D8864-0EB8-722D-1130-D528B2E37A31}"/>
                  </a:ext>
                </a:extLst>
              </p:cNvPr>
              <p:cNvSpPr/>
              <p:nvPr/>
            </p:nvSpPr>
            <p:spPr>
              <a:xfrm>
                <a:off x="1202753" y="2749704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ED389B53-46CF-2D7E-748D-667B3EF09518}"/>
                  </a:ext>
                </a:extLst>
              </p:cNvPr>
              <p:cNvSpPr/>
              <p:nvPr/>
            </p:nvSpPr>
            <p:spPr>
              <a:xfrm>
                <a:off x="1261361" y="2947520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4E9D6855-A3D1-09D3-5CCC-5DD3A0902B17}"/>
                  </a:ext>
                </a:extLst>
              </p:cNvPr>
              <p:cNvSpPr/>
              <p:nvPr/>
            </p:nvSpPr>
            <p:spPr>
              <a:xfrm>
                <a:off x="1171195" y="2139157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6F06E8A1-B39F-A919-1944-DCCD6D4CAC61}"/>
                  </a:ext>
                </a:extLst>
              </p:cNvPr>
              <p:cNvSpPr/>
              <p:nvPr/>
            </p:nvSpPr>
            <p:spPr>
              <a:xfrm>
                <a:off x="1446201" y="2395585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FB28C769-4676-A625-B77D-D0768326EEF7}"/>
                  </a:ext>
                </a:extLst>
              </p:cNvPr>
              <p:cNvSpPr/>
              <p:nvPr/>
            </p:nvSpPr>
            <p:spPr>
              <a:xfrm>
                <a:off x="2512415" y="5958737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9525" y="0"/>
                      <a:pt x="11430" y="2858"/>
                      <a:pt x="11430" y="5715"/>
                    </a:cubicBezTo>
                    <a:cubicBezTo>
                      <a:pt x="11430" y="9525"/>
                      <a:pt x="8573" y="11430"/>
                      <a:pt x="5715" y="11430"/>
                    </a:cubicBezTo>
                    <a:cubicBezTo>
                      <a:pt x="1905" y="11430"/>
                      <a:pt x="0" y="8573"/>
                      <a:pt x="0" y="5715"/>
                    </a:cubicBezTo>
                    <a:cubicBezTo>
                      <a:pt x="0" y="2858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AB63C368-AE2A-16F6-350A-DC2B9457AEB8}"/>
                  </a:ext>
                </a:extLst>
              </p:cNvPr>
              <p:cNvSpPr/>
              <p:nvPr/>
            </p:nvSpPr>
            <p:spPr>
              <a:xfrm>
                <a:off x="1008897" y="277168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0D1310D2-6890-1A99-39B0-B99586728FEA}"/>
                  </a:ext>
                </a:extLst>
              </p:cNvPr>
              <p:cNvSpPr/>
              <p:nvPr/>
            </p:nvSpPr>
            <p:spPr>
              <a:xfrm>
                <a:off x="1101315" y="3052535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944D57DC-00E2-B411-86F2-D84B7F5A3F14}"/>
                  </a:ext>
                </a:extLst>
              </p:cNvPr>
              <p:cNvSpPr/>
              <p:nvPr/>
            </p:nvSpPr>
            <p:spPr>
              <a:xfrm>
                <a:off x="2196834" y="1684907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003"/>
                      <a:pt x="0" y="13335"/>
                    </a:cubicBezTo>
                    <a:cubicBezTo>
                      <a:pt x="0" y="6668"/>
                      <a:pt x="6667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E2EE4EDA-880F-F86D-F6D6-D3375A166C43}"/>
                  </a:ext>
                </a:extLst>
              </p:cNvPr>
              <p:cNvSpPr/>
              <p:nvPr/>
            </p:nvSpPr>
            <p:spPr>
              <a:xfrm>
                <a:off x="1315461" y="235162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C96C7651-0C1D-6EAF-D036-889EF0F999CB}"/>
                  </a:ext>
                </a:extLst>
              </p:cNvPr>
              <p:cNvSpPr/>
              <p:nvPr/>
            </p:nvSpPr>
            <p:spPr>
              <a:xfrm>
                <a:off x="1130621" y="274481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4614154D-92D7-6088-8A1A-7A2864D6D2CF}"/>
                  </a:ext>
                </a:extLst>
              </p:cNvPr>
              <p:cNvSpPr/>
              <p:nvPr/>
            </p:nvSpPr>
            <p:spPr>
              <a:xfrm>
                <a:off x="1072013" y="1970644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36487A5A-9E54-8C22-8017-C232DEC65CA9}"/>
                  </a:ext>
                </a:extLst>
              </p:cNvPr>
              <p:cNvSpPr/>
              <p:nvPr/>
            </p:nvSpPr>
            <p:spPr>
              <a:xfrm>
                <a:off x="1509318" y="2544557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AF7AC28C-ED02-9417-8F9B-0522C01207E0}"/>
                  </a:ext>
                </a:extLst>
              </p:cNvPr>
              <p:cNvSpPr/>
              <p:nvPr/>
            </p:nvSpPr>
            <p:spPr>
              <a:xfrm>
                <a:off x="648233" y="3086726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58BDA153-36DB-179B-0742-737F7DB7F47B}"/>
                  </a:ext>
                </a:extLst>
              </p:cNvPr>
              <p:cNvSpPr/>
              <p:nvPr/>
            </p:nvSpPr>
            <p:spPr>
              <a:xfrm>
                <a:off x="884920" y="2559213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14055A86-5F82-D7FA-12CA-C989525900B3}"/>
                  </a:ext>
                </a:extLst>
              </p:cNvPr>
              <p:cNvSpPr/>
              <p:nvPr/>
            </p:nvSpPr>
            <p:spPr>
              <a:xfrm>
                <a:off x="630200" y="2764354"/>
                <a:ext cx="63114" cy="68381"/>
              </a:xfrm>
              <a:custGeom>
                <a:avLst/>
                <a:gdLst>
                  <a:gd name="connsiteX0" fmla="*/ 13335 w 26669"/>
                  <a:gd name="connsiteY0" fmla="*/ 0 h 26670"/>
                  <a:gd name="connsiteX1" fmla="*/ 26670 w 26669"/>
                  <a:gd name="connsiteY1" fmla="*/ 13335 h 26670"/>
                  <a:gd name="connsiteX2" fmla="*/ 13335 w 26669"/>
                  <a:gd name="connsiteY2" fmla="*/ 26670 h 26670"/>
                  <a:gd name="connsiteX3" fmla="*/ 0 w 26669"/>
                  <a:gd name="connsiteY3" fmla="*/ 13335 h 26670"/>
                  <a:gd name="connsiteX4" fmla="*/ 13335 w 26669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69" h="26670">
                    <a:moveTo>
                      <a:pt x="13335" y="0"/>
                    </a:moveTo>
                    <a:cubicBezTo>
                      <a:pt x="20003" y="0"/>
                      <a:pt x="26670" y="5715"/>
                      <a:pt x="26670" y="13335"/>
                    </a:cubicBezTo>
                    <a:cubicBezTo>
                      <a:pt x="26670" y="20003"/>
                      <a:pt x="20955" y="26670"/>
                      <a:pt x="13335" y="26670"/>
                    </a:cubicBezTo>
                    <a:cubicBezTo>
                      <a:pt x="6668" y="26670"/>
                      <a:pt x="0" y="20955"/>
                      <a:pt x="0" y="13335"/>
                    </a:cubicBezTo>
                    <a:cubicBezTo>
                      <a:pt x="953" y="5715"/>
                      <a:pt x="6668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36CCF14C-2F2F-93B5-C835-F0B62EDB9B05}"/>
                  </a:ext>
                </a:extLst>
              </p:cNvPr>
              <p:cNvSpPr/>
              <p:nvPr/>
            </p:nvSpPr>
            <p:spPr>
              <a:xfrm>
                <a:off x="2388436" y="5685215"/>
                <a:ext cx="58605" cy="63497"/>
              </a:xfrm>
              <a:custGeom>
                <a:avLst/>
                <a:gdLst>
                  <a:gd name="connsiteX0" fmla="*/ 24765 w 24764"/>
                  <a:gd name="connsiteY0" fmla="*/ 12383 h 24765"/>
                  <a:gd name="connsiteX1" fmla="*/ 12382 w 24764"/>
                  <a:gd name="connsiteY1" fmla="*/ 24765 h 24765"/>
                  <a:gd name="connsiteX2" fmla="*/ 0 w 24764"/>
                  <a:gd name="connsiteY2" fmla="*/ 12383 h 24765"/>
                  <a:gd name="connsiteX3" fmla="*/ 12382 w 24764"/>
                  <a:gd name="connsiteY3" fmla="*/ 0 h 24765"/>
                  <a:gd name="connsiteX4" fmla="*/ 24765 w 24764"/>
                  <a:gd name="connsiteY4" fmla="*/ 12383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901EB6EF-A098-907B-3BD1-4EFDFB843B6E}"/>
                  </a:ext>
                </a:extLst>
              </p:cNvPr>
              <p:cNvSpPr/>
              <p:nvPr/>
            </p:nvSpPr>
            <p:spPr>
              <a:xfrm>
                <a:off x="887173" y="234918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B4DAF8BA-148A-08BC-0D6C-6F3E720A4356}"/>
                  </a:ext>
                </a:extLst>
              </p:cNvPr>
              <p:cNvSpPr/>
              <p:nvPr/>
            </p:nvSpPr>
            <p:spPr>
              <a:xfrm>
                <a:off x="664013" y="2539676"/>
                <a:ext cx="63116" cy="68379"/>
              </a:xfrm>
              <a:custGeom>
                <a:avLst/>
                <a:gdLst>
                  <a:gd name="connsiteX0" fmla="*/ 13335 w 26670"/>
                  <a:gd name="connsiteY0" fmla="*/ 0 h 26669"/>
                  <a:gd name="connsiteX1" fmla="*/ 26670 w 26670"/>
                  <a:gd name="connsiteY1" fmla="*/ 13335 h 26669"/>
                  <a:gd name="connsiteX2" fmla="*/ 13335 w 26670"/>
                  <a:gd name="connsiteY2" fmla="*/ 26670 h 26669"/>
                  <a:gd name="connsiteX3" fmla="*/ 0 w 26670"/>
                  <a:gd name="connsiteY3" fmla="*/ 13335 h 26669"/>
                  <a:gd name="connsiteX4" fmla="*/ 13335 w 26670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6DBE84F8-D282-FE27-35DB-56BE6191CD1B}"/>
                  </a:ext>
                </a:extLst>
              </p:cNvPr>
              <p:cNvSpPr/>
              <p:nvPr/>
            </p:nvSpPr>
            <p:spPr>
              <a:xfrm>
                <a:off x="1516081" y="1931569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3 w 32385"/>
                  <a:gd name="connsiteY1" fmla="*/ 32385 h 32384"/>
                  <a:gd name="connsiteX2" fmla="*/ 0 w 32385"/>
                  <a:gd name="connsiteY2" fmla="*/ 16193 h 32384"/>
                  <a:gd name="connsiteX3" fmla="*/ 16193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DD94FDAD-DB47-905F-6F27-F1AB55D5B859}"/>
                  </a:ext>
                </a:extLst>
              </p:cNvPr>
              <p:cNvSpPr/>
              <p:nvPr/>
            </p:nvSpPr>
            <p:spPr>
              <a:xfrm>
                <a:off x="1232058" y="2786335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851A86-EC38-9472-95CE-8EC5E4585C77}"/>
                  </a:ext>
                </a:extLst>
              </p:cNvPr>
              <p:cNvSpPr/>
              <p:nvPr/>
            </p:nvSpPr>
            <p:spPr>
              <a:xfrm>
                <a:off x="975085" y="2991479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02C0B887-FECA-5FE6-476E-CA9D7B458387}"/>
                  </a:ext>
                </a:extLst>
              </p:cNvPr>
              <p:cNvSpPr/>
              <p:nvPr/>
            </p:nvSpPr>
            <p:spPr>
              <a:xfrm>
                <a:off x="844345" y="2224632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26063A89-A49D-9F82-8756-2127144A1F79}"/>
                  </a:ext>
                </a:extLst>
              </p:cNvPr>
              <p:cNvSpPr/>
              <p:nvPr/>
            </p:nvSpPr>
            <p:spPr>
              <a:xfrm>
                <a:off x="1833915" y="5721846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DF704865-F977-3FDD-89DB-0B8CF721BF0F}"/>
                  </a:ext>
                </a:extLst>
              </p:cNvPr>
              <p:cNvSpPr/>
              <p:nvPr/>
            </p:nvSpPr>
            <p:spPr>
              <a:xfrm>
                <a:off x="1385341" y="1785038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7" y="0"/>
                      <a:pt x="28575" y="6668"/>
                      <a:pt x="28575" y="14288"/>
                    </a:cubicBezTo>
                    <a:cubicBezTo>
                      <a:pt x="28575" y="21907"/>
                      <a:pt x="21907" y="28575"/>
                      <a:pt x="14288" y="28575"/>
                    </a:cubicBezTo>
                    <a:cubicBezTo>
                      <a:pt x="6668" y="28575"/>
                      <a:pt x="0" y="21907"/>
                      <a:pt x="0" y="14288"/>
                    </a:cubicBezTo>
                    <a:cubicBezTo>
                      <a:pt x="0" y="6668"/>
                      <a:pt x="6668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A637CB2E-C0D0-60A6-6BA3-F810C6278AB0}"/>
                  </a:ext>
                </a:extLst>
              </p:cNvPr>
              <p:cNvSpPr/>
              <p:nvPr/>
            </p:nvSpPr>
            <p:spPr>
              <a:xfrm>
                <a:off x="981847" y="235406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90886F0E-245A-7A21-32D3-2AE0265A8B62}"/>
                  </a:ext>
                </a:extLst>
              </p:cNvPr>
              <p:cNvSpPr/>
              <p:nvPr/>
            </p:nvSpPr>
            <p:spPr>
              <a:xfrm>
                <a:off x="1475506" y="1885169"/>
                <a:ext cx="76641" cy="83032"/>
              </a:xfrm>
              <a:custGeom>
                <a:avLst/>
                <a:gdLst>
                  <a:gd name="connsiteX0" fmla="*/ 32385 w 32385"/>
                  <a:gd name="connsiteY0" fmla="*/ 16192 h 32384"/>
                  <a:gd name="connsiteX1" fmla="*/ 16193 w 32385"/>
                  <a:gd name="connsiteY1" fmla="*/ 32385 h 32384"/>
                  <a:gd name="connsiteX2" fmla="*/ 0 w 32385"/>
                  <a:gd name="connsiteY2" fmla="*/ 16192 h 32384"/>
                  <a:gd name="connsiteX3" fmla="*/ 16193 w 32385"/>
                  <a:gd name="connsiteY3" fmla="*/ 0 h 32384"/>
                  <a:gd name="connsiteX4" fmla="*/ 32385 w 32385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B311F22C-4959-8AFC-D501-D001FC542095}"/>
                  </a:ext>
                </a:extLst>
              </p:cNvPr>
              <p:cNvSpPr/>
              <p:nvPr/>
            </p:nvSpPr>
            <p:spPr>
              <a:xfrm>
                <a:off x="1078776" y="2783894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29346A0-BDC6-4719-1ED8-72D15419ABF9}"/>
                  </a:ext>
                </a:extLst>
              </p:cNvPr>
              <p:cNvSpPr/>
              <p:nvPr/>
            </p:nvSpPr>
            <p:spPr>
              <a:xfrm>
                <a:off x="1793340" y="1684907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D86777A4-88EF-36A2-39A3-2D1F83A3B9AF}"/>
                  </a:ext>
                </a:extLst>
              </p:cNvPr>
              <p:cNvSpPr/>
              <p:nvPr/>
            </p:nvSpPr>
            <p:spPr>
              <a:xfrm>
                <a:off x="1446201" y="2481063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0399EF19-DBA8-574D-8F65-F5A82AF803CA}"/>
                  </a:ext>
                </a:extLst>
              </p:cNvPr>
              <p:cNvSpPr/>
              <p:nvPr/>
            </p:nvSpPr>
            <p:spPr>
              <a:xfrm>
                <a:off x="1367307" y="3028113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2 w 32385"/>
                  <a:gd name="connsiteY1" fmla="*/ 32385 h 32385"/>
                  <a:gd name="connsiteX2" fmla="*/ 0 w 32385"/>
                  <a:gd name="connsiteY2" fmla="*/ 16192 h 32385"/>
                  <a:gd name="connsiteX3" fmla="*/ 16192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C770F166-2BD5-39C0-4234-91567918D4A0}"/>
                  </a:ext>
                </a:extLst>
              </p:cNvPr>
              <p:cNvSpPr/>
              <p:nvPr/>
            </p:nvSpPr>
            <p:spPr>
              <a:xfrm>
                <a:off x="1069760" y="2739935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66771C9F-B6B6-552F-A4C8-05073AEC675E}"/>
                  </a:ext>
                </a:extLst>
              </p:cNvPr>
              <p:cNvSpPr/>
              <p:nvPr/>
            </p:nvSpPr>
            <p:spPr>
              <a:xfrm>
                <a:off x="1205009" y="2253938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FCBC1D23-07C1-B3E7-31BA-6A518B1CA05D}"/>
                  </a:ext>
                </a:extLst>
              </p:cNvPr>
              <p:cNvSpPr/>
              <p:nvPr/>
            </p:nvSpPr>
            <p:spPr>
              <a:xfrm>
                <a:off x="794754" y="2239285"/>
                <a:ext cx="72130" cy="78150"/>
              </a:xfrm>
              <a:custGeom>
                <a:avLst/>
                <a:gdLst>
                  <a:gd name="connsiteX0" fmla="*/ 30480 w 30479"/>
                  <a:gd name="connsiteY0" fmla="*/ 15240 h 30480"/>
                  <a:gd name="connsiteX1" fmla="*/ 15240 w 30479"/>
                  <a:gd name="connsiteY1" fmla="*/ 30480 h 30480"/>
                  <a:gd name="connsiteX2" fmla="*/ 0 w 30479"/>
                  <a:gd name="connsiteY2" fmla="*/ 15240 h 30480"/>
                  <a:gd name="connsiteX3" fmla="*/ 15240 w 30479"/>
                  <a:gd name="connsiteY3" fmla="*/ 0 h 30480"/>
                  <a:gd name="connsiteX4" fmla="*/ 30480 w 30479"/>
                  <a:gd name="connsiteY4" fmla="*/ 1524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4F0D2A57-08E8-0EAA-8628-EC4E342C0D1F}"/>
                  </a:ext>
                </a:extLst>
              </p:cNvPr>
              <p:cNvSpPr/>
              <p:nvPr/>
            </p:nvSpPr>
            <p:spPr>
              <a:xfrm>
                <a:off x="1056232" y="2324760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85092CD-E151-E6BB-8251-0BB331D6B8BE}"/>
                  </a:ext>
                </a:extLst>
              </p:cNvPr>
              <p:cNvSpPr/>
              <p:nvPr/>
            </p:nvSpPr>
            <p:spPr>
              <a:xfrm>
                <a:off x="882664" y="2605613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F606FDC4-99D3-FEBF-E2BE-3B11C141D3F7}"/>
                  </a:ext>
                </a:extLst>
              </p:cNvPr>
              <p:cNvSpPr/>
              <p:nvPr/>
            </p:nvSpPr>
            <p:spPr>
              <a:xfrm>
                <a:off x="1315461" y="2107407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BE4D2224-2EB7-AD6E-37C6-A49CE959F042}"/>
                  </a:ext>
                </a:extLst>
              </p:cNvPr>
              <p:cNvSpPr/>
              <p:nvPr/>
            </p:nvSpPr>
            <p:spPr>
              <a:xfrm>
                <a:off x="1340258" y="2901120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BE2EE17-804A-B4C8-CDBF-33D9904DAD85}"/>
                  </a:ext>
                </a:extLst>
              </p:cNvPr>
              <p:cNvSpPr/>
              <p:nvPr/>
            </p:nvSpPr>
            <p:spPr>
              <a:xfrm>
                <a:off x="1725716" y="5714519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83904476-4AEA-3845-BD8B-B0279343D015}"/>
                  </a:ext>
                </a:extLst>
              </p:cNvPr>
              <p:cNvSpPr/>
              <p:nvPr/>
            </p:nvSpPr>
            <p:spPr>
              <a:xfrm>
                <a:off x="2426755" y="5836628"/>
                <a:ext cx="40575" cy="43959"/>
              </a:xfrm>
              <a:custGeom>
                <a:avLst/>
                <a:gdLst>
                  <a:gd name="connsiteX0" fmla="*/ 8573 w 17145"/>
                  <a:gd name="connsiteY0" fmla="*/ 0 h 17145"/>
                  <a:gd name="connsiteX1" fmla="*/ 17145 w 17145"/>
                  <a:gd name="connsiteY1" fmla="*/ 8573 h 17145"/>
                  <a:gd name="connsiteX2" fmla="*/ 8573 w 17145"/>
                  <a:gd name="connsiteY2" fmla="*/ 17145 h 17145"/>
                  <a:gd name="connsiteX3" fmla="*/ 0 w 17145"/>
                  <a:gd name="connsiteY3" fmla="*/ 8573 h 17145"/>
                  <a:gd name="connsiteX4" fmla="*/ 8573 w 17145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3F92EFC3-4262-0A6C-81A8-F193AFD107CA}"/>
                  </a:ext>
                </a:extLst>
              </p:cNvPr>
              <p:cNvSpPr/>
              <p:nvPr/>
            </p:nvSpPr>
            <p:spPr>
              <a:xfrm>
                <a:off x="2525940" y="1658044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4"/>
                      <a:pt x="4264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A5607F6-F242-CA5B-5671-1625AAA309F0}"/>
                  </a:ext>
                </a:extLst>
              </p:cNvPr>
              <p:cNvSpPr/>
              <p:nvPr/>
            </p:nvSpPr>
            <p:spPr>
              <a:xfrm>
                <a:off x="1175704" y="2525020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DEB5DC0B-4E68-14F4-D24C-63A815E9F3DE}"/>
                  </a:ext>
                </a:extLst>
              </p:cNvPr>
              <p:cNvSpPr/>
              <p:nvPr/>
            </p:nvSpPr>
            <p:spPr>
              <a:xfrm>
                <a:off x="1403371" y="308428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60AC2138-93C1-2B1E-8D6E-ABC99E7744FE}"/>
                  </a:ext>
                </a:extLst>
              </p:cNvPr>
              <p:cNvSpPr/>
              <p:nvPr/>
            </p:nvSpPr>
            <p:spPr>
              <a:xfrm>
                <a:off x="833073" y="266666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71D52DD5-964A-DE2A-5B16-FE5AEF0FBA38}"/>
                  </a:ext>
                </a:extLst>
              </p:cNvPr>
              <p:cNvSpPr/>
              <p:nvPr/>
            </p:nvSpPr>
            <p:spPr>
              <a:xfrm>
                <a:off x="1308699" y="2542116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FA492BF-4CDB-0017-A979-B9B808DFA521}"/>
                  </a:ext>
                </a:extLst>
              </p:cNvPr>
              <p:cNvSpPr/>
              <p:nvPr/>
            </p:nvSpPr>
            <p:spPr>
              <a:xfrm>
                <a:off x="1554401" y="2478620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F9F0FEB2-3B20-92D0-F833-25B3FF936876}"/>
                  </a:ext>
                </a:extLst>
              </p:cNvPr>
              <p:cNvSpPr/>
              <p:nvPr/>
            </p:nvSpPr>
            <p:spPr>
              <a:xfrm>
                <a:off x="2602290" y="1687350"/>
                <a:ext cx="40863" cy="43959"/>
              </a:xfrm>
              <a:custGeom>
                <a:avLst/>
                <a:gdLst>
                  <a:gd name="connsiteX0" fmla="*/ 8695 w 17267"/>
                  <a:gd name="connsiteY0" fmla="*/ 0 h 17145"/>
                  <a:gd name="connsiteX1" fmla="*/ 17268 w 17267"/>
                  <a:gd name="connsiteY1" fmla="*/ 8572 h 17145"/>
                  <a:gd name="connsiteX2" fmla="*/ 8695 w 17267"/>
                  <a:gd name="connsiteY2" fmla="*/ 17145 h 17145"/>
                  <a:gd name="connsiteX3" fmla="*/ 123 w 17267"/>
                  <a:gd name="connsiteY3" fmla="*/ 8572 h 17145"/>
                  <a:gd name="connsiteX4" fmla="*/ 8695 w 17267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67" h="17145">
                    <a:moveTo>
                      <a:pt x="8695" y="0"/>
                    </a:moveTo>
                    <a:cubicBezTo>
                      <a:pt x="13458" y="0"/>
                      <a:pt x="17268" y="3810"/>
                      <a:pt x="17268" y="8572"/>
                    </a:cubicBezTo>
                    <a:cubicBezTo>
                      <a:pt x="17268" y="13335"/>
                      <a:pt x="13458" y="17145"/>
                      <a:pt x="8695" y="17145"/>
                    </a:cubicBezTo>
                    <a:cubicBezTo>
                      <a:pt x="3933" y="17145"/>
                      <a:pt x="123" y="13335"/>
                      <a:pt x="123" y="8572"/>
                    </a:cubicBezTo>
                    <a:cubicBezTo>
                      <a:pt x="-830" y="3810"/>
                      <a:pt x="3933" y="0"/>
                      <a:pt x="869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EDD3F85F-61D6-92B8-CA76-B93A8F3EAABF}"/>
                  </a:ext>
                </a:extLst>
              </p:cNvPr>
              <p:cNvSpPr/>
              <p:nvPr/>
            </p:nvSpPr>
            <p:spPr>
              <a:xfrm>
                <a:off x="2129210" y="1675141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8 h 20954"/>
                  <a:gd name="connsiteX2" fmla="*/ 10477 w 20954"/>
                  <a:gd name="connsiteY2" fmla="*/ 20955 h 20954"/>
                  <a:gd name="connsiteX3" fmla="*/ 0 w 20954"/>
                  <a:gd name="connsiteY3" fmla="*/ 10478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8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8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C071E431-EAF2-F16D-CAA4-75EA7D2AB3A2}"/>
                  </a:ext>
                </a:extLst>
              </p:cNvPr>
              <p:cNvSpPr/>
              <p:nvPr/>
            </p:nvSpPr>
            <p:spPr>
              <a:xfrm>
                <a:off x="808276" y="2517695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8DC47220-670B-0E04-C678-1724CD275011}"/>
                  </a:ext>
                </a:extLst>
              </p:cNvPr>
              <p:cNvSpPr/>
              <p:nvPr/>
            </p:nvSpPr>
            <p:spPr>
              <a:xfrm>
                <a:off x="1450710" y="2725282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2CDD6C79-BC85-5BC6-02CE-2F308131554E}"/>
                  </a:ext>
                </a:extLst>
              </p:cNvPr>
              <p:cNvSpPr/>
              <p:nvPr/>
            </p:nvSpPr>
            <p:spPr>
              <a:xfrm>
                <a:off x="871392" y="2305223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ACC26C2A-C9BF-8A87-CD2B-5D2187639425}"/>
                  </a:ext>
                </a:extLst>
              </p:cNvPr>
              <p:cNvSpPr/>
              <p:nvPr/>
            </p:nvSpPr>
            <p:spPr>
              <a:xfrm>
                <a:off x="846598" y="2864485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FAEB74BA-1D30-7F55-80B8-48E3389A8F98}"/>
                  </a:ext>
                </a:extLst>
              </p:cNvPr>
              <p:cNvSpPr/>
              <p:nvPr/>
            </p:nvSpPr>
            <p:spPr>
              <a:xfrm>
                <a:off x="1313205" y="2175788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4BBCE55-7FC2-F285-CD71-B02980306203}"/>
                  </a:ext>
                </a:extLst>
              </p:cNvPr>
              <p:cNvSpPr/>
              <p:nvPr/>
            </p:nvSpPr>
            <p:spPr>
              <a:xfrm>
                <a:off x="1126112" y="2297898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A55003CB-C8A1-0D82-3A52-E1C266570D9C}"/>
                  </a:ext>
                </a:extLst>
              </p:cNvPr>
              <p:cNvSpPr/>
              <p:nvPr/>
            </p:nvSpPr>
            <p:spPr>
              <a:xfrm>
                <a:off x="2460568" y="1658044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3810" y="19050"/>
                      <a:pt x="0" y="15240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195C0101-6892-5062-A348-5B6BA6289959}"/>
                  </a:ext>
                </a:extLst>
              </p:cNvPr>
              <p:cNvSpPr/>
              <p:nvPr/>
            </p:nvSpPr>
            <p:spPr>
              <a:xfrm>
                <a:off x="783482" y="2588519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171D824B-DCB4-1390-CCEF-5FE084772655}"/>
                  </a:ext>
                </a:extLst>
              </p:cNvPr>
              <p:cNvSpPr/>
              <p:nvPr/>
            </p:nvSpPr>
            <p:spPr>
              <a:xfrm>
                <a:off x="1333494" y="2725282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ECA2D828-131D-AD2C-E7E7-83FCCD450D78}"/>
                  </a:ext>
                </a:extLst>
              </p:cNvPr>
              <p:cNvSpPr/>
              <p:nvPr/>
            </p:nvSpPr>
            <p:spPr>
              <a:xfrm>
                <a:off x="884920" y="2449313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23B54A94-FD21-4747-9490-D29A68B6478C}"/>
                  </a:ext>
                </a:extLst>
              </p:cNvPr>
              <p:cNvSpPr/>
              <p:nvPr/>
            </p:nvSpPr>
            <p:spPr>
              <a:xfrm>
                <a:off x="1725716" y="1692235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B78C3EF1-F78D-0FB4-28C6-380C0E92E220}"/>
                  </a:ext>
                </a:extLst>
              </p:cNvPr>
              <p:cNvSpPr/>
              <p:nvPr/>
            </p:nvSpPr>
            <p:spPr>
              <a:xfrm>
                <a:off x="2165276" y="1726425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7 w 28575"/>
                  <a:gd name="connsiteY1" fmla="*/ 28575 h 28575"/>
                  <a:gd name="connsiteX2" fmla="*/ 0 w 28575"/>
                  <a:gd name="connsiteY2" fmla="*/ 14288 h 28575"/>
                  <a:gd name="connsiteX3" fmla="*/ 14287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7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7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D8864D53-93B0-DABC-CEB9-6C81CAA884AB}"/>
                  </a:ext>
                </a:extLst>
              </p:cNvPr>
              <p:cNvSpPr/>
              <p:nvPr/>
            </p:nvSpPr>
            <p:spPr>
              <a:xfrm>
                <a:off x="1561162" y="1938895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AE2CD5E1-22FA-E6C9-9D49-2CA2B2AE4192}"/>
                  </a:ext>
                </a:extLst>
              </p:cNvPr>
              <p:cNvSpPr/>
              <p:nvPr/>
            </p:nvSpPr>
            <p:spPr>
              <a:xfrm>
                <a:off x="2287000" y="5736500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7"/>
                      <a:pt x="18098" y="22860"/>
                      <a:pt x="11430" y="22860"/>
                    </a:cubicBezTo>
                    <a:cubicBezTo>
                      <a:pt x="4763" y="22860"/>
                      <a:pt x="0" y="18097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DD501FDD-B284-DA38-F630-B8F335B7BD82}"/>
                  </a:ext>
                </a:extLst>
              </p:cNvPr>
              <p:cNvSpPr/>
              <p:nvPr/>
            </p:nvSpPr>
            <p:spPr>
              <a:xfrm>
                <a:off x="851106" y="2520135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4D02240F-E6B4-A3D8-7C02-99C070C397BC}"/>
                  </a:ext>
                </a:extLst>
              </p:cNvPr>
              <p:cNvSpPr/>
              <p:nvPr/>
            </p:nvSpPr>
            <p:spPr>
              <a:xfrm>
                <a:off x="718113" y="2962173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F6D61E13-1DE0-AB62-2A09-75DF31DCB421}"/>
                  </a:ext>
                </a:extLst>
              </p:cNvPr>
              <p:cNvSpPr/>
              <p:nvPr/>
            </p:nvSpPr>
            <p:spPr>
              <a:xfrm>
                <a:off x="884920" y="2122060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8" y="0"/>
                      <a:pt x="28575" y="6668"/>
                      <a:pt x="28575" y="14288"/>
                    </a:cubicBezTo>
                    <a:cubicBezTo>
                      <a:pt x="28575" y="21907"/>
                      <a:pt x="21908" y="28575"/>
                      <a:pt x="14288" y="28575"/>
                    </a:cubicBezTo>
                    <a:cubicBezTo>
                      <a:pt x="6667" y="28575"/>
                      <a:pt x="0" y="21907"/>
                      <a:pt x="0" y="14288"/>
                    </a:cubicBezTo>
                    <a:cubicBezTo>
                      <a:pt x="0" y="6668"/>
                      <a:pt x="6667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E02870A0-E5FA-C34A-792F-D42CD2BFF4E8}"/>
                  </a:ext>
                </a:extLst>
              </p:cNvPr>
              <p:cNvSpPr/>
              <p:nvPr/>
            </p:nvSpPr>
            <p:spPr>
              <a:xfrm>
                <a:off x="977338" y="2666667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C738E4B9-3F2C-4CC5-1E28-53C9713A2A5E}"/>
                  </a:ext>
                </a:extLst>
              </p:cNvPr>
              <p:cNvSpPr/>
              <p:nvPr/>
            </p:nvSpPr>
            <p:spPr>
              <a:xfrm>
                <a:off x="2332083" y="1575010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04F3B9AC-3101-24C6-DD90-5F8CA3A3E10E}"/>
                  </a:ext>
                </a:extLst>
              </p:cNvPr>
              <p:cNvSpPr/>
              <p:nvPr/>
            </p:nvSpPr>
            <p:spPr>
              <a:xfrm>
                <a:off x="1678380" y="1748406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4641CF47-932B-1921-8BBB-4E84DD5AF114}"/>
                  </a:ext>
                </a:extLst>
              </p:cNvPr>
              <p:cNvSpPr/>
              <p:nvPr/>
            </p:nvSpPr>
            <p:spPr>
              <a:xfrm>
                <a:off x="1317716" y="2661785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71F5C9D9-62FA-D06D-1132-DCA6FCF0EB2D}"/>
                  </a:ext>
                </a:extLst>
              </p:cNvPr>
              <p:cNvSpPr/>
              <p:nvPr/>
            </p:nvSpPr>
            <p:spPr>
              <a:xfrm>
                <a:off x="1443946" y="305009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3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FFF5EA06-4CA6-9890-2AE7-140A680C3975}"/>
                  </a:ext>
                </a:extLst>
              </p:cNvPr>
              <p:cNvSpPr/>
              <p:nvPr/>
            </p:nvSpPr>
            <p:spPr>
              <a:xfrm>
                <a:off x="1486776" y="2884023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792DDCC6-EF2C-20ED-194F-79988AF27C4B}"/>
                  </a:ext>
                </a:extLst>
              </p:cNvPr>
              <p:cNvSpPr/>
              <p:nvPr/>
            </p:nvSpPr>
            <p:spPr>
              <a:xfrm>
                <a:off x="1159926" y="2222191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E4C75653-43DF-11FE-4FEB-D6E6D2D4083A}"/>
                  </a:ext>
                </a:extLst>
              </p:cNvPr>
              <p:cNvSpPr/>
              <p:nvPr/>
            </p:nvSpPr>
            <p:spPr>
              <a:xfrm>
                <a:off x="1245581" y="2888907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B68729CF-703A-2A96-A33E-DDD7E35DCA81}"/>
                  </a:ext>
                </a:extLst>
              </p:cNvPr>
              <p:cNvSpPr/>
              <p:nvPr/>
            </p:nvSpPr>
            <p:spPr>
              <a:xfrm>
                <a:off x="2032280" y="1662928"/>
                <a:ext cx="49591" cy="53726"/>
              </a:xfrm>
              <a:custGeom>
                <a:avLst/>
                <a:gdLst>
                  <a:gd name="connsiteX0" fmla="*/ 10477 w 20955"/>
                  <a:gd name="connsiteY0" fmla="*/ 0 h 20954"/>
                  <a:gd name="connsiteX1" fmla="*/ 20955 w 20955"/>
                  <a:gd name="connsiteY1" fmla="*/ 10478 h 20954"/>
                  <a:gd name="connsiteX2" fmla="*/ 10477 w 20955"/>
                  <a:gd name="connsiteY2" fmla="*/ 20955 h 20954"/>
                  <a:gd name="connsiteX3" fmla="*/ 0 w 20955"/>
                  <a:gd name="connsiteY3" fmla="*/ 10478 h 20954"/>
                  <a:gd name="connsiteX4" fmla="*/ 10477 w 20955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4">
                    <a:moveTo>
                      <a:pt x="10477" y="0"/>
                    </a:moveTo>
                    <a:cubicBezTo>
                      <a:pt x="16193" y="0"/>
                      <a:pt x="20955" y="4763"/>
                      <a:pt x="20955" y="10478"/>
                    </a:cubicBezTo>
                    <a:cubicBezTo>
                      <a:pt x="20955" y="16192"/>
                      <a:pt x="16193" y="20955"/>
                      <a:pt x="10477" y="20955"/>
                    </a:cubicBezTo>
                    <a:cubicBezTo>
                      <a:pt x="4763" y="20955"/>
                      <a:pt x="0" y="16192"/>
                      <a:pt x="0" y="10478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A1A2E788-E595-193C-D33A-9BC4403CC64E}"/>
                  </a:ext>
                </a:extLst>
              </p:cNvPr>
              <p:cNvSpPr/>
              <p:nvPr/>
            </p:nvSpPr>
            <p:spPr>
              <a:xfrm>
                <a:off x="844345" y="292065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12BB4339-74F4-8C89-2085-15666F5706C7}"/>
                  </a:ext>
                </a:extLst>
              </p:cNvPr>
              <p:cNvSpPr/>
              <p:nvPr/>
            </p:nvSpPr>
            <p:spPr>
              <a:xfrm>
                <a:off x="1552148" y="2305225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BBA201-6349-EACC-D65B-84B758DADF85}"/>
                  </a:ext>
                </a:extLst>
              </p:cNvPr>
              <p:cNvSpPr/>
              <p:nvPr/>
            </p:nvSpPr>
            <p:spPr>
              <a:xfrm>
                <a:off x="1333494" y="2036582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5B85D7F3-ABB9-1F56-632E-3A63E41E9DC6}"/>
                  </a:ext>
                </a:extLst>
              </p:cNvPr>
              <p:cNvSpPr/>
              <p:nvPr/>
            </p:nvSpPr>
            <p:spPr>
              <a:xfrm>
                <a:off x="1387594" y="2947520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B4A64FF6-9A20-CE2D-954B-6ACA92A83598}"/>
                  </a:ext>
                </a:extLst>
              </p:cNvPr>
              <p:cNvSpPr/>
              <p:nvPr/>
            </p:nvSpPr>
            <p:spPr>
              <a:xfrm>
                <a:off x="2075108" y="1767944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F8DD0754-029D-3246-428B-FB54A788A132}"/>
                  </a:ext>
                </a:extLst>
              </p:cNvPr>
              <p:cNvSpPr/>
              <p:nvPr/>
            </p:nvSpPr>
            <p:spPr>
              <a:xfrm>
                <a:off x="1340258" y="2581191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E0582044-4CFB-50FB-047D-E23B0CC9512F}"/>
                  </a:ext>
                </a:extLst>
              </p:cNvPr>
              <p:cNvSpPr/>
              <p:nvPr/>
            </p:nvSpPr>
            <p:spPr>
              <a:xfrm>
                <a:off x="1493540" y="2398029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3B50C186-3F5B-A1C8-5AED-AF28E10317AC}"/>
                  </a:ext>
                </a:extLst>
              </p:cNvPr>
              <p:cNvSpPr/>
              <p:nvPr/>
            </p:nvSpPr>
            <p:spPr>
              <a:xfrm>
                <a:off x="1430424" y="2779010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FFBF87B0-C331-E418-D175-0598E1B55791}"/>
                  </a:ext>
                </a:extLst>
              </p:cNvPr>
              <p:cNvSpPr/>
              <p:nvPr/>
            </p:nvSpPr>
            <p:spPr>
              <a:xfrm>
                <a:off x="972830" y="2893792"/>
                <a:ext cx="76639" cy="83032"/>
              </a:xfrm>
              <a:custGeom>
                <a:avLst/>
                <a:gdLst>
                  <a:gd name="connsiteX0" fmla="*/ 32385 w 32384"/>
                  <a:gd name="connsiteY0" fmla="*/ 16192 h 32384"/>
                  <a:gd name="connsiteX1" fmla="*/ 16192 w 32384"/>
                  <a:gd name="connsiteY1" fmla="*/ 32385 h 32384"/>
                  <a:gd name="connsiteX2" fmla="*/ 0 w 32384"/>
                  <a:gd name="connsiteY2" fmla="*/ 16192 h 32384"/>
                  <a:gd name="connsiteX3" fmla="*/ 16192 w 32384"/>
                  <a:gd name="connsiteY3" fmla="*/ 0 h 32384"/>
                  <a:gd name="connsiteX4" fmla="*/ 32385 w 32384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687595A7-AC95-EC6D-87EF-A78C6FC9A0F4}"/>
                  </a:ext>
                </a:extLst>
              </p:cNvPr>
              <p:cNvSpPr/>
              <p:nvPr/>
            </p:nvSpPr>
            <p:spPr>
              <a:xfrm>
                <a:off x="2070386" y="1689794"/>
                <a:ext cx="67837" cy="73266"/>
              </a:xfrm>
              <a:custGeom>
                <a:avLst/>
                <a:gdLst>
                  <a:gd name="connsiteX0" fmla="*/ 14378 w 28665"/>
                  <a:gd name="connsiteY0" fmla="*/ 0 h 28575"/>
                  <a:gd name="connsiteX1" fmla="*/ 28666 w 28665"/>
                  <a:gd name="connsiteY1" fmla="*/ 14288 h 28575"/>
                  <a:gd name="connsiteX2" fmla="*/ 14378 w 28665"/>
                  <a:gd name="connsiteY2" fmla="*/ 28575 h 28575"/>
                  <a:gd name="connsiteX3" fmla="*/ 91 w 28665"/>
                  <a:gd name="connsiteY3" fmla="*/ 14288 h 28575"/>
                  <a:gd name="connsiteX4" fmla="*/ 14378 w 2866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65" h="28575">
                    <a:moveTo>
                      <a:pt x="14378" y="0"/>
                    </a:moveTo>
                    <a:cubicBezTo>
                      <a:pt x="21998" y="0"/>
                      <a:pt x="28666" y="6667"/>
                      <a:pt x="28666" y="14288"/>
                    </a:cubicBezTo>
                    <a:cubicBezTo>
                      <a:pt x="28666" y="21907"/>
                      <a:pt x="21998" y="28575"/>
                      <a:pt x="14378" y="28575"/>
                    </a:cubicBezTo>
                    <a:cubicBezTo>
                      <a:pt x="6758" y="28575"/>
                      <a:pt x="91" y="21907"/>
                      <a:pt x="91" y="14288"/>
                    </a:cubicBezTo>
                    <a:cubicBezTo>
                      <a:pt x="-862" y="6667"/>
                      <a:pt x="5806" y="0"/>
                      <a:pt x="1437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C5CF3D3C-5DFC-F9F7-BEEF-B09B3A0BE76A}"/>
                  </a:ext>
                </a:extLst>
              </p:cNvPr>
              <p:cNvSpPr/>
              <p:nvPr/>
            </p:nvSpPr>
            <p:spPr>
              <a:xfrm>
                <a:off x="986355" y="2402910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5D485A5F-C7A2-B13B-FBEE-5701409F8DDF}"/>
                  </a:ext>
                </a:extLst>
              </p:cNvPr>
              <p:cNvSpPr/>
              <p:nvPr/>
            </p:nvSpPr>
            <p:spPr>
              <a:xfrm>
                <a:off x="1356035" y="1943781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B4FCFCE1-6A99-3F2B-669F-1B89130F76A3}"/>
                  </a:ext>
                </a:extLst>
              </p:cNvPr>
              <p:cNvSpPr/>
              <p:nvPr/>
            </p:nvSpPr>
            <p:spPr>
              <a:xfrm>
                <a:off x="700077" y="2632479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6177B4A9-E846-B94B-DB36-7032CB89D407}"/>
                  </a:ext>
                </a:extLst>
              </p:cNvPr>
              <p:cNvSpPr/>
              <p:nvPr/>
            </p:nvSpPr>
            <p:spPr>
              <a:xfrm>
                <a:off x="1394357" y="1894938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37DBA792-0CBB-03E4-2C92-6A5F8D5307CB}"/>
                  </a:ext>
                </a:extLst>
              </p:cNvPr>
              <p:cNvSpPr/>
              <p:nvPr/>
            </p:nvSpPr>
            <p:spPr>
              <a:xfrm>
                <a:off x="1035946" y="2918214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5D362B64-7075-77DB-EF9B-2B8690968F7D}"/>
                  </a:ext>
                </a:extLst>
              </p:cNvPr>
              <p:cNvSpPr/>
              <p:nvPr/>
            </p:nvSpPr>
            <p:spPr>
              <a:xfrm>
                <a:off x="1026930" y="2522579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BAAC1328-1E61-C9BC-B180-4553AD33FF48}"/>
                  </a:ext>
                </a:extLst>
              </p:cNvPr>
              <p:cNvSpPr/>
              <p:nvPr/>
            </p:nvSpPr>
            <p:spPr>
              <a:xfrm>
                <a:off x="1493540" y="1780154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3 w 32385"/>
                  <a:gd name="connsiteY1" fmla="*/ 32385 h 32384"/>
                  <a:gd name="connsiteX2" fmla="*/ 0 w 32385"/>
                  <a:gd name="connsiteY2" fmla="*/ 16193 h 32384"/>
                  <a:gd name="connsiteX3" fmla="*/ 16193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77819C3D-20CA-048F-A48C-13B80618B4BB}"/>
                  </a:ext>
                </a:extLst>
              </p:cNvPr>
              <p:cNvSpPr/>
              <p:nvPr/>
            </p:nvSpPr>
            <p:spPr>
              <a:xfrm>
                <a:off x="1520589" y="1882725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BB611F61-E2FE-76E5-6765-FE789626E0B9}"/>
                  </a:ext>
                </a:extLst>
              </p:cNvPr>
              <p:cNvSpPr/>
              <p:nvPr/>
            </p:nvSpPr>
            <p:spPr>
              <a:xfrm>
                <a:off x="828565" y="227591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B5F598CF-015B-1BF4-CC53-8EFFE3689B19}"/>
                  </a:ext>
                </a:extLst>
              </p:cNvPr>
              <p:cNvSpPr/>
              <p:nvPr/>
            </p:nvSpPr>
            <p:spPr>
              <a:xfrm>
                <a:off x="1380832" y="2319879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36475D0E-C135-A3A7-08AB-A8F6273CC098}"/>
                  </a:ext>
                </a:extLst>
              </p:cNvPr>
              <p:cNvSpPr/>
              <p:nvPr/>
            </p:nvSpPr>
            <p:spPr>
              <a:xfrm>
                <a:off x="1166687" y="2339416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2A38DDB4-0B1F-40A3-590F-F6DE6581EC6E}"/>
                  </a:ext>
                </a:extLst>
              </p:cNvPr>
              <p:cNvSpPr/>
              <p:nvPr/>
            </p:nvSpPr>
            <p:spPr>
              <a:xfrm>
                <a:off x="787990" y="2747260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2853CC40-6EA3-BED3-9FD3-B2EA48C6F016}"/>
                  </a:ext>
                </a:extLst>
              </p:cNvPr>
              <p:cNvSpPr/>
              <p:nvPr/>
            </p:nvSpPr>
            <p:spPr>
              <a:xfrm>
                <a:off x="1558909" y="1758173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A7CA2183-FB5B-4438-9974-F9A23A7C4C6A}"/>
                  </a:ext>
                </a:extLst>
              </p:cNvPr>
              <p:cNvSpPr/>
              <p:nvPr/>
            </p:nvSpPr>
            <p:spPr>
              <a:xfrm>
                <a:off x="1633297" y="5699868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B96FD94A-6C08-1C8C-BBFB-107A8C327FA3}"/>
                  </a:ext>
                </a:extLst>
              </p:cNvPr>
              <p:cNvSpPr/>
              <p:nvPr/>
            </p:nvSpPr>
            <p:spPr>
              <a:xfrm>
                <a:off x="781229" y="2368722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E5EE080A-BD79-294D-5755-4B4019FC23D0}"/>
                  </a:ext>
                </a:extLst>
              </p:cNvPr>
              <p:cNvSpPr/>
              <p:nvPr/>
            </p:nvSpPr>
            <p:spPr>
              <a:xfrm>
                <a:off x="932255" y="2864485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2 w 32385"/>
                  <a:gd name="connsiteY1" fmla="*/ 32385 h 32384"/>
                  <a:gd name="connsiteX2" fmla="*/ 0 w 32385"/>
                  <a:gd name="connsiteY2" fmla="*/ 16192 h 32384"/>
                  <a:gd name="connsiteX3" fmla="*/ 16192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F013B9AF-0CD3-E709-8504-36F874D2E2B3}"/>
                  </a:ext>
                </a:extLst>
              </p:cNvPr>
              <p:cNvSpPr/>
              <p:nvPr/>
            </p:nvSpPr>
            <p:spPr>
              <a:xfrm>
                <a:off x="1162179" y="2568979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451E6CBB-32F1-989C-6DB5-30BD65602E76}"/>
                  </a:ext>
                </a:extLst>
              </p:cNvPr>
              <p:cNvSpPr/>
              <p:nvPr/>
            </p:nvSpPr>
            <p:spPr>
              <a:xfrm>
                <a:off x="1031438" y="2092754"/>
                <a:ext cx="76639" cy="83032"/>
              </a:xfrm>
              <a:custGeom>
                <a:avLst/>
                <a:gdLst>
                  <a:gd name="connsiteX0" fmla="*/ 32385 w 32384"/>
                  <a:gd name="connsiteY0" fmla="*/ 16192 h 32384"/>
                  <a:gd name="connsiteX1" fmla="*/ 16193 w 32384"/>
                  <a:gd name="connsiteY1" fmla="*/ 32385 h 32384"/>
                  <a:gd name="connsiteX2" fmla="*/ 0 w 32384"/>
                  <a:gd name="connsiteY2" fmla="*/ 16192 h 32384"/>
                  <a:gd name="connsiteX3" fmla="*/ 16193 w 32384"/>
                  <a:gd name="connsiteY3" fmla="*/ 0 h 32384"/>
                  <a:gd name="connsiteX4" fmla="*/ 32385 w 32384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CC091300-1D54-5372-372D-67C2FB62ACFC}"/>
                  </a:ext>
                </a:extLst>
              </p:cNvPr>
              <p:cNvSpPr/>
              <p:nvPr/>
            </p:nvSpPr>
            <p:spPr>
              <a:xfrm>
                <a:off x="756432" y="308428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25A4D304-245D-03E9-C486-2B84743AAEDF}"/>
                  </a:ext>
                </a:extLst>
              </p:cNvPr>
              <p:cNvSpPr/>
              <p:nvPr/>
            </p:nvSpPr>
            <p:spPr>
              <a:xfrm>
                <a:off x="1385341" y="2634920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07539327-F56C-97B6-EDDC-CC02D55A4516}"/>
                  </a:ext>
                </a:extLst>
              </p:cNvPr>
              <p:cNvSpPr/>
              <p:nvPr/>
            </p:nvSpPr>
            <p:spPr>
              <a:xfrm>
                <a:off x="1310952" y="2493273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879061A3-A5F2-72B7-4F0C-CB652B77C400}"/>
                  </a:ext>
                </a:extLst>
              </p:cNvPr>
              <p:cNvSpPr/>
              <p:nvPr/>
            </p:nvSpPr>
            <p:spPr>
              <a:xfrm>
                <a:off x="691063" y="2454198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F22BDC98-1A0A-1043-8771-589EAA562826}"/>
                  </a:ext>
                </a:extLst>
              </p:cNvPr>
              <p:cNvSpPr/>
              <p:nvPr/>
            </p:nvSpPr>
            <p:spPr>
              <a:xfrm>
                <a:off x="975085" y="2608057"/>
                <a:ext cx="76641" cy="83032"/>
              </a:xfrm>
              <a:custGeom>
                <a:avLst/>
                <a:gdLst>
                  <a:gd name="connsiteX0" fmla="*/ 16192 w 32385"/>
                  <a:gd name="connsiteY0" fmla="*/ 0 h 32384"/>
                  <a:gd name="connsiteX1" fmla="*/ 32385 w 32385"/>
                  <a:gd name="connsiteY1" fmla="*/ 16193 h 32384"/>
                  <a:gd name="connsiteX2" fmla="*/ 16192 w 32385"/>
                  <a:gd name="connsiteY2" fmla="*/ 32385 h 32384"/>
                  <a:gd name="connsiteX3" fmla="*/ 0 w 32385"/>
                  <a:gd name="connsiteY3" fmla="*/ 16193 h 32384"/>
                  <a:gd name="connsiteX4" fmla="*/ 16192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E4DCCDE0-1CBA-1F0D-5C2B-67549562996C}"/>
                  </a:ext>
                </a:extLst>
              </p:cNvPr>
              <p:cNvSpPr/>
              <p:nvPr/>
            </p:nvSpPr>
            <p:spPr>
              <a:xfrm>
                <a:off x="864631" y="2713070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8F40DE94-3DAC-68C4-D120-566EB506E6CE}"/>
                  </a:ext>
                </a:extLst>
              </p:cNvPr>
              <p:cNvSpPr/>
              <p:nvPr/>
            </p:nvSpPr>
            <p:spPr>
              <a:xfrm>
                <a:off x="1263617" y="1970644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72CB95B6-A5F2-68C8-FD58-B4A219819808}"/>
                  </a:ext>
                </a:extLst>
              </p:cNvPr>
              <p:cNvSpPr/>
              <p:nvPr/>
            </p:nvSpPr>
            <p:spPr>
              <a:xfrm>
                <a:off x="792498" y="2676438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B22FA2B3-0870-55DF-7FC8-1942480A86E3}"/>
                  </a:ext>
                </a:extLst>
              </p:cNvPr>
              <p:cNvSpPr/>
              <p:nvPr/>
            </p:nvSpPr>
            <p:spPr>
              <a:xfrm>
                <a:off x="1128368" y="2151366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291BBA14-32C1-43AF-7C85-AB193A4D4F74}"/>
                  </a:ext>
                </a:extLst>
              </p:cNvPr>
              <p:cNvSpPr/>
              <p:nvPr/>
            </p:nvSpPr>
            <p:spPr>
              <a:xfrm>
                <a:off x="914222" y="2981710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EC856B65-2293-B7EB-7D2A-3CF434649B5C}"/>
                  </a:ext>
                </a:extLst>
              </p:cNvPr>
              <p:cNvSpPr/>
              <p:nvPr/>
            </p:nvSpPr>
            <p:spPr>
              <a:xfrm>
                <a:off x="1356035" y="2984151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483289C6-E8A2-4A2E-EC89-2189B4E8F89A}"/>
                  </a:ext>
                </a:extLst>
              </p:cNvPr>
              <p:cNvSpPr/>
              <p:nvPr/>
            </p:nvSpPr>
            <p:spPr>
              <a:xfrm>
                <a:off x="715857" y="2671551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4C1A257F-7DEC-896D-B790-2B99E3F89781}"/>
                  </a:ext>
                </a:extLst>
              </p:cNvPr>
              <p:cNvSpPr/>
              <p:nvPr/>
            </p:nvSpPr>
            <p:spPr>
              <a:xfrm>
                <a:off x="715857" y="2551885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B13576EE-ABCC-B9AB-ADF1-8145A683D0F8}"/>
                  </a:ext>
                </a:extLst>
              </p:cNvPr>
              <p:cNvSpPr/>
              <p:nvPr/>
            </p:nvSpPr>
            <p:spPr>
              <a:xfrm>
                <a:off x="948036" y="273016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167B3997-C24B-419A-4C89-4FDE3B023DB4}"/>
                  </a:ext>
                </a:extLst>
              </p:cNvPr>
              <p:cNvSpPr/>
              <p:nvPr/>
            </p:nvSpPr>
            <p:spPr>
              <a:xfrm>
                <a:off x="2575531" y="1753288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7 h 20954"/>
                  <a:gd name="connsiteX2" fmla="*/ 10477 w 20954"/>
                  <a:gd name="connsiteY2" fmla="*/ 20955 h 20954"/>
                  <a:gd name="connsiteX3" fmla="*/ 0 w 20954"/>
                  <a:gd name="connsiteY3" fmla="*/ 10477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8DFF9E1A-DE2A-2A63-406B-13E12DD7E2AB}"/>
                  </a:ext>
                </a:extLst>
              </p:cNvPr>
              <p:cNvSpPr/>
              <p:nvPr/>
            </p:nvSpPr>
            <p:spPr>
              <a:xfrm>
                <a:off x="1538623" y="2747260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3195411B-7A57-9B3D-4BA5-C122E7616670}"/>
                  </a:ext>
                </a:extLst>
              </p:cNvPr>
              <p:cNvSpPr/>
              <p:nvPr/>
            </p:nvSpPr>
            <p:spPr>
              <a:xfrm>
                <a:off x="1396610" y="2407797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3662B2B2-DD20-917A-6A89-8CBC4223D85A}"/>
                  </a:ext>
                </a:extLst>
              </p:cNvPr>
              <p:cNvSpPr/>
              <p:nvPr/>
            </p:nvSpPr>
            <p:spPr>
              <a:xfrm>
                <a:off x="990863" y="3050092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E9555791-2307-E127-ED25-7D93127736C4}"/>
                  </a:ext>
                </a:extLst>
              </p:cNvPr>
              <p:cNvSpPr/>
              <p:nvPr/>
            </p:nvSpPr>
            <p:spPr>
              <a:xfrm>
                <a:off x="1286158" y="2722838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0BAB9747-10DD-CAED-1418-A3B39E1F0A5F}"/>
                  </a:ext>
                </a:extLst>
              </p:cNvPr>
              <p:cNvSpPr/>
              <p:nvPr/>
            </p:nvSpPr>
            <p:spPr>
              <a:xfrm>
                <a:off x="2277983" y="5826862"/>
                <a:ext cx="40575" cy="43959"/>
              </a:xfrm>
              <a:custGeom>
                <a:avLst/>
                <a:gdLst>
                  <a:gd name="connsiteX0" fmla="*/ 17145 w 17145"/>
                  <a:gd name="connsiteY0" fmla="*/ 8572 h 17145"/>
                  <a:gd name="connsiteX1" fmla="*/ 8573 w 17145"/>
                  <a:gd name="connsiteY1" fmla="*/ 17145 h 17145"/>
                  <a:gd name="connsiteX2" fmla="*/ 0 w 17145"/>
                  <a:gd name="connsiteY2" fmla="*/ 8572 h 17145"/>
                  <a:gd name="connsiteX3" fmla="*/ 8573 w 17145"/>
                  <a:gd name="connsiteY3" fmla="*/ 0 h 17145"/>
                  <a:gd name="connsiteX4" fmla="*/ 17145 w 17145"/>
                  <a:gd name="connsiteY4" fmla="*/ 8572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01147B3A-BD63-D3B6-C6E6-199E8F777764}"/>
                  </a:ext>
                </a:extLst>
              </p:cNvPr>
              <p:cNvSpPr/>
              <p:nvPr/>
            </p:nvSpPr>
            <p:spPr>
              <a:xfrm>
                <a:off x="1504809" y="2495714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A8E294DF-33C4-4774-2528-063967FEFFE5}"/>
                  </a:ext>
                </a:extLst>
              </p:cNvPr>
              <p:cNvSpPr/>
              <p:nvPr/>
            </p:nvSpPr>
            <p:spPr>
              <a:xfrm>
                <a:off x="1446201" y="1853419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CA72A4BC-1B2A-635F-1689-F66763286678}"/>
                  </a:ext>
                </a:extLst>
              </p:cNvPr>
              <p:cNvSpPr/>
              <p:nvPr/>
            </p:nvSpPr>
            <p:spPr>
              <a:xfrm>
                <a:off x="1218534" y="3040323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C21D9EC8-980D-62DE-4D18-F868417224E8}"/>
                  </a:ext>
                </a:extLst>
              </p:cNvPr>
              <p:cNvSpPr/>
              <p:nvPr/>
            </p:nvSpPr>
            <p:spPr>
              <a:xfrm>
                <a:off x="2733321" y="5731615"/>
                <a:ext cx="31556" cy="34188"/>
              </a:xfrm>
              <a:custGeom>
                <a:avLst/>
                <a:gdLst>
                  <a:gd name="connsiteX0" fmla="*/ 6667 w 13334"/>
                  <a:gd name="connsiteY0" fmla="*/ 0 h 13334"/>
                  <a:gd name="connsiteX1" fmla="*/ 13335 w 13334"/>
                  <a:gd name="connsiteY1" fmla="*/ 6667 h 13334"/>
                  <a:gd name="connsiteX2" fmla="*/ 6667 w 13334"/>
                  <a:gd name="connsiteY2" fmla="*/ 13335 h 13334"/>
                  <a:gd name="connsiteX3" fmla="*/ 0 w 13334"/>
                  <a:gd name="connsiteY3" fmla="*/ 6667 h 13334"/>
                  <a:gd name="connsiteX4" fmla="*/ 6667 w 13334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4">
                    <a:moveTo>
                      <a:pt x="6667" y="0"/>
                    </a:moveTo>
                    <a:cubicBezTo>
                      <a:pt x="10477" y="0"/>
                      <a:pt x="13335" y="2857"/>
                      <a:pt x="13335" y="6667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3810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5A386C9F-CB26-7AA9-4A1E-BB9D71BD735A}"/>
                  </a:ext>
                </a:extLst>
              </p:cNvPr>
              <p:cNvSpPr/>
              <p:nvPr/>
            </p:nvSpPr>
            <p:spPr>
              <a:xfrm>
                <a:off x="1340258" y="2407797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471AF9B5-324B-F7B1-E416-E1A855B88AA1}"/>
                  </a:ext>
                </a:extLst>
              </p:cNvPr>
              <p:cNvSpPr/>
              <p:nvPr/>
            </p:nvSpPr>
            <p:spPr>
              <a:xfrm>
                <a:off x="839837" y="246152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D5F19D78-90B4-ADA6-1A98-A2A605EDB840}"/>
                  </a:ext>
                </a:extLst>
              </p:cNvPr>
              <p:cNvSpPr/>
              <p:nvPr/>
            </p:nvSpPr>
            <p:spPr>
              <a:xfrm>
                <a:off x="1227550" y="1868072"/>
                <a:ext cx="72133" cy="75707"/>
              </a:xfrm>
              <a:custGeom>
                <a:avLst/>
                <a:gdLst>
                  <a:gd name="connsiteX0" fmla="*/ 15240 w 30480"/>
                  <a:gd name="connsiteY0" fmla="*/ 0 h 29527"/>
                  <a:gd name="connsiteX1" fmla="*/ 30480 w 30480"/>
                  <a:gd name="connsiteY1" fmla="*/ 15240 h 29527"/>
                  <a:gd name="connsiteX2" fmla="*/ 15240 w 30480"/>
                  <a:gd name="connsiteY2" fmla="*/ 29528 h 29527"/>
                  <a:gd name="connsiteX3" fmla="*/ 0 w 30480"/>
                  <a:gd name="connsiteY3" fmla="*/ 14288 h 29527"/>
                  <a:gd name="connsiteX4" fmla="*/ 15240 w 30480"/>
                  <a:gd name="connsiteY4" fmla="*/ 0 h 29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29527">
                    <a:moveTo>
                      <a:pt x="15240" y="0"/>
                    </a:moveTo>
                    <a:cubicBezTo>
                      <a:pt x="23813" y="0"/>
                      <a:pt x="30480" y="6668"/>
                      <a:pt x="30480" y="15240"/>
                    </a:cubicBezTo>
                    <a:cubicBezTo>
                      <a:pt x="30480" y="23813"/>
                      <a:pt x="23813" y="29528"/>
                      <a:pt x="15240" y="29528"/>
                    </a:cubicBezTo>
                    <a:cubicBezTo>
                      <a:pt x="6668" y="29528"/>
                      <a:pt x="0" y="22860"/>
                      <a:pt x="0" y="14288"/>
                    </a:cubicBezTo>
                    <a:cubicBezTo>
                      <a:pt x="0" y="5715"/>
                      <a:pt x="7620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C3BCAE06-EA71-BFAC-DCB2-7244D1CDDF49}"/>
                  </a:ext>
                </a:extLst>
              </p:cNvPr>
              <p:cNvSpPr/>
              <p:nvPr/>
            </p:nvSpPr>
            <p:spPr>
              <a:xfrm>
                <a:off x="1317716" y="2305223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920ABD06-AC17-8FAA-DA43-AAB378278494}"/>
                  </a:ext>
                </a:extLst>
              </p:cNvPr>
              <p:cNvSpPr/>
              <p:nvPr/>
            </p:nvSpPr>
            <p:spPr>
              <a:xfrm>
                <a:off x="691063" y="2586076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9C1C1217-C844-AD24-74CB-C5E01AA3E263}"/>
                  </a:ext>
                </a:extLst>
              </p:cNvPr>
              <p:cNvSpPr/>
              <p:nvPr/>
            </p:nvSpPr>
            <p:spPr>
              <a:xfrm>
                <a:off x="1051727" y="2151366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3E458E4E-12FB-28D5-5A85-A3739FDDF5DA}"/>
                  </a:ext>
                </a:extLst>
              </p:cNvPr>
              <p:cNvSpPr/>
              <p:nvPr/>
            </p:nvSpPr>
            <p:spPr>
              <a:xfrm>
                <a:off x="1394357" y="2893792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A430B803-E626-6BE3-DF2F-5628E2AE1BC5}"/>
                  </a:ext>
                </a:extLst>
              </p:cNvPr>
              <p:cNvSpPr/>
              <p:nvPr/>
            </p:nvSpPr>
            <p:spPr>
              <a:xfrm>
                <a:off x="1144145" y="2625151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DAFAF3A8-81AC-CEE2-8693-87213EE8C32C}"/>
                  </a:ext>
                </a:extLst>
              </p:cNvPr>
              <p:cNvSpPr/>
              <p:nvPr/>
            </p:nvSpPr>
            <p:spPr>
              <a:xfrm>
                <a:off x="1486776" y="2695973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F1F3B1A2-E875-826B-8A45-D09FBBABD4E7}"/>
                  </a:ext>
                </a:extLst>
              </p:cNvPr>
              <p:cNvSpPr/>
              <p:nvPr/>
            </p:nvSpPr>
            <p:spPr>
              <a:xfrm>
                <a:off x="1403371" y="2522579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FC82748A-24F9-3FE1-4115-16E17FC4779C}"/>
                  </a:ext>
                </a:extLst>
              </p:cNvPr>
              <p:cNvSpPr/>
              <p:nvPr/>
            </p:nvSpPr>
            <p:spPr>
              <a:xfrm>
                <a:off x="2679222" y="1633622"/>
                <a:ext cx="36064" cy="39075"/>
              </a:xfrm>
              <a:custGeom>
                <a:avLst/>
                <a:gdLst>
                  <a:gd name="connsiteX0" fmla="*/ 15240 w 15239"/>
                  <a:gd name="connsiteY0" fmla="*/ 7620 h 15240"/>
                  <a:gd name="connsiteX1" fmla="*/ 7620 w 15239"/>
                  <a:gd name="connsiteY1" fmla="*/ 15240 h 15240"/>
                  <a:gd name="connsiteX2" fmla="*/ 0 w 15239"/>
                  <a:gd name="connsiteY2" fmla="*/ 7620 h 15240"/>
                  <a:gd name="connsiteX3" fmla="*/ 7620 w 15239"/>
                  <a:gd name="connsiteY3" fmla="*/ 0 h 15240"/>
                  <a:gd name="connsiteX4" fmla="*/ 15240 w 15239"/>
                  <a:gd name="connsiteY4" fmla="*/ 762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824B9FEF-3E6F-037B-D443-3B8F9764B332}"/>
                  </a:ext>
                </a:extLst>
              </p:cNvPr>
              <p:cNvSpPr/>
              <p:nvPr/>
            </p:nvSpPr>
            <p:spPr>
              <a:xfrm>
                <a:off x="1890270" y="5651024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67DD03EB-C214-2C4F-7DC3-09B3C5E7F68B}"/>
                  </a:ext>
                </a:extLst>
              </p:cNvPr>
              <p:cNvSpPr/>
              <p:nvPr/>
            </p:nvSpPr>
            <p:spPr>
              <a:xfrm>
                <a:off x="1182467" y="1907147"/>
                <a:ext cx="76639" cy="83032"/>
              </a:xfrm>
              <a:custGeom>
                <a:avLst/>
                <a:gdLst>
                  <a:gd name="connsiteX0" fmla="*/ 32385 w 32384"/>
                  <a:gd name="connsiteY0" fmla="*/ 16193 h 32384"/>
                  <a:gd name="connsiteX1" fmla="*/ 16192 w 32384"/>
                  <a:gd name="connsiteY1" fmla="*/ 32385 h 32384"/>
                  <a:gd name="connsiteX2" fmla="*/ 0 w 32384"/>
                  <a:gd name="connsiteY2" fmla="*/ 16193 h 32384"/>
                  <a:gd name="connsiteX3" fmla="*/ 16192 w 32384"/>
                  <a:gd name="connsiteY3" fmla="*/ 0 h 32384"/>
                  <a:gd name="connsiteX4" fmla="*/ 32385 w 32384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8A0153E5-94A1-8D4A-4234-B985051E3D51}"/>
                  </a:ext>
                </a:extLst>
              </p:cNvPr>
              <p:cNvSpPr/>
              <p:nvPr/>
            </p:nvSpPr>
            <p:spPr>
              <a:xfrm>
                <a:off x="636963" y="3045207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8" y="22860"/>
                      <a:pt x="11430" y="22860"/>
                    </a:cubicBezTo>
                    <a:cubicBezTo>
                      <a:pt x="5715" y="22860"/>
                      <a:pt x="0" y="18098"/>
                      <a:pt x="0" y="11430"/>
                    </a:cubicBezTo>
                    <a:cubicBezTo>
                      <a:pt x="0" y="4763"/>
                      <a:pt x="4762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CE91E196-D3F8-98E7-3AB1-72D36164E509}"/>
                  </a:ext>
                </a:extLst>
              </p:cNvPr>
              <p:cNvSpPr/>
              <p:nvPr/>
            </p:nvSpPr>
            <p:spPr>
              <a:xfrm>
                <a:off x="1405627" y="2840064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34FAC2C8-D328-F0A9-2E59-BF5ACD0224D8}"/>
                  </a:ext>
                </a:extLst>
              </p:cNvPr>
              <p:cNvSpPr/>
              <p:nvPr/>
            </p:nvSpPr>
            <p:spPr>
              <a:xfrm>
                <a:off x="1396610" y="2747260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034E0E0F-46A7-3BA4-ADCC-D202B235F84E}"/>
                  </a:ext>
                </a:extLst>
              </p:cNvPr>
              <p:cNvSpPr/>
              <p:nvPr/>
            </p:nvSpPr>
            <p:spPr>
              <a:xfrm>
                <a:off x="934511" y="230766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CB701347-6E55-96F1-3508-04FFF541D2F3}"/>
                  </a:ext>
                </a:extLst>
              </p:cNvPr>
              <p:cNvSpPr/>
              <p:nvPr/>
            </p:nvSpPr>
            <p:spPr>
              <a:xfrm>
                <a:off x="1087793" y="2832738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F8E022F6-2C49-A1C8-D68F-7D945D31E2C0}"/>
                  </a:ext>
                </a:extLst>
              </p:cNvPr>
              <p:cNvSpPr/>
              <p:nvPr/>
            </p:nvSpPr>
            <p:spPr>
              <a:xfrm>
                <a:off x="1410135" y="300857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2 w 32385"/>
                  <a:gd name="connsiteY1" fmla="*/ 32385 h 32385"/>
                  <a:gd name="connsiteX2" fmla="*/ 0 w 32385"/>
                  <a:gd name="connsiteY2" fmla="*/ 16193 h 32385"/>
                  <a:gd name="connsiteX3" fmla="*/ 16192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1717B685-35AA-9808-AD34-4F962DB4BC52}"/>
                  </a:ext>
                </a:extLst>
              </p:cNvPr>
              <p:cNvSpPr/>
              <p:nvPr/>
            </p:nvSpPr>
            <p:spPr>
              <a:xfrm>
                <a:off x="797007" y="2415123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95BABCC5-D0C7-B75B-1ACA-5C8C284C913F}"/>
                  </a:ext>
                </a:extLst>
              </p:cNvPr>
              <p:cNvSpPr/>
              <p:nvPr/>
            </p:nvSpPr>
            <p:spPr>
              <a:xfrm>
                <a:off x="925494" y="308672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2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CC890B99-72C6-4F65-5BD3-D2070F3641B6}"/>
                  </a:ext>
                </a:extLst>
              </p:cNvPr>
              <p:cNvSpPr/>
              <p:nvPr/>
            </p:nvSpPr>
            <p:spPr>
              <a:xfrm>
                <a:off x="1407882" y="246152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35EF9F20-C477-25B5-6BE2-02683F780E1F}"/>
                  </a:ext>
                </a:extLst>
              </p:cNvPr>
              <p:cNvSpPr/>
              <p:nvPr/>
            </p:nvSpPr>
            <p:spPr>
              <a:xfrm>
                <a:off x="1141892" y="2910886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758360F6-E51A-5305-ABDD-BF8E0774D04B}"/>
                  </a:ext>
                </a:extLst>
              </p:cNvPr>
              <p:cNvSpPr/>
              <p:nvPr/>
            </p:nvSpPr>
            <p:spPr>
              <a:xfrm>
                <a:off x="1074268" y="2068332"/>
                <a:ext cx="76639" cy="83032"/>
              </a:xfrm>
              <a:custGeom>
                <a:avLst/>
                <a:gdLst>
                  <a:gd name="connsiteX0" fmla="*/ 32385 w 32384"/>
                  <a:gd name="connsiteY0" fmla="*/ 16192 h 32384"/>
                  <a:gd name="connsiteX1" fmla="*/ 16192 w 32384"/>
                  <a:gd name="connsiteY1" fmla="*/ 32385 h 32384"/>
                  <a:gd name="connsiteX2" fmla="*/ 0 w 32384"/>
                  <a:gd name="connsiteY2" fmla="*/ 16192 h 32384"/>
                  <a:gd name="connsiteX3" fmla="*/ 16192 w 32384"/>
                  <a:gd name="connsiteY3" fmla="*/ 0 h 32384"/>
                  <a:gd name="connsiteX4" fmla="*/ 32385 w 32384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745352FB-22EB-86C5-6FAF-B83E0CB32436}"/>
                  </a:ext>
                </a:extLst>
              </p:cNvPr>
              <p:cNvSpPr/>
              <p:nvPr/>
            </p:nvSpPr>
            <p:spPr>
              <a:xfrm>
                <a:off x="1459726" y="2527463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D99AA1B9-25E8-9195-37FF-5FE646AF09AF}"/>
                  </a:ext>
                </a:extLst>
              </p:cNvPr>
              <p:cNvSpPr/>
              <p:nvPr/>
            </p:nvSpPr>
            <p:spPr>
              <a:xfrm>
                <a:off x="957052" y="2434660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DDD7CAEE-268F-A04B-3F31-7E3B98BC5443}"/>
                  </a:ext>
                </a:extLst>
              </p:cNvPr>
              <p:cNvSpPr/>
              <p:nvPr/>
            </p:nvSpPr>
            <p:spPr>
              <a:xfrm>
                <a:off x="1678380" y="5668118"/>
                <a:ext cx="76641" cy="83032"/>
              </a:xfrm>
              <a:custGeom>
                <a:avLst/>
                <a:gdLst>
                  <a:gd name="connsiteX0" fmla="*/ 32385 w 32385"/>
                  <a:gd name="connsiteY0" fmla="*/ 16192 h 32384"/>
                  <a:gd name="connsiteX1" fmla="*/ 16193 w 32385"/>
                  <a:gd name="connsiteY1" fmla="*/ 32385 h 32384"/>
                  <a:gd name="connsiteX2" fmla="*/ 0 w 32385"/>
                  <a:gd name="connsiteY2" fmla="*/ 16192 h 32384"/>
                  <a:gd name="connsiteX3" fmla="*/ 16193 w 32385"/>
                  <a:gd name="connsiteY3" fmla="*/ 0 h 32384"/>
                  <a:gd name="connsiteX4" fmla="*/ 32385 w 32385"/>
                  <a:gd name="connsiteY4" fmla="*/ 16192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23E93D72-22AA-8AD7-26A1-D1414C607D56}"/>
                  </a:ext>
                </a:extLst>
              </p:cNvPr>
              <p:cNvSpPr/>
              <p:nvPr/>
            </p:nvSpPr>
            <p:spPr>
              <a:xfrm>
                <a:off x="1367307" y="2454198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0B945AE7-F469-D60C-4BEE-F0E7F7979227}"/>
                  </a:ext>
                </a:extLst>
              </p:cNvPr>
              <p:cNvSpPr/>
              <p:nvPr/>
            </p:nvSpPr>
            <p:spPr>
              <a:xfrm>
                <a:off x="2406469" y="1728866"/>
                <a:ext cx="54097" cy="58613"/>
              </a:xfrm>
              <a:custGeom>
                <a:avLst/>
                <a:gdLst>
                  <a:gd name="connsiteX0" fmla="*/ 11430 w 22859"/>
                  <a:gd name="connsiteY0" fmla="*/ 0 h 22860"/>
                  <a:gd name="connsiteX1" fmla="*/ 22860 w 22859"/>
                  <a:gd name="connsiteY1" fmla="*/ 11430 h 22860"/>
                  <a:gd name="connsiteX2" fmla="*/ 11430 w 22859"/>
                  <a:gd name="connsiteY2" fmla="*/ 22860 h 22860"/>
                  <a:gd name="connsiteX3" fmla="*/ 0 w 22859"/>
                  <a:gd name="connsiteY3" fmla="*/ 11430 h 22860"/>
                  <a:gd name="connsiteX4" fmla="*/ 11430 w 22859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59" h="22860">
                    <a:moveTo>
                      <a:pt x="11430" y="0"/>
                    </a:moveTo>
                    <a:cubicBezTo>
                      <a:pt x="18097" y="0"/>
                      <a:pt x="22860" y="4763"/>
                      <a:pt x="22860" y="11430"/>
                    </a:cubicBezTo>
                    <a:cubicBezTo>
                      <a:pt x="22860" y="18098"/>
                      <a:pt x="18097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5715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EEFD9C48-F7F3-743C-CE18-2E471AB7BFD9}"/>
                  </a:ext>
                </a:extLst>
              </p:cNvPr>
              <p:cNvSpPr/>
              <p:nvPr/>
            </p:nvSpPr>
            <p:spPr>
              <a:xfrm>
                <a:off x="1538620" y="2073216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42BE732A-D770-C424-37BF-6C4DDE667AD0}"/>
                  </a:ext>
                </a:extLst>
              </p:cNvPr>
              <p:cNvSpPr/>
              <p:nvPr/>
            </p:nvSpPr>
            <p:spPr>
              <a:xfrm>
                <a:off x="1953386" y="1670256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908F0C2E-F322-AA60-49C7-178ECEA89C3D}"/>
                  </a:ext>
                </a:extLst>
              </p:cNvPr>
              <p:cNvSpPr/>
              <p:nvPr/>
            </p:nvSpPr>
            <p:spPr>
              <a:xfrm>
                <a:off x="2352369" y="5880587"/>
                <a:ext cx="36064" cy="39075"/>
              </a:xfrm>
              <a:custGeom>
                <a:avLst/>
                <a:gdLst>
                  <a:gd name="connsiteX0" fmla="*/ 7620 w 15239"/>
                  <a:gd name="connsiteY0" fmla="*/ 0 h 15240"/>
                  <a:gd name="connsiteX1" fmla="*/ 15240 w 15239"/>
                  <a:gd name="connsiteY1" fmla="*/ 7620 h 15240"/>
                  <a:gd name="connsiteX2" fmla="*/ 7620 w 15239"/>
                  <a:gd name="connsiteY2" fmla="*/ 15240 h 15240"/>
                  <a:gd name="connsiteX3" fmla="*/ 0 w 15239"/>
                  <a:gd name="connsiteY3" fmla="*/ 7620 h 15240"/>
                  <a:gd name="connsiteX4" fmla="*/ 7620 w 15239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7620" y="0"/>
                    </a:moveTo>
                    <a:cubicBezTo>
                      <a:pt x="11430" y="0"/>
                      <a:pt x="15240" y="2858"/>
                      <a:pt x="15240" y="7620"/>
                    </a:cubicBezTo>
                    <a:cubicBezTo>
                      <a:pt x="15240" y="11430"/>
                      <a:pt x="12382" y="15240"/>
                      <a:pt x="7620" y="15240"/>
                    </a:cubicBezTo>
                    <a:cubicBezTo>
                      <a:pt x="3810" y="15240"/>
                      <a:pt x="0" y="12383"/>
                      <a:pt x="0" y="7620"/>
                    </a:cubicBezTo>
                    <a:cubicBezTo>
                      <a:pt x="952" y="2858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FE389871-F17B-306E-EEE6-1491F92BC48F}"/>
                  </a:ext>
                </a:extLst>
              </p:cNvPr>
              <p:cNvSpPr/>
              <p:nvPr/>
            </p:nvSpPr>
            <p:spPr>
              <a:xfrm>
                <a:off x="1083285" y="3089167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35752516-DCA1-707E-B640-26E580CC52AF}"/>
                  </a:ext>
                </a:extLst>
              </p:cNvPr>
              <p:cNvSpPr/>
              <p:nvPr/>
            </p:nvSpPr>
            <p:spPr>
              <a:xfrm>
                <a:off x="627947" y="2974385"/>
                <a:ext cx="72133" cy="78147"/>
              </a:xfrm>
              <a:custGeom>
                <a:avLst/>
                <a:gdLst>
                  <a:gd name="connsiteX0" fmla="*/ 30480 w 30480"/>
                  <a:gd name="connsiteY0" fmla="*/ 15240 h 30479"/>
                  <a:gd name="connsiteX1" fmla="*/ 15240 w 30480"/>
                  <a:gd name="connsiteY1" fmla="*/ 30480 h 30479"/>
                  <a:gd name="connsiteX2" fmla="*/ 0 w 30480"/>
                  <a:gd name="connsiteY2" fmla="*/ 15240 h 30479"/>
                  <a:gd name="connsiteX3" fmla="*/ 15240 w 30480"/>
                  <a:gd name="connsiteY3" fmla="*/ 0 h 30479"/>
                  <a:gd name="connsiteX4" fmla="*/ 30480 w 30480"/>
                  <a:gd name="connsiteY4" fmla="*/ 1524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30479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0817C1CF-CA69-3014-D30D-BBCF38764023}"/>
                  </a:ext>
                </a:extLst>
              </p:cNvPr>
              <p:cNvSpPr/>
              <p:nvPr/>
            </p:nvSpPr>
            <p:spPr>
              <a:xfrm>
                <a:off x="1380832" y="2564097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3056016F-EFCD-2EFF-4514-DA60B663E995}"/>
                  </a:ext>
                </a:extLst>
              </p:cNvPr>
              <p:cNvSpPr/>
              <p:nvPr/>
            </p:nvSpPr>
            <p:spPr>
              <a:xfrm>
                <a:off x="2005230" y="5697425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6667"/>
                      <a:pt x="32385" y="16192"/>
                    </a:cubicBezTo>
                    <a:cubicBezTo>
                      <a:pt x="32385" y="24765"/>
                      <a:pt x="25717" y="32385"/>
                      <a:pt x="16193" y="32385"/>
                    </a:cubicBezTo>
                    <a:cubicBezTo>
                      <a:pt x="7620" y="32385"/>
                      <a:pt x="0" y="25717"/>
                      <a:pt x="0" y="16192"/>
                    </a:cubicBezTo>
                    <a:cubicBezTo>
                      <a:pt x="952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E2386184-890E-8359-72B1-5A0BC09DA4B2}"/>
                  </a:ext>
                </a:extLst>
              </p:cNvPr>
              <p:cNvSpPr/>
              <p:nvPr/>
            </p:nvSpPr>
            <p:spPr>
              <a:xfrm>
                <a:off x="1114843" y="2087869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2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4F7854E1-5A3C-6EDE-AD79-20DF32F2E304}"/>
                  </a:ext>
                </a:extLst>
              </p:cNvPr>
              <p:cNvSpPr/>
              <p:nvPr/>
            </p:nvSpPr>
            <p:spPr>
              <a:xfrm>
                <a:off x="1369560" y="2695976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67D776D9-809F-797F-6C52-B4AA1458DC86}"/>
                  </a:ext>
                </a:extLst>
              </p:cNvPr>
              <p:cNvSpPr/>
              <p:nvPr/>
            </p:nvSpPr>
            <p:spPr>
              <a:xfrm>
                <a:off x="2755863" y="1445572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2" y="0"/>
                      <a:pt x="11430" y="2858"/>
                      <a:pt x="11430" y="5715"/>
                    </a:cubicBezTo>
                    <a:cubicBezTo>
                      <a:pt x="11430" y="8573"/>
                      <a:pt x="8572" y="11430"/>
                      <a:pt x="5715" y="11430"/>
                    </a:cubicBezTo>
                    <a:cubicBezTo>
                      <a:pt x="2857" y="11430"/>
                      <a:pt x="0" y="8573"/>
                      <a:pt x="0" y="5715"/>
                    </a:cubicBezTo>
                    <a:cubicBezTo>
                      <a:pt x="0" y="2858"/>
                      <a:pt x="1905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073ECA2C-20D7-6518-0C1C-9F25111904DD}"/>
                  </a:ext>
                </a:extLst>
              </p:cNvPr>
              <p:cNvSpPr/>
              <p:nvPr/>
            </p:nvSpPr>
            <p:spPr>
              <a:xfrm>
                <a:off x="1326730" y="1821672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47F2A4B-0213-18AD-50F4-5099BC3980EF}"/>
                  </a:ext>
                </a:extLst>
              </p:cNvPr>
              <p:cNvSpPr/>
              <p:nvPr/>
            </p:nvSpPr>
            <p:spPr>
              <a:xfrm>
                <a:off x="1908303" y="1687350"/>
                <a:ext cx="40572" cy="43959"/>
              </a:xfrm>
              <a:custGeom>
                <a:avLst/>
                <a:gdLst>
                  <a:gd name="connsiteX0" fmla="*/ 8572 w 17144"/>
                  <a:gd name="connsiteY0" fmla="*/ 0 h 17145"/>
                  <a:gd name="connsiteX1" fmla="*/ 17145 w 17144"/>
                  <a:gd name="connsiteY1" fmla="*/ 8572 h 17145"/>
                  <a:gd name="connsiteX2" fmla="*/ 8572 w 17144"/>
                  <a:gd name="connsiteY2" fmla="*/ 17145 h 17145"/>
                  <a:gd name="connsiteX3" fmla="*/ 0 w 17144"/>
                  <a:gd name="connsiteY3" fmla="*/ 8572 h 17145"/>
                  <a:gd name="connsiteX4" fmla="*/ 8572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D1009E27-5202-1B7A-D75B-BEC1A7696868}"/>
                  </a:ext>
                </a:extLst>
              </p:cNvPr>
              <p:cNvSpPr/>
              <p:nvPr/>
            </p:nvSpPr>
            <p:spPr>
              <a:xfrm>
                <a:off x="2397452" y="1643391"/>
                <a:ext cx="40575" cy="43959"/>
              </a:xfrm>
              <a:custGeom>
                <a:avLst/>
                <a:gdLst>
                  <a:gd name="connsiteX0" fmla="*/ 17145 w 17145"/>
                  <a:gd name="connsiteY0" fmla="*/ 8573 h 17145"/>
                  <a:gd name="connsiteX1" fmla="*/ 8572 w 17145"/>
                  <a:gd name="connsiteY1" fmla="*/ 17145 h 17145"/>
                  <a:gd name="connsiteX2" fmla="*/ 0 w 17145"/>
                  <a:gd name="connsiteY2" fmla="*/ 8573 h 17145"/>
                  <a:gd name="connsiteX3" fmla="*/ 8572 w 17145"/>
                  <a:gd name="connsiteY3" fmla="*/ 0 h 17145"/>
                  <a:gd name="connsiteX4" fmla="*/ 17145 w 17145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F7B2B550-5EA3-99E1-9FD7-A0F61C9575E9}"/>
                  </a:ext>
                </a:extLst>
              </p:cNvPr>
              <p:cNvSpPr/>
              <p:nvPr/>
            </p:nvSpPr>
            <p:spPr>
              <a:xfrm>
                <a:off x="1168940" y="2874254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E1F5D025-A7A8-39D8-CA99-FEF4E6F3F491}"/>
                  </a:ext>
                </a:extLst>
              </p:cNvPr>
              <p:cNvSpPr/>
              <p:nvPr/>
            </p:nvSpPr>
            <p:spPr>
              <a:xfrm>
                <a:off x="1035946" y="2041469"/>
                <a:ext cx="76639" cy="83032"/>
              </a:xfrm>
              <a:custGeom>
                <a:avLst/>
                <a:gdLst>
                  <a:gd name="connsiteX0" fmla="*/ 32385 w 32384"/>
                  <a:gd name="connsiteY0" fmla="*/ 16193 h 32384"/>
                  <a:gd name="connsiteX1" fmla="*/ 16192 w 32384"/>
                  <a:gd name="connsiteY1" fmla="*/ 32385 h 32384"/>
                  <a:gd name="connsiteX2" fmla="*/ 0 w 32384"/>
                  <a:gd name="connsiteY2" fmla="*/ 16193 h 32384"/>
                  <a:gd name="connsiteX3" fmla="*/ 16192 w 32384"/>
                  <a:gd name="connsiteY3" fmla="*/ 0 h 32384"/>
                  <a:gd name="connsiteX4" fmla="*/ 32385 w 32384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A3A27BB9-62D6-B95E-AAA0-F20F338D6167}"/>
                  </a:ext>
                </a:extLst>
              </p:cNvPr>
              <p:cNvSpPr/>
              <p:nvPr/>
            </p:nvSpPr>
            <p:spPr>
              <a:xfrm>
                <a:off x="756432" y="269353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29643DC-CC5F-607B-385C-E2375F26D91F}"/>
                  </a:ext>
                </a:extLst>
              </p:cNvPr>
              <p:cNvSpPr/>
              <p:nvPr/>
            </p:nvSpPr>
            <p:spPr>
              <a:xfrm>
                <a:off x="2196834" y="1621413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F9EAB3DA-EE99-A798-8BEB-A1B44F0691D2}"/>
                  </a:ext>
                </a:extLst>
              </p:cNvPr>
              <p:cNvSpPr/>
              <p:nvPr/>
            </p:nvSpPr>
            <p:spPr>
              <a:xfrm>
                <a:off x="756432" y="2781451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E817C587-AA37-52AB-63F9-96D6C213569A}"/>
                  </a:ext>
                </a:extLst>
              </p:cNvPr>
              <p:cNvSpPr/>
              <p:nvPr/>
            </p:nvSpPr>
            <p:spPr>
              <a:xfrm>
                <a:off x="828565" y="2737492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ED9B1D2C-8682-3544-E168-489DE9496EF8}"/>
                  </a:ext>
                </a:extLst>
              </p:cNvPr>
              <p:cNvSpPr/>
              <p:nvPr/>
            </p:nvSpPr>
            <p:spPr>
              <a:xfrm>
                <a:off x="623438" y="2820526"/>
                <a:ext cx="72133" cy="78147"/>
              </a:xfrm>
              <a:custGeom>
                <a:avLst/>
                <a:gdLst>
                  <a:gd name="connsiteX0" fmla="*/ 15240 w 30480"/>
                  <a:gd name="connsiteY0" fmla="*/ 0 h 30479"/>
                  <a:gd name="connsiteX1" fmla="*/ 30480 w 30480"/>
                  <a:gd name="connsiteY1" fmla="*/ 15240 h 30479"/>
                  <a:gd name="connsiteX2" fmla="*/ 15240 w 30480"/>
                  <a:gd name="connsiteY2" fmla="*/ 30480 h 30479"/>
                  <a:gd name="connsiteX3" fmla="*/ 0 w 30480"/>
                  <a:gd name="connsiteY3" fmla="*/ 15240 h 30479"/>
                  <a:gd name="connsiteX4" fmla="*/ 15240 w 30480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953" y="6667"/>
                      <a:pt x="7620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DF5C0D05-94F7-E224-042D-69A394D0AAE1}"/>
                  </a:ext>
                </a:extLst>
              </p:cNvPr>
              <p:cNvSpPr/>
              <p:nvPr/>
            </p:nvSpPr>
            <p:spPr>
              <a:xfrm>
                <a:off x="1849693" y="5673003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DD6423A5-8F2D-41FD-9AD7-547727D36FC0}"/>
                  </a:ext>
                </a:extLst>
              </p:cNvPr>
              <p:cNvSpPr/>
              <p:nvPr/>
            </p:nvSpPr>
            <p:spPr>
              <a:xfrm>
                <a:off x="1362799" y="3076957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2 h 32385"/>
                  <a:gd name="connsiteX2" fmla="*/ 16193 w 32385"/>
                  <a:gd name="connsiteY2" fmla="*/ 32385 h 32385"/>
                  <a:gd name="connsiteX3" fmla="*/ 0 w 32385"/>
                  <a:gd name="connsiteY3" fmla="*/ 16192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6E2E8F21-02A6-C23E-71B1-8AA77F97CCD5}"/>
                  </a:ext>
                </a:extLst>
              </p:cNvPr>
              <p:cNvSpPr/>
              <p:nvPr/>
            </p:nvSpPr>
            <p:spPr>
              <a:xfrm>
                <a:off x="731637" y="2918214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FFD5A966-BA7B-D4F7-8521-875BACE480A3}"/>
                  </a:ext>
                </a:extLst>
              </p:cNvPr>
              <p:cNvSpPr/>
              <p:nvPr/>
            </p:nvSpPr>
            <p:spPr>
              <a:xfrm>
                <a:off x="1189228" y="2300338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DEC1A2BF-133A-17C1-B31B-5C4979ABFBBF}"/>
                  </a:ext>
                </a:extLst>
              </p:cNvPr>
              <p:cNvSpPr/>
              <p:nvPr/>
            </p:nvSpPr>
            <p:spPr>
              <a:xfrm>
                <a:off x="961558" y="2781451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6786B9C8-B610-0F37-4EDE-5855951A129D}"/>
                  </a:ext>
                </a:extLst>
              </p:cNvPr>
              <p:cNvSpPr/>
              <p:nvPr/>
            </p:nvSpPr>
            <p:spPr>
              <a:xfrm>
                <a:off x="792498" y="2461526"/>
                <a:ext cx="76641" cy="83032"/>
              </a:xfrm>
              <a:custGeom>
                <a:avLst/>
                <a:gdLst>
                  <a:gd name="connsiteX0" fmla="*/ 16192 w 32385"/>
                  <a:gd name="connsiteY0" fmla="*/ 0 h 32384"/>
                  <a:gd name="connsiteX1" fmla="*/ 32385 w 32385"/>
                  <a:gd name="connsiteY1" fmla="*/ 16193 h 32384"/>
                  <a:gd name="connsiteX2" fmla="*/ 16192 w 32385"/>
                  <a:gd name="connsiteY2" fmla="*/ 32385 h 32384"/>
                  <a:gd name="connsiteX3" fmla="*/ 0 w 32385"/>
                  <a:gd name="connsiteY3" fmla="*/ 16193 h 32384"/>
                  <a:gd name="connsiteX4" fmla="*/ 16192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FD23F229-37BE-3ED6-34F7-866574687255}"/>
                  </a:ext>
                </a:extLst>
              </p:cNvPr>
              <p:cNvSpPr/>
              <p:nvPr/>
            </p:nvSpPr>
            <p:spPr>
              <a:xfrm>
                <a:off x="1513826" y="2803432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F7013CA7-5954-AB24-B74B-8C51F39338F0}"/>
                  </a:ext>
                </a:extLst>
              </p:cNvPr>
              <p:cNvSpPr/>
              <p:nvPr/>
            </p:nvSpPr>
            <p:spPr>
              <a:xfrm>
                <a:off x="2607087" y="1491975"/>
                <a:ext cx="31558" cy="34191"/>
              </a:xfrm>
              <a:custGeom>
                <a:avLst/>
                <a:gdLst>
                  <a:gd name="connsiteX0" fmla="*/ 6668 w 13335"/>
                  <a:gd name="connsiteY0" fmla="*/ 0 h 13335"/>
                  <a:gd name="connsiteX1" fmla="*/ 13335 w 13335"/>
                  <a:gd name="connsiteY1" fmla="*/ 6667 h 13335"/>
                  <a:gd name="connsiteX2" fmla="*/ 6668 w 13335"/>
                  <a:gd name="connsiteY2" fmla="*/ 13335 h 13335"/>
                  <a:gd name="connsiteX3" fmla="*/ 0 w 13335"/>
                  <a:gd name="connsiteY3" fmla="*/ 6667 h 13335"/>
                  <a:gd name="connsiteX4" fmla="*/ 6668 w 13335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6668" y="0"/>
                    </a:moveTo>
                    <a:cubicBezTo>
                      <a:pt x="10478" y="0"/>
                      <a:pt x="13335" y="2858"/>
                      <a:pt x="13335" y="6667"/>
                    </a:cubicBezTo>
                    <a:cubicBezTo>
                      <a:pt x="13335" y="10477"/>
                      <a:pt x="10478" y="13335"/>
                      <a:pt x="6668" y="13335"/>
                    </a:cubicBez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0" y="3810"/>
                      <a:pt x="2858" y="0"/>
                      <a:pt x="66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39AFDA5E-9F72-4F4B-412B-DCA190EED82A}"/>
                  </a:ext>
                </a:extLst>
              </p:cNvPr>
              <p:cNvSpPr/>
              <p:nvPr/>
            </p:nvSpPr>
            <p:spPr>
              <a:xfrm>
                <a:off x="729382" y="2739932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137686C0-80FC-A109-E01D-9E70911777F7}"/>
                  </a:ext>
                </a:extLst>
              </p:cNvPr>
              <p:cNvSpPr/>
              <p:nvPr/>
            </p:nvSpPr>
            <p:spPr>
              <a:xfrm>
                <a:off x="1191484" y="3084282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A5059EA0-5917-E80B-DAA0-4D3A13C493A7}"/>
                  </a:ext>
                </a:extLst>
              </p:cNvPr>
              <p:cNvSpPr/>
              <p:nvPr/>
            </p:nvSpPr>
            <p:spPr>
              <a:xfrm>
                <a:off x="1353780" y="2151366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CE690F90-2590-77A5-BE9C-2E3D2EB77DA0}"/>
                  </a:ext>
                </a:extLst>
              </p:cNvPr>
              <p:cNvSpPr/>
              <p:nvPr/>
            </p:nvSpPr>
            <p:spPr>
              <a:xfrm>
                <a:off x="2257695" y="5665677"/>
                <a:ext cx="67624" cy="73266"/>
              </a:xfrm>
              <a:custGeom>
                <a:avLst/>
                <a:gdLst>
                  <a:gd name="connsiteX0" fmla="*/ 28575 w 28575"/>
                  <a:gd name="connsiteY0" fmla="*/ 14287 h 28575"/>
                  <a:gd name="connsiteX1" fmla="*/ 14287 w 28575"/>
                  <a:gd name="connsiteY1" fmla="*/ 28575 h 28575"/>
                  <a:gd name="connsiteX2" fmla="*/ 0 w 28575"/>
                  <a:gd name="connsiteY2" fmla="*/ 14287 h 28575"/>
                  <a:gd name="connsiteX3" fmla="*/ 14287 w 28575"/>
                  <a:gd name="connsiteY3" fmla="*/ 0 h 28575"/>
                  <a:gd name="connsiteX4" fmla="*/ 28575 w 28575"/>
                  <a:gd name="connsiteY4" fmla="*/ 14287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7"/>
                    </a:moveTo>
                    <a:cubicBezTo>
                      <a:pt x="28575" y="22178"/>
                      <a:pt x="22178" y="28575"/>
                      <a:pt x="14287" y="28575"/>
                    </a:cubicBezTo>
                    <a:cubicBezTo>
                      <a:pt x="6397" y="28575"/>
                      <a:pt x="0" y="22178"/>
                      <a:pt x="0" y="14287"/>
                    </a:cubicBezTo>
                    <a:cubicBezTo>
                      <a:pt x="0" y="6397"/>
                      <a:pt x="6397" y="0"/>
                      <a:pt x="14287" y="0"/>
                    </a:cubicBezTo>
                    <a:cubicBezTo>
                      <a:pt x="22178" y="0"/>
                      <a:pt x="28575" y="6397"/>
                      <a:pt x="28575" y="1428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72B0EC56-D949-5E48-5602-1727A0F76556}"/>
                  </a:ext>
                </a:extLst>
              </p:cNvPr>
              <p:cNvSpPr/>
              <p:nvPr/>
            </p:nvSpPr>
            <p:spPr>
              <a:xfrm>
                <a:off x="893936" y="2268591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1F7DD32B-441D-7269-10BE-3F44B1A89013}"/>
                  </a:ext>
                </a:extLst>
              </p:cNvPr>
              <p:cNvSpPr/>
              <p:nvPr/>
            </p:nvSpPr>
            <p:spPr>
              <a:xfrm>
                <a:off x="2532701" y="5826862"/>
                <a:ext cx="36064" cy="39075"/>
              </a:xfrm>
              <a:custGeom>
                <a:avLst/>
                <a:gdLst>
                  <a:gd name="connsiteX0" fmla="*/ 7620 w 15239"/>
                  <a:gd name="connsiteY0" fmla="*/ 0 h 15240"/>
                  <a:gd name="connsiteX1" fmla="*/ 15240 w 15239"/>
                  <a:gd name="connsiteY1" fmla="*/ 7620 h 15240"/>
                  <a:gd name="connsiteX2" fmla="*/ 7620 w 15239"/>
                  <a:gd name="connsiteY2" fmla="*/ 15240 h 15240"/>
                  <a:gd name="connsiteX3" fmla="*/ 0 w 15239"/>
                  <a:gd name="connsiteY3" fmla="*/ 7620 h 15240"/>
                  <a:gd name="connsiteX4" fmla="*/ 7620 w 15239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7620" y="0"/>
                    </a:moveTo>
                    <a:cubicBezTo>
                      <a:pt x="11430" y="0"/>
                      <a:pt x="15240" y="2858"/>
                      <a:pt x="15240" y="7620"/>
                    </a:cubicBezTo>
                    <a:cubicBezTo>
                      <a:pt x="15240" y="11430"/>
                      <a:pt x="12382" y="15240"/>
                      <a:pt x="7620" y="15240"/>
                    </a:cubicBezTo>
                    <a:cubicBezTo>
                      <a:pt x="2857" y="15240"/>
                      <a:pt x="0" y="12383"/>
                      <a:pt x="0" y="7620"/>
                    </a:cubicBezTo>
                    <a:cubicBezTo>
                      <a:pt x="952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FF7AD32C-A49C-E955-57AE-3F2657977360}"/>
                  </a:ext>
                </a:extLst>
              </p:cNvPr>
              <p:cNvSpPr/>
              <p:nvPr/>
            </p:nvSpPr>
            <p:spPr>
              <a:xfrm>
                <a:off x="2277983" y="1653160"/>
                <a:ext cx="49589" cy="53726"/>
              </a:xfrm>
              <a:custGeom>
                <a:avLst/>
                <a:gdLst>
                  <a:gd name="connsiteX0" fmla="*/ 20955 w 20954"/>
                  <a:gd name="connsiteY0" fmla="*/ 10477 h 20954"/>
                  <a:gd name="connsiteX1" fmla="*/ 10478 w 20954"/>
                  <a:gd name="connsiteY1" fmla="*/ 20955 h 20954"/>
                  <a:gd name="connsiteX2" fmla="*/ 0 w 20954"/>
                  <a:gd name="connsiteY2" fmla="*/ 10477 h 20954"/>
                  <a:gd name="connsiteX3" fmla="*/ 10478 w 20954"/>
                  <a:gd name="connsiteY3" fmla="*/ 0 h 20954"/>
                  <a:gd name="connsiteX4" fmla="*/ 20955 w 20954"/>
                  <a:gd name="connsiteY4" fmla="*/ 10477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20955" y="10477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7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2293A278-DDF5-19BE-08DC-DFB5A68C9B6B}"/>
                  </a:ext>
                </a:extLst>
              </p:cNvPr>
              <p:cNvSpPr/>
              <p:nvPr/>
            </p:nvSpPr>
            <p:spPr>
              <a:xfrm>
                <a:off x="1365052" y="2363838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898EAF95-36E2-12BB-9BAB-BC937A1E2BB5}"/>
                  </a:ext>
                </a:extLst>
              </p:cNvPr>
              <p:cNvSpPr/>
              <p:nvPr/>
            </p:nvSpPr>
            <p:spPr>
              <a:xfrm>
                <a:off x="896189" y="2214863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4D18CACF-7B24-7284-A9A5-62151B29A3AB}"/>
                  </a:ext>
                </a:extLst>
              </p:cNvPr>
              <p:cNvSpPr/>
              <p:nvPr/>
            </p:nvSpPr>
            <p:spPr>
              <a:xfrm>
                <a:off x="1103571" y="2024372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9484EB7A-ED0F-ACB2-1C74-14FC49986667}"/>
                  </a:ext>
                </a:extLst>
              </p:cNvPr>
              <p:cNvSpPr/>
              <p:nvPr/>
            </p:nvSpPr>
            <p:spPr>
              <a:xfrm>
                <a:off x="975085" y="2488388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FC46BAC6-55F5-A09D-3372-B715ACE8F08D}"/>
                  </a:ext>
                </a:extLst>
              </p:cNvPr>
              <p:cNvSpPr/>
              <p:nvPr/>
            </p:nvSpPr>
            <p:spPr>
              <a:xfrm>
                <a:off x="1416899" y="2114735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1F3A19C4-3BC4-2C8B-D014-D3ADC206404C}"/>
                  </a:ext>
                </a:extLst>
              </p:cNvPr>
              <p:cNvSpPr/>
              <p:nvPr/>
            </p:nvSpPr>
            <p:spPr>
              <a:xfrm>
                <a:off x="1443946" y="2571423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0C6472E-412F-801B-373A-710B900E987C}"/>
                  </a:ext>
                </a:extLst>
              </p:cNvPr>
              <p:cNvSpPr/>
              <p:nvPr/>
            </p:nvSpPr>
            <p:spPr>
              <a:xfrm>
                <a:off x="1288411" y="2007278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DDB9D1CE-6665-C331-A0AD-DF9B84B581D1}"/>
                  </a:ext>
                </a:extLst>
              </p:cNvPr>
              <p:cNvSpPr/>
              <p:nvPr/>
            </p:nvSpPr>
            <p:spPr>
              <a:xfrm>
                <a:off x="1491284" y="2757029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F8E5ECC4-A8CC-6664-AA8B-385FADD0A2C7}"/>
                  </a:ext>
                </a:extLst>
              </p:cNvPr>
              <p:cNvSpPr/>
              <p:nvPr/>
            </p:nvSpPr>
            <p:spPr>
              <a:xfrm>
                <a:off x="792498" y="2920657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86CC23ED-3E78-5CE8-421B-302DFD8821DB}"/>
                  </a:ext>
                </a:extLst>
              </p:cNvPr>
              <p:cNvSpPr/>
              <p:nvPr/>
            </p:nvSpPr>
            <p:spPr>
              <a:xfrm>
                <a:off x="972830" y="2539676"/>
                <a:ext cx="76641" cy="83032"/>
              </a:xfrm>
              <a:custGeom>
                <a:avLst/>
                <a:gdLst>
                  <a:gd name="connsiteX0" fmla="*/ 16192 w 32385"/>
                  <a:gd name="connsiteY0" fmla="*/ 0 h 32384"/>
                  <a:gd name="connsiteX1" fmla="*/ 32385 w 32385"/>
                  <a:gd name="connsiteY1" fmla="*/ 16192 h 32384"/>
                  <a:gd name="connsiteX2" fmla="*/ 16192 w 32385"/>
                  <a:gd name="connsiteY2" fmla="*/ 32385 h 32384"/>
                  <a:gd name="connsiteX3" fmla="*/ 0 w 32385"/>
                  <a:gd name="connsiteY3" fmla="*/ 16192 h 32384"/>
                  <a:gd name="connsiteX4" fmla="*/ 16192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B2871022-10AA-C629-16CD-10E3AC59E27F}"/>
                  </a:ext>
                </a:extLst>
              </p:cNvPr>
              <p:cNvSpPr/>
              <p:nvPr/>
            </p:nvSpPr>
            <p:spPr>
              <a:xfrm>
                <a:off x="2465077" y="1538378"/>
                <a:ext cx="31558" cy="34191"/>
              </a:xfrm>
              <a:custGeom>
                <a:avLst/>
                <a:gdLst>
                  <a:gd name="connsiteX0" fmla="*/ 13335 w 13335"/>
                  <a:gd name="connsiteY0" fmla="*/ 6667 h 13335"/>
                  <a:gd name="connsiteX1" fmla="*/ 6668 w 13335"/>
                  <a:gd name="connsiteY1" fmla="*/ 13335 h 13335"/>
                  <a:gd name="connsiteX2" fmla="*/ 0 w 13335"/>
                  <a:gd name="connsiteY2" fmla="*/ 6667 h 13335"/>
                  <a:gd name="connsiteX3" fmla="*/ 6668 w 13335"/>
                  <a:gd name="connsiteY3" fmla="*/ 0 h 13335"/>
                  <a:gd name="connsiteX4" fmla="*/ 13335 w 13335"/>
                  <a:gd name="connsiteY4" fmla="*/ 6667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13335" y="6667"/>
                    </a:moveTo>
                    <a:cubicBezTo>
                      <a:pt x="13335" y="10350"/>
                      <a:pt x="10350" y="13335"/>
                      <a:pt x="6668" y="13335"/>
                    </a:cubicBezTo>
                    <a:cubicBezTo>
                      <a:pt x="2985" y="13335"/>
                      <a:pt x="0" y="10350"/>
                      <a:pt x="0" y="6667"/>
                    </a:cubicBezTo>
                    <a:cubicBezTo>
                      <a:pt x="0" y="2985"/>
                      <a:pt x="2985" y="0"/>
                      <a:pt x="6668" y="0"/>
                    </a:cubicBezTo>
                    <a:cubicBezTo>
                      <a:pt x="10350" y="0"/>
                      <a:pt x="13335" y="2985"/>
                      <a:pt x="13335" y="66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5C6ABE1B-6809-5EBF-19A1-8593F24FD195}"/>
                  </a:ext>
                </a:extLst>
              </p:cNvPr>
              <p:cNvSpPr/>
              <p:nvPr/>
            </p:nvSpPr>
            <p:spPr>
              <a:xfrm>
                <a:off x="2586801" y="1592106"/>
                <a:ext cx="36064" cy="39075"/>
              </a:xfrm>
              <a:custGeom>
                <a:avLst/>
                <a:gdLst>
                  <a:gd name="connsiteX0" fmla="*/ 15240 w 15239"/>
                  <a:gd name="connsiteY0" fmla="*/ 7620 h 15240"/>
                  <a:gd name="connsiteX1" fmla="*/ 7620 w 15239"/>
                  <a:gd name="connsiteY1" fmla="*/ 15240 h 15240"/>
                  <a:gd name="connsiteX2" fmla="*/ 0 w 15239"/>
                  <a:gd name="connsiteY2" fmla="*/ 7620 h 15240"/>
                  <a:gd name="connsiteX3" fmla="*/ 7620 w 15239"/>
                  <a:gd name="connsiteY3" fmla="*/ 0 h 15240"/>
                  <a:gd name="connsiteX4" fmla="*/ 15240 w 15239"/>
                  <a:gd name="connsiteY4" fmla="*/ 762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182C0541-120D-11F2-0CE4-9E7352071262}"/>
                  </a:ext>
                </a:extLst>
              </p:cNvPr>
              <p:cNvSpPr/>
              <p:nvPr/>
            </p:nvSpPr>
            <p:spPr>
              <a:xfrm>
                <a:off x="1105826" y="2632479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09D9B0-08F8-DB23-6219-AC781FFC92AF}"/>
                  </a:ext>
                </a:extLst>
              </p:cNvPr>
              <p:cNvSpPr/>
              <p:nvPr/>
            </p:nvSpPr>
            <p:spPr>
              <a:xfrm>
                <a:off x="1153162" y="1953548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2A8B2E62-6D39-481E-39FA-7769114FCA27}"/>
                  </a:ext>
                </a:extLst>
              </p:cNvPr>
              <p:cNvSpPr/>
              <p:nvPr/>
            </p:nvSpPr>
            <p:spPr>
              <a:xfrm>
                <a:off x="1457473" y="2090313"/>
                <a:ext cx="76641" cy="83032"/>
              </a:xfrm>
              <a:custGeom>
                <a:avLst/>
                <a:gdLst>
                  <a:gd name="connsiteX0" fmla="*/ 32385 w 32385"/>
                  <a:gd name="connsiteY0" fmla="*/ 16193 h 32384"/>
                  <a:gd name="connsiteX1" fmla="*/ 16192 w 32385"/>
                  <a:gd name="connsiteY1" fmla="*/ 32385 h 32384"/>
                  <a:gd name="connsiteX2" fmla="*/ 0 w 32385"/>
                  <a:gd name="connsiteY2" fmla="*/ 16193 h 32384"/>
                  <a:gd name="connsiteX3" fmla="*/ 16192 w 32385"/>
                  <a:gd name="connsiteY3" fmla="*/ 0 h 32384"/>
                  <a:gd name="connsiteX4" fmla="*/ 32385 w 32385"/>
                  <a:gd name="connsiteY4" fmla="*/ 16193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B2C35923-DEF9-E632-8A2D-1AFB57D6E319}"/>
                  </a:ext>
                </a:extLst>
              </p:cNvPr>
              <p:cNvSpPr/>
              <p:nvPr/>
            </p:nvSpPr>
            <p:spPr>
              <a:xfrm>
                <a:off x="2359130" y="5773134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4288"/>
                      <a:pt x="14288" y="19050"/>
                      <a:pt x="9525" y="19050"/>
                    </a:cubicBezTo>
                    <a:cubicBezTo>
                      <a:pt x="4763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34A7813-77B6-5E61-B379-D85F3740F9BE}"/>
                  </a:ext>
                </a:extLst>
              </p:cNvPr>
              <p:cNvSpPr/>
              <p:nvPr/>
            </p:nvSpPr>
            <p:spPr>
              <a:xfrm>
                <a:off x="1461982" y="2441988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FF726AEA-6018-0598-63F5-091563567927}"/>
                  </a:ext>
                </a:extLst>
              </p:cNvPr>
              <p:cNvSpPr/>
              <p:nvPr/>
            </p:nvSpPr>
            <p:spPr>
              <a:xfrm>
                <a:off x="1939859" y="5677887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DF3BC34F-2B9F-0D07-EEEA-DC6BBF5B30B5}"/>
                  </a:ext>
                </a:extLst>
              </p:cNvPr>
              <p:cNvSpPr/>
              <p:nvPr/>
            </p:nvSpPr>
            <p:spPr>
              <a:xfrm>
                <a:off x="857870" y="2178229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1702A478-0B3F-04FF-C59B-322BE931CB72}"/>
                  </a:ext>
                </a:extLst>
              </p:cNvPr>
              <p:cNvSpPr/>
              <p:nvPr/>
            </p:nvSpPr>
            <p:spPr>
              <a:xfrm>
                <a:off x="1676125" y="5721846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2B34D75B-E3ED-32D3-2A4B-0DEB5A1D5DDA}"/>
                  </a:ext>
                </a:extLst>
              </p:cNvPr>
              <p:cNvSpPr/>
              <p:nvPr/>
            </p:nvSpPr>
            <p:spPr>
              <a:xfrm>
                <a:off x="1099062" y="2888907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815B3B51-2115-2686-45A2-9A01F0480E40}"/>
                  </a:ext>
                </a:extLst>
              </p:cNvPr>
              <p:cNvSpPr/>
              <p:nvPr/>
            </p:nvSpPr>
            <p:spPr>
              <a:xfrm>
                <a:off x="1087791" y="238093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F3689810-D20A-44C4-2730-E106823423A2}"/>
                  </a:ext>
                </a:extLst>
              </p:cNvPr>
              <p:cNvSpPr/>
              <p:nvPr/>
            </p:nvSpPr>
            <p:spPr>
              <a:xfrm>
                <a:off x="1013405" y="2866926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3 h 32384"/>
                  <a:gd name="connsiteX2" fmla="*/ 16193 w 32384"/>
                  <a:gd name="connsiteY2" fmla="*/ 32385 h 32384"/>
                  <a:gd name="connsiteX3" fmla="*/ 0 w 32384"/>
                  <a:gd name="connsiteY3" fmla="*/ 16193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C27B1D0B-4F07-1848-325C-F93B172E819F}"/>
                  </a:ext>
                </a:extLst>
              </p:cNvPr>
              <p:cNvSpPr/>
              <p:nvPr/>
            </p:nvSpPr>
            <p:spPr>
              <a:xfrm>
                <a:off x="1078774" y="2520135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8876CB12-5DC5-07AB-EADE-63902396C190}"/>
                  </a:ext>
                </a:extLst>
              </p:cNvPr>
              <p:cNvSpPr/>
              <p:nvPr/>
            </p:nvSpPr>
            <p:spPr>
              <a:xfrm>
                <a:off x="715857" y="2866926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3 h 32384"/>
                  <a:gd name="connsiteX2" fmla="*/ 16192 w 32384"/>
                  <a:gd name="connsiteY2" fmla="*/ 32385 h 32384"/>
                  <a:gd name="connsiteX3" fmla="*/ 0 w 32384"/>
                  <a:gd name="connsiteY3" fmla="*/ 16193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ABB8E55-D298-D093-609F-797D487D2095}"/>
                  </a:ext>
                </a:extLst>
              </p:cNvPr>
              <p:cNvSpPr/>
              <p:nvPr/>
            </p:nvSpPr>
            <p:spPr>
              <a:xfrm>
                <a:off x="1421405" y="2288129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0D0F82C5-635C-7D32-C73D-60ABD15EE8AD}"/>
                  </a:ext>
                </a:extLst>
              </p:cNvPr>
              <p:cNvSpPr/>
              <p:nvPr/>
            </p:nvSpPr>
            <p:spPr>
              <a:xfrm>
                <a:off x="896189" y="2886466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CF5419BB-2065-ED52-755E-F440AECB6598}"/>
                  </a:ext>
                </a:extLst>
              </p:cNvPr>
              <p:cNvSpPr/>
              <p:nvPr/>
            </p:nvSpPr>
            <p:spPr>
              <a:xfrm>
                <a:off x="2068346" y="5697425"/>
                <a:ext cx="72130" cy="78147"/>
              </a:xfrm>
              <a:custGeom>
                <a:avLst/>
                <a:gdLst>
                  <a:gd name="connsiteX0" fmla="*/ 15240 w 30479"/>
                  <a:gd name="connsiteY0" fmla="*/ 0 h 30479"/>
                  <a:gd name="connsiteX1" fmla="*/ 30480 w 30479"/>
                  <a:gd name="connsiteY1" fmla="*/ 15240 h 30479"/>
                  <a:gd name="connsiteX2" fmla="*/ 15240 w 30479"/>
                  <a:gd name="connsiteY2" fmla="*/ 30480 h 30479"/>
                  <a:gd name="connsiteX3" fmla="*/ 0 w 30479"/>
                  <a:gd name="connsiteY3" fmla="*/ 15240 h 30479"/>
                  <a:gd name="connsiteX4" fmla="*/ 15240 w 30479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952" y="6667"/>
                      <a:pt x="7620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761A74A9-FF57-F989-0880-6C4D3D0FDFF0}"/>
                  </a:ext>
                </a:extLst>
              </p:cNvPr>
              <p:cNvSpPr/>
              <p:nvPr/>
            </p:nvSpPr>
            <p:spPr>
              <a:xfrm>
                <a:off x="1186975" y="2996364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8C22F281-8E8F-5DD8-4975-8FBA08B5EFCD}"/>
                  </a:ext>
                </a:extLst>
              </p:cNvPr>
              <p:cNvSpPr/>
              <p:nvPr/>
            </p:nvSpPr>
            <p:spPr>
              <a:xfrm>
                <a:off x="1360544" y="2207535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2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9929E01B-CCFB-E9A5-15EA-9DBE5B21048C}"/>
                  </a:ext>
                </a:extLst>
              </p:cNvPr>
              <p:cNvSpPr/>
              <p:nvPr/>
            </p:nvSpPr>
            <p:spPr>
              <a:xfrm>
                <a:off x="1038202" y="3074514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F0B85F3A-B088-3BD4-1828-CAB116A60ED0}"/>
                  </a:ext>
                </a:extLst>
              </p:cNvPr>
              <p:cNvSpPr/>
              <p:nvPr/>
            </p:nvSpPr>
            <p:spPr>
              <a:xfrm>
                <a:off x="1556653" y="2659342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641F2124-2BFA-6FCF-0929-4495B982A3CA}"/>
                  </a:ext>
                </a:extLst>
              </p:cNvPr>
              <p:cNvSpPr/>
              <p:nvPr/>
            </p:nvSpPr>
            <p:spPr>
              <a:xfrm>
                <a:off x="927747" y="2476176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3 h 32385"/>
                  <a:gd name="connsiteX2" fmla="*/ 16192 w 32385"/>
                  <a:gd name="connsiteY2" fmla="*/ 32385 h 32385"/>
                  <a:gd name="connsiteX3" fmla="*/ 0 w 32385"/>
                  <a:gd name="connsiteY3" fmla="*/ 16193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9AE05977-4BB0-BE05-757F-42A9374C56E1}"/>
                  </a:ext>
                </a:extLst>
              </p:cNvPr>
              <p:cNvSpPr/>
              <p:nvPr/>
            </p:nvSpPr>
            <p:spPr>
              <a:xfrm>
                <a:off x="1531859" y="2256379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A394F1E7-CB95-4453-474A-227BB5379F6A}"/>
                  </a:ext>
                </a:extLst>
              </p:cNvPr>
              <p:cNvSpPr/>
              <p:nvPr/>
            </p:nvSpPr>
            <p:spPr>
              <a:xfrm>
                <a:off x="2713033" y="5988046"/>
                <a:ext cx="27047" cy="29304"/>
              </a:xfrm>
              <a:custGeom>
                <a:avLst/>
                <a:gdLst>
                  <a:gd name="connsiteX0" fmla="*/ 11430 w 11429"/>
                  <a:gd name="connsiteY0" fmla="*/ 5715 h 11429"/>
                  <a:gd name="connsiteX1" fmla="*/ 5715 w 11429"/>
                  <a:gd name="connsiteY1" fmla="*/ 11430 h 11429"/>
                  <a:gd name="connsiteX2" fmla="*/ 0 w 11429"/>
                  <a:gd name="connsiteY2" fmla="*/ 5715 h 11429"/>
                  <a:gd name="connsiteX3" fmla="*/ 5715 w 11429"/>
                  <a:gd name="connsiteY3" fmla="*/ 0 h 11429"/>
                  <a:gd name="connsiteX4" fmla="*/ 11430 w 11429"/>
                  <a:gd name="connsiteY4" fmla="*/ 5715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BAD310FC-9346-F50E-7506-BC53F20B6BA8}"/>
                  </a:ext>
                </a:extLst>
              </p:cNvPr>
              <p:cNvSpPr/>
              <p:nvPr/>
            </p:nvSpPr>
            <p:spPr>
              <a:xfrm>
                <a:off x="948036" y="3028113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3158BD2E-28F4-100B-A99E-F6FB5FBA80EA}"/>
                  </a:ext>
                </a:extLst>
              </p:cNvPr>
              <p:cNvSpPr/>
              <p:nvPr/>
            </p:nvSpPr>
            <p:spPr>
              <a:xfrm>
                <a:off x="932255" y="2542116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EDDA6ED5-D634-FE59-08C4-E7583637ECE8}"/>
                  </a:ext>
                </a:extLst>
              </p:cNvPr>
              <p:cNvSpPr/>
              <p:nvPr/>
            </p:nvSpPr>
            <p:spPr>
              <a:xfrm>
                <a:off x="984102" y="3091610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2 h 32385"/>
                  <a:gd name="connsiteX2" fmla="*/ 16192 w 32384"/>
                  <a:gd name="connsiteY2" fmla="*/ 32385 h 32385"/>
                  <a:gd name="connsiteX3" fmla="*/ 0 w 32384"/>
                  <a:gd name="connsiteY3" fmla="*/ 16192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BDFE0445-D74F-1673-57C4-5EC65068D05C}"/>
                  </a:ext>
                </a:extLst>
              </p:cNvPr>
              <p:cNvSpPr/>
              <p:nvPr/>
            </p:nvSpPr>
            <p:spPr>
              <a:xfrm>
                <a:off x="1520589" y="2632479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73D52D3D-F542-F3D0-44BF-B01C7350B0C7}"/>
                  </a:ext>
                </a:extLst>
              </p:cNvPr>
              <p:cNvSpPr/>
              <p:nvPr/>
            </p:nvSpPr>
            <p:spPr>
              <a:xfrm>
                <a:off x="650488" y="2603172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1CC0F6F6-3954-B736-93B2-2B623DEC9678}"/>
                  </a:ext>
                </a:extLst>
              </p:cNvPr>
              <p:cNvSpPr/>
              <p:nvPr/>
            </p:nvSpPr>
            <p:spPr>
              <a:xfrm>
                <a:off x="1371816" y="2107407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6667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412E1E5D-1220-0C40-8FD3-D17F57704B59}"/>
                  </a:ext>
                </a:extLst>
              </p:cNvPr>
              <p:cNvSpPr/>
              <p:nvPr/>
            </p:nvSpPr>
            <p:spPr>
              <a:xfrm>
                <a:off x="801515" y="2971942"/>
                <a:ext cx="76639" cy="83034"/>
              </a:xfrm>
              <a:custGeom>
                <a:avLst/>
                <a:gdLst>
                  <a:gd name="connsiteX0" fmla="*/ 16192 w 32384"/>
                  <a:gd name="connsiteY0" fmla="*/ 0 h 32385"/>
                  <a:gd name="connsiteX1" fmla="*/ 32385 w 32384"/>
                  <a:gd name="connsiteY1" fmla="*/ 16193 h 32385"/>
                  <a:gd name="connsiteX2" fmla="*/ 16192 w 32384"/>
                  <a:gd name="connsiteY2" fmla="*/ 32385 h 32385"/>
                  <a:gd name="connsiteX3" fmla="*/ 0 w 32384"/>
                  <a:gd name="connsiteY3" fmla="*/ 16193 h 32385"/>
                  <a:gd name="connsiteX4" fmla="*/ 16192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5B459BCD-4C8F-BEF4-D5B4-CB5DA0EE6353}"/>
                  </a:ext>
                </a:extLst>
              </p:cNvPr>
              <p:cNvSpPr/>
              <p:nvPr/>
            </p:nvSpPr>
            <p:spPr>
              <a:xfrm>
                <a:off x="2208104" y="5682771"/>
                <a:ext cx="63116" cy="68379"/>
              </a:xfrm>
              <a:custGeom>
                <a:avLst/>
                <a:gdLst>
                  <a:gd name="connsiteX0" fmla="*/ 13335 w 26670"/>
                  <a:gd name="connsiteY0" fmla="*/ 0 h 26669"/>
                  <a:gd name="connsiteX1" fmla="*/ 26670 w 26670"/>
                  <a:gd name="connsiteY1" fmla="*/ 13335 h 26669"/>
                  <a:gd name="connsiteX2" fmla="*/ 13335 w 26670"/>
                  <a:gd name="connsiteY2" fmla="*/ 26670 h 26669"/>
                  <a:gd name="connsiteX3" fmla="*/ 0 w 26670"/>
                  <a:gd name="connsiteY3" fmla="*/ 13335 h 26669"/>
                  <a:gd name="connsiteX4" fmla="*/ 13335 w 26670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0A0C329A-4637-B75B-8EE0-C980663384E7}"/>
                  </a:ext>
                </a:extLst>
              </p:cNvPr>
              <p:cNvSpPr/>
              <p:nvPr/>
            </p:nvSpPr>
            <p:spPr>
              <a:xfrm>
                <a:off x="763196" y="2503041"/>
                <a:ext cx="76639" cy="83034"/>
              </a:xfrm>
              <a:custGeom>
                <a:avLst/>
                <a:gdLst>
                  <a:gd name="connsiteX0" fmla="*/ 32385 w 32384"/>
                  <a:gd name="connsiteY0" fmla="*/ 16192 h 32385"/>
                  <a:gd name="connsiteX1" fmla="*/ 16193 w 32384"/>
                  <a:gd name="connsiteY1" fmla="*/ 32385 h 32385"/>
                  <a:gd name="connsiteX2" fmla="*/ 0 w 32384"/>
                  <a:gd name="connsiteY2" fmla="*/ 16192 h 32385"/>
                  <a:gd name="connsiteX3" fmla="*/ 16193 w 32384"/>
                  <a:gd name="connsiteY3" fmla="*/ 0 h 32385"/>
                  <a:gd name="connsiteX4" fmla="*/ 32385 w 32384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AA3AEE47-9347-19E0-E5A3-7EFCD8D59DF7}"/>
                  </a:ext>
                </a:extLst>
              </p:cNvPr>
              <p:cNvSpPr/>
              <p:nvPr/>
            </p:nvSpPr>
            <p:spPr>
              <a:xfrm>
                <a:off x="855614" y="2779010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A0B73397-33B9-9C03-6D87-0B9116A99114}"/>
                  </a:ext>
                </a:extLst>
              </p:cNvPr>
              <p:cNvSpPr/>
              <p:nvPr/>
            </p:nvSpPr>
            <p:spPr>
              <a:xfrm>
                <a:off x="1114843" y="3003691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2 h 32385"/>
                  <a:gd name="connsiteX2" fmla="*/ 16193 w 32384"/>
                  <a:gd name="connsiteY2" fmla="*/ 32385 h 32385"/>
                  <a:gd name="connsiteX3" fmla="*/ 0 w 32384"/>
                  <a:gd name="connsiteY3" fmla="*/ 16192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D3871B0C-45F3-BEA2-CF02-CED3806E95AA}"/>
                  </a:ext>
                </a:extLst>
              </p:cNvPr>
              <p:cNvSpPr/>
              <p:nvPr/>
            </p:nvSpPr>
            <p:spPr>
              <a:xfrm>
                <a:off x="2221629" y="5741384"/>
                <a:ext cx="58605" cy="63497"/>
              </a:xfrm>
              <a:custGeom>
                <a:avLst/>
                <a:gdLst>
                  <a:gd name="connsiteX0" fmla="*/ 24765 w 24764"/>
                  <a:gd name="connsiteY0" fmla="*/ 12383 h 24765"/>
                  <a:gd name="connsiteX1" fmla="*/ 12382 w 24764"/>
                  <a:gd name="connsiteY1" fmla="*/ 24765 h 24765"/>
                  <a:gd name="connsiteX2" fmla="*/ 0 w 24764"/>
                  <a:gd name="connsiteY2" fmla="*/ 12383 h 24765"/>
                  <a:gd name="connsiteX3" fmla="*/ 12382 w 24764"/>
                  <a:gd name="connsiteY3" fmla="*/ 0 h 24765"/>
                  <a:gd name="connsiteX4" fmla="*/ 24765 w 24764"/>
                  <a:gd name="connsiteY4" fmla="*/ 12383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71D4D058-F18C-4E02-9629-C8F4F2F30004}"/>
                  </a:ext>
                </a:extLst>
              </p:cNvPr>
              <p:cNvSpPr/>
              <p:nvPr/>
            </p:nvSpPr>
            <p:spPr>
              <a:xfrm>
                <a:off x="1782068" y="5716962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953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43FD5EA1-F9FC-B92C-B125-052D76CD73EF}"/>
                  </a:ext>
                </a:extLst>
              </p:cNvPr>
              <p:cNvSpPr/>
              <p:nvPr/>
            </p:nvSpPr>
            <p:spPr>
              <a:xfrm>
                <a:off x="1980436" y="5736500"/>
                <a:ext cx="72130" cy="78147"/>
              </a:xfrm>
              <a:custGeom>
                <a:avLst/>
                <a:gdLst>
                  <a:gd name="connsiteX0" fmla="*/ 15240 w 30479"/>
                  <a:gd name="connsiteY0" fmla="*/ 0 h 30479"/>
                  <a:gd name="connsiteX1" fmla="*/ 30480 w 30479"/>
                  <a:gd name="connsiteY1" fmla="*/ 15240 h 30479"/>
                  <a:gd name="connsiteX2" fmla="*/ 15240 w 30479"/>
                  <a:gd name="connsiteY2" fmla="*/ 30480 h 30479"/>
                  <a:gd name="connsiteX3" fmla="*/ 0 w 30479"/>
                  <a:gd name="connsiteY3" fmla="*/ 15240 h 30479"/>
                  <a:gd name="connsiteX4" fmla="*/ 15240 w 30479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0" y="6667"/>
                      <a:pt x="6667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72D4D341-2BF8-4799-A45C-070F488C2253}"/>
                  </a:ext>
                </a:extLst>
              </p:cNvPr>
              <p:cNvSpPr/>
              <p:nvPr/>
            </p:nvSpPr>
            <p:spPr>
              <a:xfrm>
                <a:off x="1457473" y="1804575"/>
                <a:ext cx="76639" cy="83034"/>
              </a:xfrm>
              <a:custGeom>
                <a:avLst/>
                <a:gdLst>
                  <a:gd name="connsiteX0" fmla="*/ 16193 w 32384"/>
                  <a:gd name="connsiteY0" fmla="*/ 0 h 32385"/>
                  <a:gd name="connsiteX1" fmla="*/ 32385 w 32384"/>
                  <a:gd name="connsiteY1" fmla="*/ 16193 h 32385"/>
                  <a:gd name="connsiteX2" fmla="*/ 16193 w 32384"/>
                  <a:gd name="connsiteY2" fmla="*/ 32385 h 32385"/>
                  <a:gd name="connsiteX3" fmla="*/ 0 w 32384"/>
                  <a:gd name="connsiteY3" fmla="*/ 16193 h 32385"/>
                  <a:gd name="connsiteX4" fmla="*/ 16193 w 32384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A56F0773-FAC4-D172-28FC-36F8D177DABA}"/>
                  </a:ext>
                </a:extLst>
              </p:cNvPr>
              <p:cNvSpPr/>
              <p:nvPr/>
            </p:nvSpPr>
            <p:spPr>
              <a:xfrm>
                <a:off x="1132874" y="2793661"/>
                <a:ext cx="76641" cy="83034"/>
              </a:xfrm>
              <a:custGeom>
                <a:avLst/>
                <a:gdLst>
                  <a:gd name="connsiteX0" fmla="*/ 16193 w 32385"/>
                  <a:gd name="connsiteY0" fmla="*/ 0 h 32385"/>
                  <a:gd name="connsiteX1" fmla="*/ 32385 w 32385"/>
                  <a:gd name="connsiteY1" fmla="*/ 16193 h 32385"/>
                  <a:gd name="connsiteX2" fmla="*/ 16193 w 32385"/>
                  <a:gd name="connsiteY2" fmla="*/ 32385 h 32385"/>
                  <a:gd name="connsiteX3" fmla="*/ 0 w 32385"/>
                  <a:gd name="connsiteY3" fmla="*/ 16193 h 32385"/>
                  <a:gd name="connsiteX4" fmla="*/ 16193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3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3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C7BD6166-B4BD-B61A-0219-1483210FEA58}"/>
                  </a:ext>
                </a:extLst>
              </p:cNvPr>
              <p:cNvSpPr/>
              <p:nvPr/>
            </p:nvSpPr>
            <p:spPr>
              <a:xfrm>
                <a:off x="990863" y="2947520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2 w 32384"/>
                  <a:gd name="connsiteY1" fmla="*/ 32385 h 32385"/>
                  <a:gd name="connsiteX2" fmla="*/ 0 w 32384"/>
                  <a:gd name="connsiteY2" fmla="*/ 16193 h 32385"/>
                  <a:gd name="connsiteX3" fmla="*/ 16192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2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2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89DFC565-9234-DA25-1033-411EA0729BB6}"/>
                  </a:ext>
                </a:extLst>
              </p:cNvPr>
              <p:cNvSpPr/>
              <p:nvPr/>
            </p:nvSpPr>
            <p:spPr>
              <a:xfrm>
                <a:off x="884920" y="2937751"/>
                <a:ext cx="76639" cy="83034"/>
              </a:xfrm>
              <a:custGeom>
                <a:avLst/>
                <a:gdLst>
                  <a:gd name="connsiteX0" fmla="*/ 32385 w 32384"/>
                  <a:gd name="connsiteY0" fmla="*/ 16193 h 32385"/>
                  <a:gd name="connsiteX1" fmla="*/ 16193 w 32384"/>
                  <a:gd name="connsiteY1" fmla="*/ 32385 h 32385"/>
                  <a:gd name="connsiteX2" fmla="*/ 0 w 32384"/>
                  <a:gd name="connsiteY2" fmla="*/ 16193 h 32385"/>
                  <a:gd name="connsiteX3" fmla="*/ 16193 w 32384"/>
                  <a:gd name="connsiteY3" fmla="*/ 0 h 32385"/>
                  <a:gd name="connsiteX4" fmla="*/ 32385 w 32384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44F8543A-2FC7-0260-27AA-3BBBEB9BA8B9}"/>
                  </a:ext>
                </a:extLst>
              </p:cNvPr>
              <p:cNvSpPr/>
              <p:nvPr/>
            </p:nvSpPr>
            <p:spPr>
              <a:xfrm>
                <a:off x="801515" y="2844948"/>
                <a:ext cx="76639" cy="83032"/>
              </a:xfrm>
              <a:custGeom>
                <a:avLst/>
                <a:gdLst>
                  <a:gd name="connsiteX0" fmla="*/ 16192 w 32384"/>
                  <a:gd name="connsiteY0" fmla="*/ 0 h 32384"/>
                  <a:gd name="connsiteX1" fmla="*/ 32385 w 32384"/>
                  <a:gd name="connsiteY1" fmla="*/ 16192 h 32384"/>
                  <a:gd name="connsiteX2" fmla="*/ 16192 w 32384"/>
                  <a:gd name="connsiteY2" fmla="*/ 32385 h 32384"/>
                  <a:gd name="connsiteX3" fmla="*/ 0 w 32384"/>
                  <a:gd name="connsiteY3" fmla="*/ 16192 h 32384"/>
                  <a:gd name="connsiteX4" fmla="*/ 16192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8C1F8DF2-7AB0-FC8C-A991-DDCB5B0B5347}"/>
                  </a:ext>
                </a:extLst>
              </p:cNvPr>
              <p:cNvSpPr/>
              <p:nvPr/>
            </p:nvSpPr>
            <p:spPr>
              <a:xfrm>
                <a:off x="747415" y="2832738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2 h 32384"/>
                  <a:gd name="connsiteX2" fmla="*/ 16193 w 32385"/>
                  <a:gd name="connsiteY2" fmla="*/ 32385 h 32384"/>
                  <a:gd name="connsiteX3" fmla="*/ 0 w 32385"/>
                  <a:gd name="connsiteY3" fmla="*/ 16192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6667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9D5C06C4-4462-98DF-C779-F504B17BB0AC}"/>
                  </a:ext>
                </a:extLst>
              </p:cNvPr>
              <p:cNvSpPr/>
              <p:nvPr/>
            </p:nvSpPr>
            <p:spPr>
              <a:xfrm>
                <a:off x="675283" y="2893792"/>
                <a:ext cx="76641" cy="83034"/>
              </a:xfrm>
              <a:custGeom>
                <a:avLst/>
                <a:gdLst>
                  <a:gd name="connsiteX0" fmla="*/ 16192 w 32385"/>
                  <a:gd name="connsiteY0" fmla="*/ 0 h 32385"/>
                  <a:gd name="connsiteX1" fmla="*/ 32385 w 32385"/>
                  <a:gd name="connsiteY1" fmla="*/ 16192 h 32385"/>
                  <a:gd name="connsiteX2" fmla="*/ 16192 w 32385"/>
                  <a:gd name="connsiteY2" fmla="*/ 32385 h 32385"/>
                  <a:gd name="connsiteX3" fmla="*/ 0 w 32385"/>
                  <a:gd name="connsiteY3" fmla="*/ 16192 h 32385"/>
                  <a:gd name="connsiteX4" fmla="*/ 16192 w 32385"/>
                  <a:gd name="connsiteY4" fmla="*/ 0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16192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2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6668" y="0"/>
                      <a:pt x="1619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2371CF0C-EA33-FA9B-2C0A-48F886A26DFF}"/>
                  </a:ext>
                </a:extLst>
              </p:cNvPr>
              <p:cNvSpPr/>
              <p:nvPr/>
            </p:nvSpPr>
            <p:spPr>
              <a:xfrm>
                <a:off x="1933097" y="5729174"/>
                <a:ext cx="72133" cy="78147"/>
              </a:xfrm>
              <a:custGeom>
                <a:avLst/>
                <a:gdLst>
                  <a:gd name="connsiteX0" fmla="*/ 15240 w 30480"/>
                  <a:gd name="connsiteY0" fmla="*/ 0 h 30479"/>
                  <a:gd name="connsiteX1" fmla="*/ 30480 w 30480"/>
                  <a:gd name="connsiteY1" fmla="*/ 15240 h 30479"/>
                  <a:gd name="connsiteX2" fmla="*/ 15240 w 30480"/>
                  <a:gd name="connsiteY2" fmla="*/ 30480 h 30479"/>
                  <a:gd name="connsiteX3" fmla="*/ 0 w 30480"/>
                  <a:gd name="connsiteY3" fmla="*/ 15240 h 30479"/>
                  <a:gd name="connsiteX4" fmla="*/ 15240 w 30480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8" y="30480"/>
                      <a:pt x="0" y="23813"/>
                      <a:pt x="0" y="15240"/>
                    </a:cubicBezTo>
                    <a:cubicBezTo>
                      <a:pt x="0" y="7620"/>
                      <a:pt x="6668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9463B987-CC85-AA5C-E801-4773952A1994}"/>
                  </a:ext>
                </a:extLst>
              </p:cNvPr>
              <p:cNvSpPr/>
              <p:nvPr/>
            </p:nvSpPr>
            <p:spPr>
              <a:xfrm>
                <a:off x="618930" y="2874254"/>
                <a:ext cx="76641" cy="83034"/>
              </a:xfrm>
              <a:custGeom>
                <a:avLst/>
                <a:gdLst>
                  <a:gd name="connsiteX0" fmla="*/ 32385 w 32385"/>
                  <a:gd name="connsiteY0" fmla="*/ 16192 h 32385"/>
                  <a:gd name="connsiteX1" fmla="*/ 16193 w 32385"/>
                  <a:gd name="connsiteY1" fmla="*/ 32385 h 32385"/>
                  <a:gd name="connsiteX2" fmla="*/ 0 w 32385"/>
                  <a:gd name="connsiteY2" fmla="*/ 16192 h 32385"/>
                  <a:gd name="connsiteX3" fmla="*/ 16193 w 32385"/>
                  <a:gd name="connsiteY3" fmla="*/ 0 h 32385"/>
                  <a:gd name="connsiteX4" fmla="*/ 32385 w 32385"/>
                  <a:gd name="connsiteY4" fmla="*/ 16192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923" name="Group 922">
                <a:extLst>
                  <a:ext uri="{FF2B5EF4-FFF2-40B4-BE49-F238E27FC236}">
                    <a16:creationId xmlns:a16="http://schemas.microsoft.com/office/drawing/2014/main" id="{D7631DE8-6060-980C-B620-D9A2E0F6A621}"/>
                  </a:ext>
                </a:extLst>
              </p:cNvPr>
              <p:cNvGrpSpPr/>
              <p:nvPr/>
            </p:nvGrpSpPr>
            <p:grpSpPr>
              <a:xfrm>
                <a:off x="1563417" y="1770385"/>
                <a:ext cx="1564380" cy="3949018"/>
                <a:chOff x="1563417" y="1770385"/>
                <a:chExt cx="1564380" cy="3949018"/>
              </a:xfrm>
              <a:grpFill/>
            </p:grpSpPr>
            <p:sp>
              <p:nvSpPr>
                <p:cNvPr id="925" name="Freeform: Shape 924">
                  <a:extLst>
                    <a:ext uri="{FF2B5EF4-FFF2-40B4-BE49-F238E27FC236}">
                      <a16:creationId xmlns:a16="http://schemas.microsoft.com/office/drawing/2014/main" id="{CEFF8481-B2C7-0A89-70CE-326E34858FE7}"/>
                    </a:ext>
                  </a:extLst>
                </p:cNvPr>
                <p:cNvSpPr/>
                <p:nvPr/>
              </p:nvSpPr>
              <p:spPr>
                <a:xfrm>
                  <a:off x="2661186" y="4156402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3810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6" name="Freeform: Shape 925">
                  <a:extLst>
                    <a:ext uri="{FF2B5EF4-FFF2-40B4-BE49-F238E27FC236}">
                      <a16:creationId xmlns:a16="http://schemas.microsoft.com/office/drawing/2014/main" id="{DD88193E-B5B7-C203-3FD2-8C752873856F}"/>
                    </a:ext>
                  </a:extLst>
                </p:cNvPr>
                <p:cNvSpPr/>
                <p:nvPr/>
              </p:nvSpPr>
              <p:spPr>
                <a:xfrm>
                  <a:off x="2733321" y="1916916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3 h 24765"/>
                    <a:gd name="connsiteX2" fmla="*/ 12382 w 24764"/>
                    <a:gd name="connsiteY2" fmla="*/ 24765 h 24765"/>
                    <a:gd name="connsiteX3" fmla="*/ 0 w 24764"/>
                    <a:gd name="connsiteY3" fmla="*/ 12383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7" name="Freeform: Shape 926">
                  <a:extLst>
                    <a:ext uri="{FF2B5EF4-FFF2-40B4-BE49-F238E27FC236}">
                      <a16:creationId xmlns:a16="http://schemas.microsoft.com/office/drawing/2014/main" id="{1E29CB6E-C58B-4BCE-9FE2-676EC22D918F}"/>
                    </a:ext>
                  </a:extLst>
                </p:cNvPr>
                <p:cNvSpPr/>
                <p:nvPr/>
              </p:nvSpPr>
              <p:spPr>
                <a:xfrm>
                  <a:off x="2217120" y="5174796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8" name="Freeform: Shape 927">
                  <a:extLst>
                    <a:ext uri="{FF2B5EF4-FFF2-40B4-BE49-F238E27FC236}">
                      <a16:creationId xmlns:a16="http://schemas.microsoft.com/office/drawing/2014/main" id="{04DA450C-E8D7-0AE0-2F2D-8D12D0ECEB45}"/>
                    </a:ext>
                  </a:extLst>
                </p:cNvPr>
                <p:cNvSpPr/>
                <p:nvPr/>
              </p:nvSpPr>
              <p:spPr>
                <a:xfrm>
                  <a:off x="1906048" y="488661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9" name="Freeform: Shape 928">
                  <a:extLst>
                    <a:ext uri="{FF2B5EF4-FFF2-40B4-BE49-F238E27FC236}">
                      <a16:creationId xmlns:a16="http://schemas.microsoft.com/office/drawing/2014/main" id="{46A1A886-9C33-D68F-1630-59F655D0CB89}"/>
                    </a:ext>
                  </a:extLst>
                </p:cNvPr>
                <p:cNvSpPr/>
                <p:nvPr/>
              </p:nvSpPr>
              <p:spPr>
                <a:xfrm>
                  <a:off x="2695000" y="270574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0" name="Freeform: Shape 929">
                  <a:extLst>
                    <a:ext uri="{FF2B5EF4-FFF2-40B4-BE49-F238E27FC236}">
                      <a16:creationId xmlns:a16="http://schemas.microsoft.com/office/drawing/2014/main" id="{FA682F0F-E22D-7891-D76A-B6FA431AA402}"/>
                    </a:ext>
                  </a:extLst>
                </p:cNvPr>
                <p:cNvSpPr/>
                <p:nvPr/>
              </p:nvSpPr>
              <p:spPr>
                <a:xfrm>
                  <a:off x="2778404" y="249083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1" name="Freeform: Shape 930">
                  <a:extLst>
                    <a:ext uri="{FF2B5EF4-FFF2-40B4-BE49-F238E27FC236}">
                      <a16:creationId xmlns:a16="http://schemas.microsoft.com/office/drawing/2014/main" id="{3D5E4A1F-D00F-4FC7-643B-125B6FB06717}"/>
                    </a:ext>
                  </a:extLst>
                </p:cNvPr>
                <p:cNvSpPr/>
                <p:nvPr/>
              </p:nvSpPr>
              <p:spPr>
                <a:xfrm>
                  <a:off x="1599483" y="276679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2" name="Freeform: Shape 931">
                  <a:extLst>
                    <a:ext uri="{FF2B5EF4-FFF2-40B4-BE49-F238E27FC236}">
                      <a16:creationId xmlns:a16="http://schemas.microsoft.com/office/drawing/2014/main" id="{ABF809A7-20F4-A79C-582C-CB782DEFE2B7}"/>
                    </a:ext>
                  </a:extLst>
                </p:cNvPr>
                <p:cNvSpPr/>
                <p:nvPr/>
              </p:nvSpPr>
              <p:spPr>
                <a:xfrm>
                  <a:off x="1736988" y="389753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3" name="Freeform: Shape 932">
                  <a:extLst>
                    <a:ext uri="{FF2B5EF4-FFF2-40B4-BE49-F238E27FC236}">
                      <a16:creationId xmlns:a16="http://schemas.microsoft.com/office/drawing/2014/main" id="{844E0006-50EF-A4D0-E9A7-969EA2B07439}"/>
                    </a:ext>
                  </a:extLst>
                </p:cNvPr>
                <p:cNvSpPr/>
                <p:nvPr/>
              </p:nvSpPr>
              <p:spPr>
                <a:xfrm>
                  <a:off x="2059330" y="506245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4" name="Freeform: Shape 933">
                  <a:extLst>
                    <a:ext uri="{FF2B5EF4-FFF2-40B4-BE49-F238E27FC236}">
                      <a16:creationId xmlns:a16="http://schemas.microsoft.com/office/drawing/2014/main" id="{BB156DE1-C7B7-4809-B230-5411D3A7B8D7}"/>
                    </a:ext>
                  </a:extLst>
                </p:cNvPr>
                <p:cNvSpPr/>
                <p:nvPr/>
              </p:nvSpPr>
              <p:spPr>
                <a:xfrm>
                  <a:off x="2009739" y="5528915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5" name="Freeform: Shape 934">
                  <a:extLst>
                    <a:ext uri="{FF2B5EF4-FFF2-40B4-BE49-F238E27FC236}">
                      <a16:creationId xmlns:a16="http://schemas.microsoft.com/office/drawing/2014/main" id="{5C56ABE3-B7C6-13E3-6B8E-9BA2FD8D0461}"/>
                    </a:ext>
                  </a:extLst>
                </p:cNvPr>
                <p:cNvSpPr/>
                <p:nvPr/>
              </p:nvSpPr>
              <p:spPr>
                <a:xfrm>
                  <a:off x="2634139" y="5284696"/>
                  <a:ext cx="40575" cy="43959"/>
                </a:xfrm>
                <a:custGeom>
                  <a:avLst/>
                  <a:gdLst>
                    <a:gd name="connsiteX0" fmla="*/ 17145 w 17145"/>
                    <a:gd name="connsiteY0" fmla="*/ 8572 h 17145"/>
                    <a:gd name="connsiteX1" fmla="*/ 8572 w 17145"/>
                    <a:gd name="connsiteY1" fmla="*/ 17145 h 17145"/>
                    <a:gd name="connsiteX2" fmla="*/ 0 w 17145"/>
                    <a:gd name="connsiteY2" fmla="*/ 8572 h 17145"/>
                    <a:gd name="connsiteX3" fmla="*/ 8572 w 17145"/>
                    <a:gd name="connsiteY3" fmla="*/ 0 h 17145"/>
                    <a:gd name="connsiteX4" fmla="*/ 17145 w 17145"/>
                    <a:gd name="connsiteY4" fmla="*/ 8572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17145" y="8572"/>
                      </a:moveTo>
                      <a:cubicBezTo>
                        <a:pt x="17145" y="13307"/>
                        <a:pt x="13307" y="17145"/>
                        <a:pt x="8572" y="17145"/>
                      </a:cubicBezTo>
                      <a:cubicBezTo>
                        <a:pt x="3838" y="17145"/>
                        <a:pt x="0" y="13307"/>
                        <a:pt x="0" y="8572"/>
                      </a:cubicBezTo>
                      <a:cubicBezTo>
                        <a:pt x="0" y="3838"/>
                        <a:pt x="3838" y="0"/>
                        <a:pt x="8572" y="0"/>
                      </a:cubicBezTo>
                      <a:cubicBezTo>
                        <a:pt x="13307" y="0"/>
                        <a:pt x="17145" y="3838"/>
                        <a:pt x="17145" y="857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6" name="Freeform: Shape 935">
                  <a:extLst>
                    <a:ext uri="{FF2B5EF4-FFF2-40B4-BE49-F238E27FC236}">
                      <a16:creationId xmlns:a16="http://schemas.microsoft.com/office/drawing/2014/main" id="{2E467F6D-782A-376A-17C5-9A9FF2F1E90F}"/>
                    </a:ext>
                  </a:extLst>
                </p:cNvPr>
                <p:cNvSpPr/>
                <p:nvPr/>
              </p:nvSpPr>
              <p:spPr>
                <a:xfrm>
                  <a:off x="2305033" y="342374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7" name="Freeform: Shape 936">
                  <a:extLst>
                    <a:ext uri="{FF2B5EF4-FFF2-40B4-BE49-F238E27FC236}">
                      <a16:creationId xmlns:a16="http://schemas.microsoft.com/office/drawing/2014/main" id="{75DB31A9-AFFC-58AF-2BCA-E0B4581BF0FC}"/>
                    </a:ext>
                  </a:extLst>
                </p:cNvPr>
                <p:cNvSpPr/>
                <p:nvPr/>
              </p:nvSpPr>
              <p:spPr>
                <a:xfrm>
                  <a:off x="1594975" y="267643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8" name="Freeform: Shape 937">
                  <a:extLst>
                    <a:ext uri="{FF2B5EF4-FFF2-40B4-BE49-F238E27FC236}">
                      <a16:creationId xmlns:a16="http://schemas.microsoft.com/office/drawing/2014/main" id="{4BA828EC-45DF-8763-9F9A-6519F4AF2109}"/>
                    </a:ext>
                  </a:extLst>
                </p:cNvPr>
                <p:cNvSpPr/>
                <p:nvPr/>
              </p:nvSpPr>
              <p:spPr>
                <a:xfrm>
                  <a:off x="2559751" y="2087869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9" name="Freeform: Shape 938">
                  <a:extLst>
                    <a:ext uri="{FF2B5EF4-FFF2-40B4-BE49-F238E27FC236}">
                      <a16:creationId xmlns:a16="http://schemas.microsoft.com/office/drawing/2014/main" id="{B27B0EC4-E18A-75CA-028B-3D1905A8DF76}"/>
                    </a:ext>
                  </a:extLst>
                </p:cNvPr>
                <p:cNvSpPr/>
                <p:nvPr/>
              </p:nvSpPr>
              <p:spPr>
                <a:xfrm>
                  <a:off x="1915064" y="421257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0" name="Freeform: Shape 939">
                  <a:extLst>
                    <a:ext uri="{FF2B5EF4-FFF2-40B4-BE49-F238E27FC236}">
                      <a16:creationId xmlns:a16="http://schemas.microsoft.com/office/drawing/2014/main" id="{2E5DA0CD-0C6C-7EB0-7318-59016C91CAB6}"/>
                    </a:ext>
                  </a:extLst>
                </p:cNvPr>
                <p:cNvSpPr/>
                <p:nvPr/>
              </p:nvSpPr>
              <p:spPr>
                <a:xfrm>
                  <a:off x="1813629" y="438108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1" name="Freeform: Shape 940">
                  <a:extLst>
                    <a:ext uri="{FF2B5EF4-FFF2-40B4-BE49-F238E27FC236}">
                      <a16:creationId xmlns:a16="http://schemas.microsoft.com/office/drawing/2014/main" id="{237FD9DC-CEDC-41C8-F4F7-A3C49877BF20}"/>
                    </a:ext>
                  </a:extLst>
                </p:cNvPr>
                <p:cNvSpPr/>
                <p:nvPr/>
              </p:nvSpPr>
              <p:spPr>
                <a:xfrm>
                  <a:off x="2131463" y="236139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2" name="Freeform: Shape 941">
                  <a:extLst>
                    <a:ext uri="{FF2B5EF4-FFF2-40B4-BE49-F238E27FC236}">
                      <a16:creationId xmlns:a16="http://schemas.microsoft.com/office/drawing/2014/main" id="{6D035130-FF33-DC85-4788-57A0AFABC034}"/>
                    </a:ext>
                  </a:extLst>
                </p:cNvPr>
                <p:cNvSpPr/>
                <p:nvPr/>
              </p:nvSpPr>
              <p:spPr>
                <a:xfrm>
                  <a:off x="2210359" y="532132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3" name="Freeform: Shape 942">
                  <a:extLst>
                    <a:ext uri="{FF2B5EF4-FFF2-40B4-BE49-F238E27FC236}">
                      <a16:creationId xmlns:a16="http://schemas.microsoft.com/office/drawing/2014/main" id="{697415DC-5EEE-8659-66C6-4272B63B82CC}"/>
                    </a:ext>
                  </a:extLst>
                </p:cNvPr>
                <p:cNvSpPr/>
                <p:nvPr/>
              </p:nvSpPr>
              <p:spPr>
                <a:xfrm>
                  <a:off x="2066091" y="550937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4" name="Freeform: Shape 943">
                  <a:extLst>
                    <a:ext uri="{FF2B5EF4-FFF2-40B4-BE49-F238E27FC236}">
                      <a16:creationId xmlns:a16="http://schemas.microsoft.com/office/drawing/2014/main" id="{D27939D6-E6A4-F1B6-E991-76C89BCB3E41}"/>
                    </a:ext>
                  </a:extLst>
                </p:cNvPr>
                <p:cNvSpPr/>
                <p:nvPr/>
              </p:nvSpPr>
              <p:spPr>
                <a:xfrm>
                  <a:off x="2584545" y="5453206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4763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5" name="Freeform: Shape 944">
                  <a:extLst>
                    <a:ext uri="{FF2B5EF4-FFF2-40B4-BE49-F238E27FC236}">
                      <a16:creationId xmlns:a16="http://schemas.microsoft.com/office/drawing/2014/main" id="{18311137-9D07-0206-6042-B72503AFEA7B}"/>
                    </a:ext>
                  </a:extLst>
                </p:cNvPr>
                <p:cNvSpPr/>
                <p:nvPr/>
              </p:nvSpPr>
              <p:spPr>
                <a:xfrm>
                  <a:off x="2273475" y="5619274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7620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6" name="Freeform: Shape 945">
                  <a:extLst>
                    <a:ext uri="{FF2B5EF4-FFF2-40B4-BE49-F238E27FC236}">
                      <a16:creationId xmlns:a16="http://schemas.microsoft.com/office/drawing/2014/main" id="{74B9CD95-E0D8-E38D-C4C0-5F40DE9ABD0F}"/>
                    </a:ext>
                  </a:extLst>
                </p:cNvPr>
                <p:cNvSpPr/>
                <p:nvPr/>
              </p:nvSpPr>
              <p:spPr>
                <a:xfrm>
                  <a:off x="1746004" y="493546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7" name="Freeform: Shape 946">
                  <a:extLst>
                    <a:ext uri="{FF2B5EF4-FFF2-40B4-BE49-F238E27FC236}">
                      <a16:creationId xmlns:a16="http://schemas.microsoft.com/office/drawing/2014/main" id="{5BEDAE60-CF68-7FBB-2A83-0C5281FB708D}"/>
                    </a:ext>
                  </a:extLst>
                </p:cNvPr>
                <p:cNvSpPr/>
                <p:nvPr/>
              </p:nvSpPr>
              <p:spPr>
                <a:xfrm>
                  <a:off x="1966909" y="549228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8" name="Freeform: Shape 947">
                  <a:extLst>
                    <a:ext uri="{FF2B5EF4-FFF2-40B4-BE49-F238E27FC236}">
                      <a16:creationId xmlns:a16="http://schemas.microsoft.com/office/drawing/2014/main" id="{F410A865-5406-0D1D-3952-67E341C43123}"/>
                    </a:ext>
                  </a:extLst>
                </p:cNvPr>
                <p:cNvSpPr/>
                <p:nvPr/>
              </p:nvSpPr>
              <p:spPr>
                <a:xfrm>
                  <a:off x="2645408" y="351410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9" name="Freeform: Shape 948">
                  <a:extLst>
                    <a:ext uri="{FF2B5EF4-FFF2-40B4-BE49-F238E27FC236}">
                      <a16:creationId xmlns:a16="http://schemas.microsoft.com/office/drawing/2014/main" id="{EC1DC9B9-BB94-D1EC-9707-0771AF3D87F6}"/>
                    </a:ext>
                  </a:extLst>
                </p:cNvPr>
                <p:cNvSpPr/>
                <p:nvPr/>
              </p:nvSpPr>
              <p:spPr>
                <a:xfrm>
                  <a:off x="2018755" y="507466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0" name="Freeform: Shape 949">
                  <a:extLst>
                    <a:ext uri="{FF2B5EF4-FFF2-40B4-BE49-F238E27FC236}">
                      <a16:creationId xmlns:a16="http://schemas.microsoft.com/office/drawing/2014/main" id="{ABD1D435-5BAE-A640-625C-F01CA4FA06E0}"/>
                    </a:ext>
                  </a:extLst>
                </p:cNvPr>
                <p:cNvSpPr/>
                <p:nvPr/>
              </p:nvSpPr>
              <p:spPr>
                <a:xfrm>
                  <a:off x="2196834" y="408558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1" name="Freeform: Shape 950">
                  <a:extLst>
                    <a:ext uri="{FF2B5EF4-FFF2-40B4-BE49-F238E27FC236}">
                      <a16:creationId xmlns:a16="http://schemas.microsoft.com/office/drawing/2014/main" id="{72B0D749-0A5B-DA95-C943-4A4BDAE9C1B6}"/>
                    </a:ext>
                  </a:extLst>
                </p:cNvPr>
                <p:cNvSpPr/>
                <p:nvPr/>
              </p:nvSpPr>
              <p:spPr>
                <a:xfrm>
                  <a:off x="2406253" y="5289580"/>
                  <a:ext cx="67837" cy="73266"/>
                </a:xfrm>
                <a:custGeom>
                  <a:avLst/>
                  <a:gdLst>
                    <a:gd name="connsiteX0" fmla="*/ 14378 w 28665"/>
                    <a:gd name="connsiteY0" fmla="*/ 0 h 28575"/>
                    <a:gd name="connsiteX1" fmla="*/ 28666 w 28665"/>
                    <a:gd name="connsiteY1" fmla="*/ 14288 h 28575"/>
                    <a:gd name="connsiteX2" fmla="*/ 14378 w 28665"/>
                    <a:gd name="connsiteY2" fmla="*/ 28575 h 28575"/>
                    <a:gd name="connsiteX3" fmla="*/ 91 w 28665"/>
                    <a:gd name="connsiteY3" fmla="*/ 14288 h 28575"/>
                    <a:gd name="connsiteX4" fmla="*/ 14378 w 2866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65" h="28575">
                      <a:moveTo>
                        <a:pt x="14378" y="0"/>
                      </a:moveTo>
                      <a:cubicBezTo>
                        <a:pt x="21998" y="0"/>
                        <a:pt x="28666" y="6667"/>
                        <a:pt x="28666" y="14288"/>
                      </a:cubicBezTo>
                      <a:cubicBezTo>
                        <a:pt x="28666" y="21908"/>
                        <a:pt x="21998" y="28575"/>
                        <a:pt x="14378" y="28575"/>
                      </a:cubicBezTo>
                      <a:cubicBezTo>
                        <a:pt x="6758" y="28575"/>
                        <a:pt x="91" y="21908"/>
                        <a:pt x="91" y="14288"/>
                      </a:cubicBezTo>
                      <a:cubicBezTo>
                        <a:pt x="-862" y="5715"/>
                        <a:pt x="5806" y="0"/>
                        <a:pt x="143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2" name="Freeform: Shape 951">
                  <a:extLst>
                    <a:ext uri="{FF2B5EF4-FFF2-40B4-BE49-F238E27FC236}">
                      <a16:creationId xmlns:a16="http://schemas.microsoft.com/office/drawing/2014/main" id="{B7051EE2-71A7-CBDC-72FA-02F0C072C50D}"/>
                    </a:ext>
                  </a:extLst>
                </p:cNvPr>
                <p:cNvSpPr/>
                <p:nvPr/>
              </p:nvSpPr>
              <p:spPr>
                <a:xfrm>
                  <a:off x="2212612" y="492813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3" name="Freeform: Shape 952">
                  <a:extLst>
                    <a:ext uri="{FF2B5EF4-FFF2-40B4-BE49-F238E27FC236}">
                      <a16:creationId xmlns:a16="http://schemas.microsoft.com/office/drawing/2014/main" id="{44A6A8B1-E36C-0CEC-5ED8-23D54CC8B247}"/>
                    </a:ext>
                  </a:extLst>
                </p:cNvPr>
                <p:cNvSpPr/>
                <p:nvPr/>
              </p:nvSpPr>
              <p:spPr>
                <a:xfrm>
                  <a:off x="2248678" y="232476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4" name="Freeform: Shape 953">
                  <a:extLst>
                    <a:ext uri="{FF2B5EF4-FFF2-40B4-BE49-F238E27FC236}">
                      <a16:creationId xmlns:a16="http://schemas.microsoft.com/office/drawing/2014/main" id="{114CB0A3-07EF-19B4-BC94-93FB081BA3EE}"/>
                    </a:ext>
                  </a:extLst>
                </p:cNvPr>
                <p:cNvSpPr/>
                <p:nvPr/>
              </p:nvSpPr>
              <p:spPr>
                <a:xfrm>
                  <a:off x="2800593" y="5353077"/>
                  <a:ext cx="31906" cy="34188"/>
                </a:xfrm>
                <a:custGeom>
                  <a:avLst/>
                  <a:gdLst>
                    <a:gd name="connsiteX0" fmla="*/ 6816 w 13482"/>
                    <a:gd name="connsiteY0" fmla="*/ 0 h 13334"/>
                    <a:gd name="connsiteX1" fmla="*/ 13483 w 13482"/>
                    <a:gd name="connsiteY1" fmla="*/ 6667 h 13334"/>
                    <a:gd name="connsiteX2" fmla="*/ 6816 w 13482"/>
                    <a:gd name="connsiteY2" fmla="*/ 13335 h 13334"/>
                    <a:gd name="connsiteX3" fmla="*/ 148 w 13482"/>
                    <a:gd name="connsiteY3" fmla="*/ 6667 h 13334"/>
                    <a:gd name="connsiteX4" fmla="*/ 6816 w 13482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2" h="13334">
                      <a:moveTo>
                        <a:pt x="6816" y="0"/>
                      </a:moveTo>
                      <a:cubicBezTo>
                        <a:pt x="10626" y="0"/>
                        <a:pt x="13483" y="2857"/>
                        <a:pt x="13483" y="6667"/>
                      </a:cubicBezTo>
                      <a:cubicBezTo>
                        <a:pt x="13483" y="10477"/>
                        <a:pt x="10626" y="13335"/>
                        <a:pt x="6816" y="13335"/>
                      </a:cubicBezTo>
                      <a:cubicBezTo>
                        <a:pt x="3006" y="13335"/>
                        <a:pt x="148" y="10477"/>
                        <a:pt x="148" y="6667"/>
                      </a:cubicBezTo>
                      <a:cubicBezTo>
                        <a:pt x="-805" y="2857"/>
                        <a:pt x="3006" y="0"/>
                        <a:pt x="681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5" name="Freeform: Shape 954">
                  <a:extLst>
                    <a:ext uri="{FF2B5EF4-FFF2-40B4-BE49-F238E27FC236}">
                      <a16:creationId xmlns:a16="http://schemas.microsoft.com/office/drawing/2014/main" id="{B8C1E411-096B-02B3-5741-D0EC0947D5D2}"/>
                    </a:ext>
                  </a:extLst>
                </p:cNvPr>
                <p:cNvSpPr/>
                <p:nvPr/>
              </p:nvSpPr>
              <p:spPr>
                <a:xfrm>
                  <a:off x="2327575" y="4969652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6" name="Freeform: Shape 955">
                  <a:extLst>
                    <a:ext uri="{FF2B5EF4-FFF2-40B4-BE49-F238E27FC236}">
                      <a16:creationId xmlns:a16="http://schemas.microsoft.com/office/drawing/2014/main" id="{F6529133-57A2-704E-2639-86386C5AF189}"/>
                    </a:ext>
                  </a:extLst>
                </p:cNvPr>
                <p:cNvSpPr/>
                <p:nvPr/>
              </p:nvSpPr>
              <p:spPr>
                <a:xfrm>
                  <a:off x="2649671" y="3958586"/>
                  <a:ext cx="54346" cy="58613"/>
                </a:xfrm>
                <a:custGeom>
                  <a:avLst/>
                  <a:gdLst>
                    <a:gd name="connsiteX0" fmla="*/ 11534 w 22964"/>
                    <a:gd name="connsiteY0" fmla="*/ 0 h 22860"/>
                    <a:gd name="connsiteX1" fmla="*/ 22964 w 22964"/>
                    <a:gd name="connsiteY1" fmla="*/ 11430 h 22860"/>
                    <a:gd name="connsiteX2" fmla="*/ 11534 w 22964"/>
                    <a:gd name="connsiteY2" fmla="*/ 22860 h 22860"/>
                    <a:gd name="connsiteX3" fmla="*/ 104 w 22964"/>
                    <a:gd name="connsiteY3" fmla="*/ 11430 h 22860"/>
                    <a:gd name="connsiteX4" fmla="*/ 11534 w 22964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964" h="22860">
                      <a:moveTo>
                        <a:pt x="11534" y="0"/>
                      </a:moveTo>
                      <a:cubicBezTo>
                        <a:pt x="18202" y="0"/>
                        <a:pt x="22964" y="4763"/>
                        <a:pt x="22964" y="11430"/>
                      </a:cubicBezTo>
                      <a:cubicBezTo>
                        <a:pt x="22964" y="18098"/>
                        <a:pt x="18202" y="22860"/>
                        <a:pt x="11534" y="22860"/>
                      </a:cubicBezTo>
                      <a:cubicBezTo>
                        <a:pt x="4867" y="22860"/>
                        <a:pt x="104" y="18098"/>
                        <a:pt x="104" y="11430"/>
                      </a:cubicBezTo>
                      <a:cubicBezTo>
                        <a:pt x="-848" y="5715"/>
                        <a:pt x="4867" y="0"/>
                        <a:pt x="11534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7" name="Freeform: Shape 956">
                  <a:extLst>
                    <a:ext uri="{FF2B5EF4-FFF2-40B4-BE49-F238E27FC236}">
                      <a16:creationId xmlns:a16="http://schemas.microsoft.com/office/drawing/2014/main" id="{B797F54F-3C5D-F163-8697-72319C6B5FA1}"/>
                    </a:ext>
                  </a:extLst>
                </p:cNvPr>
                <p:cNvSpPr/>
                <p:nvPr/>
              </p:nvSpPr>
              <p:spPr>
                <a:xfrm>
                  <a:off x="2302778" y="232476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8" name="Freeform: Shape 957">
                  <a:extLst>
                    <a:ext uri="{FF2B5EF4-FFF2-40B4-BE49-F238E27FC236}">
                      <a16:creationId xmlns:a16="http://schemas.microsoft.com/office/drawing/2014/main" id="{E49B8347-38E4-4DD9-3194-B7BDAA65EB88}"/>
                    </a:ext>
                  </a:extLst>
                </p:cNvPr>
                <p:cNvSpPr/>
                <p:nvPr/>
              </p:nvSpPr>
              <p:spPr>
                <a:xfrm>
                  <a:off x="2812215" y="241512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9" name="Freeform: Shape 958">
                  <a:extLst>
                    <a:ext uri="{FF2B5EF4-FFF2-40B4-BE49-F238E27FC236}">
                      <a16:creationId xmlns:a16="http://schemas.microsoft.com/office/drawing/2014/main" id="{79E796EB-789E-D08D-A663-1ADD3297BD3A}"/>
                    </a:ext>
                  </a:extLst>
                </p:cNvPr>
                <p:cNvSpPr/>
                <p:nvPr/>
              </p:nvSpPr>
              <p:spPr>
                <a:xfrm>
                  <a:off x="2248487" y="2432219"/>
                  <a:ext cx="72322" cy="78150"/>
                </a:xfrm>
                <a:custGeom>
                  <a:avLst/>
                  <a:gdLst>
                    <a:gd name="connsiteX0" fmla="*/ 15321 w 30560"/>
                    <a:gd name="connsiteY0" fmla="*/ 0 h 30480"/>
                    <a:gd name="connsiteX1" fmla="*/ 30561 w 30560"/>
                    <a:gd name="connsiteY1" fmla="*/ 15240 h 30480"/>
                    <a:gd name="connsiteX2" fmla="*/ 15321 w 30560"/>
                    <a:gd name="connsiteY2" fmla="*/ 30480 h 30480"/>
                    <a:gd name="connsiteX3" fmla="*/ 81 w 30560"/>
                    <a:gd name="connsiteY3" fmla="*/ 15240 h 30480"/>
                    <a:gd name="connsiteX4" fmla="*/ 15321 w 3056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80">
                      <a:moveTo>
                        <a:pt x="15321" y="0"/>
                      </a:moveTo>
                      <a:cubicBezTo>
                        <a:pt x="23893" y="0"/>
                        <a:pt x="30561" y="6668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8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0" name="Freeform: Shape 959">
                  <a:extLst>
                    <a:ext uri="{FF2B5EF4-FFF2-40B4-BE49-F238E27FC236}">
                      <a16:creationId xmlns:a16="http://schemas.microsoft.com/office/drawing/2014/main" id="{CFE84C62-3D86-55A1-9975-416701080701}"/>
                    </a:ext>
                  </a:extLst>
                </p:cNvPr>
                <p:cNvSpPr/>
                <p:nvPr/>
              </p:nvSpPr>
              <p:spPr>
                <a:xfrm>
                  <a:off x="2399707" y="222219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1" name="Freeform: Shape 960">
                  <a:extLst>
                    <a:ext uri="{FF2B5EF4-FFF2-40B4-BE49-F238E27FC236}">
                      <a16:creationId xmlns:a16="http://schemas.microsoft.com/office/drawing/2014/main" id="{65D76449-6642-8AE8-13EC-AACACCE602B3}"/>
                    </a:ext>
                  </a:extLst>
                </p:cNvPr>
                <p:cNvSpPr/>
                <p:nvPr/>
              </p:nvSpPr>
              <p:spPr>
                <a:xfrm>
                  <a:off x="2591309" y="262759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6667" y="32385"/>
                        <a:pt x="0" y="25718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2" name="Freeform: Shape 961">
                  <a:extLst>
                    <a:ext uri="{FF2B5EF4-FFF2-40B4-BE49-F238E27FC236}">
                      <a16:creationId xmlns:a16="http://schemas.microsoft.com/office/drawing/2014/main" id="{828A4A4D-FD95-385F-37F6-A6BDFD1C9E3C}"/>
                    </a:ext>
                  </a:extLst>
                </p:cNvPr>
                <p:cNvSpPr/>
                <p:nvPr/>
              </p:nvSpPr>
              <p:spPr>
                <a:xfrm>
                  <a:off x="2713033" y="311358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3" name="Freeform: Shape 962">
                  <a:extLst>
                    <a:ext uri="{FF2B5EF4-FFF2-40B4-BE49-F238E27FC236}">
                      <a16:creationId xmlns:a16="http://schemas.microsoft.com/office/drawing/2014/main" id="{4A419392-1B3F-1B40-9DC1-ADCB7D4E258A}"/>
                    </a:ext>
                  </a:extLst>
                </p:cNvPr>
                <p:cNvSpPr/>
                <p:nvPr/>
              </p:nvSpPr>
              <p:spPr>
                <a:xfrm>
                  <a:off x="2408724" y="3223488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4" name="Freeform: Shape 963">
                  <a:extLst>
                    <a:ext uri="{FF2B5EF4-FFF2-40B4-BE49-F238E27FC236}">
                      <a16:creationId xmlns:a16="http://schemas.microsoft.com/office/drawing/2014/main" id="{74AA9E35-11D6-13B6-076D-FF5EB4AB1C73}"/>
                    </a:ext>
                  </a:extLst>
                </p:cNvPr>
                <p:cNvSpPr/>
                <p:nvPr/>
              </p:nvSpPr>
              <p:spPr>
                <a:xfrm>
                  <a:off x="2354624" y="4415277"/>
                  <a:ext cx="54100" cy="58613"/>
                </a:xfrm>
                <a:custGeom>
                  <a:avLst/>
                  <a:gdLst>
                    <a:gd name="connsiteX0" fmla="*/ 22860 w 22860"/>
                    <a:gd name="connsiteY0" fmla="*/ 11430 h 22860"/>
                    <a:gd name="connsiteX1" fmla="*/ 11430 w 22860"/>
                    <a:gd name="connsiteY1" fmla="*/ 22860 h 22860"/>
                    <a:gd name="connsiteX2" fmla="*/ 0 w 22860"/>
                    <a:gd name="connsiteY2" fmla="*/ 11430 h 22860"/>
                    <a:gd name="connsiteX3" fmla="*/ 11430 w 22860"/>
                    <a:gd name="connsiteY3" fmla="*/ 0 h 22860"/>
                    <a:gd name="connsiteX4" fmla="*/ 22860 w 22860"/>
                    <a:gd name="connsiteY4" fmla="*/ 1143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22860" y="11430"/>
                      </a:moveTo>
                      <a:cubicBezTo>
                        <a:pt x="22860" y="17743"/>
                        <a:pt x="17743" y="22860"/>
                        <a:pt x="11430" y="22860"/>
                      </a:cubicBezTo>
                      <a:cubicBezTo>
                        <a:pt x="5117" y="22860"/>
                        <a:pt x="0" y="17743"/>
                        <a:pt x="0" y="11430"/>
                      </a:cubicBezTo>
                      <a:cubicBezTo>
                        <a:pt x="0" y="5117"/>
                        <a:pt x="5117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5" name="Freeform: Shape 964">
                  <a:extLst>
                    <a:ext uri="{FF2B5EF4-FFF2-40B4-BE49-F238E27FC236}">
                      <a16:creationId xmlns:a16="http://schemas.microsoft.com/office/drawing/2014/main" id="{B814CC5C-B836-2146-655E-D604F3AE1D26}"/>
                    </a:ext>
                  </a:extLst>
                </p:cNvPr>
                <p:cNvSpPr/>
                <p:nvPr/>
              </p:nvSpPr>
              <p:spPr>
                <a:xfrm>
                  <a:off x="2859554" y="3523876"/>
                  <a:ext cx="63114" cy="68381"/>
                </a:xfrm>
                <a:custGeom>
                  <a:avLst/>
                  <a:gdLst>
                    <a:gd name="connsiteX0" fmla="*/ 13335 w 26669"/>
                    <a:gd name="connsiteY0" fmla="*/ 0 h 26670"/>
                    <a:gd name="connsiteX1" fmla="*/ 26670 w 26669"/>
                    <a:gd name="connsiteY1" fmla="*/ 13335 h 26670"/>
                    <a:gd name="connsiteX2" fmla="*/ 13335 w 26669"/>
                    <a:gd name="connsiteY2" fmla="*/ 26670 h 26670"/>
                    <a:gd name="connsiteX3" fmla="*/ 0 w 26669"/>
                    <a:gd name="connsiteY3" fmla="*/ 13335 h 26670"/>
                    <a:gd name="connsiteX4" fmla="*/ 13335 w 26669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6" name="Freeform: Shape 965">
                  <a:extLst>
                    <a:ext uri="{FF2B5EF4-FFF2-40B4-BE49-F238E27FC236}">
                      <a16:creationId xmlns:a16="http://schemas.microsoft.com/office/drawing/2014/main" id="{4D8C9B55-3442-0952-E93A-79FB900F6BEF}"/>
                    </a:ext>
                  </a:extLst>
                </p:cNvPr>
                <p:cNvSpPr/>
                <p:nvPr/>
              </p:nvSpPr>
              <p:spPr>
                <a:xfrm>
                  <a:off x="2253187" y="3028113"/>
                  <a:ext cx="45083" cy="48844"/>
                </a:xfrm>
                <a:custGeom>
                  <a:avLst/>
                  <a:gdLst>
                    <a:gd name="connsiteX0" fmla="*/ 19050 w 19050"/>
                    <a:gd name="connsiteY0" fmla="*/ 9525 h 19050"/>
                    <a:gd name="connsiteX1" fmla="*/ 9525 w 19050"/>
                    <a:gd name="connsiteY1" fmla="*/ 19050 h 19050"/>
                    <a:gd name="connsiteX2" fmla="*/ 0 w 19050"/>
                    <a:gd name="connsiteY2" fmla="*/ 9525 h 19050"/>
                    <a:gd name="connsiteX3" fmla="*/ 9525 w 19050"/>
                    <a:gd name="connsiteY3" fmla="*/ 0 h 19050"/>
                    <a:gd name="connsiteX4" fmla="*/ 19050 w 19050"/>
                    <a:gd name="connsiteY4" fmla="*/ 9525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9050" y="9525"/>
                      </a:moveTo>
                      <a:cubicBezTo>
                        <a:pt x="19050" y="14786"/>
                        <a:pt x="14786" y="19050"/>
                        <a:pt x="9525" y="19050"/>
                      </a:cubicBezTo>
                      <a:cubicBezTo>
                        <a:pt x="4264" y="19050"/>
                        <a:pt x="0" y="14786"/>
                        <a:pt x="0" y="9525"/>
                      </a:cubicBezTo>
                      <a:cubicBezTo>
                        <a:pt x="0" y="4265"/>
                        <a:pt x="4264" y="0"/>
                        <a:pt x="9525" y="0"/>
                      </a:cubicBezTo>
                      <a:cubicBezTo>
                        <a:pt x="14786" y="0"/>
                        <a:pt x="19050" y="4265"/>
                        <a:pt x="19050" y="952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7" name="Freeform: Shape 966">
                  <a:extLst>
                    <a:ext uri="{FF2B5EF4-FFF2-40B4-BE49-F238E27FC236}">
                      <a16:creationId xmlns:a16="http://schemas.microsoft.com/office/drawing/2014/main" id="{10C00447-6505-13BE-8D30-4DB04F421FBD}"/>
                    </a:ext>
                  </a:extLst>
                </p:cNvPr>
                <p:cNvSpPr/>
                <p:nvPr/>
              </p:nvSpPr>
              <p:spPr>
                <a:xfrm>
                  <a:off x="2072855" y="227591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8" name="Freeform: Shape 967">
                  <a:extLst>
                    <a:ext uri="{FF2B5EF4-FFF2-40B4-BE49-F238E27FC236}">
                      <a16:creationId xmlns:a16="http://schemas.microsoft.com/office/drawing/2014/main" id="{9A13E804-D8EB-732A-33B0-0F5CB3AA71FD}"/>
                    </a:ext>
                  </a:extLst>
                </p:cNvPr>
                <p:cNvSpPr/>
                <p:nvPr/>
              </p:nvSpPr>
              <p:spPr>
                <a:xfrm>
                  <a:off x="2386183" y="4322473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6667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9" name="Freeform: Shape 968">
                  <a:extLst>
                    <a:ext uri="{FF2B5EF4-FFF2-40B4-BE49-F238E27FC236}">
                      <a16:creationId xmlns:a16="http://schemas.microsoft.com/office/drawing/2014/main" id="{85E666BF-9D02-5439-0BE0-E43D9C053B44}"/>
                    </a:ext>
                  </a:extLst>
                </p:cNvPr>
                <p:cNvSpPr/>
                <p:nvPr/>
              </p:nvSpPr>
              <p:spPr>
                <a:xfrm>
                  <a:off x="1752766" y="5462974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0" name="Freeform: Shape 969">
                  <a:extLst>
                    <a:ext uri="{FF2B5EF4-FFF2-40B4-BE49-F238E27FC236}">
                      <a16:creationId xmlns:a16="http://schemas.microsoft.com/office/drawing/2014/main" id="{A3707649-3F9F-42CC-64F8-BDF8184F3424}"/>
                    </a:ext>
                  </a:extLst>
                </p:cNvPr>
                <p:cNvSpPr/>
                <p:nvPr/>
              </p:nvSpPr>
              <p:spPr>
                <a:xfrm>
                  <a:off x="1651330" y="544099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1" name="Freeform: Shape 970">
                  <a:extLst>
                    <a:ext uri="{FF2B5EF4-FFF2-40B4-BE49-F238E27FC236}">
                      <a16:creationId xmlns:a16="http://schemas.microsoft.com/office/drawing/2014/main" id="{9867BE01-0FAA-ED95-7DC5-C3BB047F8663}"/>
                    </a:ext>
                  </a:extLst>
                </p:cNvPr>
                <p:cNvSpPr/>
                <p:nvPr/>
              </p:nvSpPr>
              <p:spPr>
                <a:xfrm>
                  <a:off x="2444790" y="4298052"/>
                  <a:ext cx="54100" cy="58613"/>
                </a:xfrm>
                <a:custGeom>
                  <a:avLst/>
                  <a:gdLst>
                    <a:gd name="connsiteX0" fmla="*/ 22860 w 22860"/>
                    <a:gd name="connsiteY0" fmla="*/ 11430 h 22860"/>
                    <a:gd name="connsiteX1" fmla="*/ 11430 w 22860"/>
                    <a:gd name="connsiteY1" fmla="*/ 22860 h 22860"/>
                    <a:gd name="connsiteX2" fmla="*/ 0 w 22860"/>
                    <a:gd name="connsiteY2" fmla="*/ 11430 h 22860"/>
                    <a:gd name="connsiteX3" fmla="*/ 11430 w 22860"/>
                    <a:gd name="connsiteY3" fmla="*/ 0 h 22860"/>
                    <a:gd name="connsiteX4" fmla="*/ 22860 w 22860"/>
                    <a:gd name="connsiteY4" fmla="*/ 1143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22860" y="11430"/>
                      </a:moveTo>
                      <a:cubicBezTo>
                        <a:pt x="22860" y="17743"/>
                        <a:pt x="17743" y="22860"/>
                        <a:pt x="11430" y="22860"/>
                      </a:cubicBezTo>
                      <a:cubicBezTo>
                        <a:pt x="5117" y="22860"/>
                        <a:pt x="0" y="17743"/>
                        <a:pt x="0" y="11430"/>
                      </a:cubicBezTo>
                      <a:cubicBezTo>
                        <a:pt x="0" y="5117"/>
                        <a:pt x="5117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2" name="Freeform: Shape 971">
                  <a:extLst>
                    <a:ext uri="{FF2B5EF4-FFF2-40B4-BE49-F238E27FC236}">
                      <a16:creationId xmlns:a16="http://schemas.microsoft.com/office/drawing/2014/main" id="{1631F5FF-9A54-3D1D-8A95-3822AEBC7E2A}"/>
                    </a:ext>
                  </a:extLst>
                </p:cNvPr>
                <p:cNvSpPr/>
                <p:nvPr/>
              </p:nvSpPr>
              <p:spPr>
                <a:xfrm>
                  <a:off x="2855045" y="3404210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7 w 28575"/>
                    <a:gd name="connsiteY1" fmla="*/ 28575 h 28575"/>
                    <a:gd name="connsiteX2" fmla="*/ 0 w 28575"/>
                    <a:gd name="connsiteY2" fmla="*/ 14288 h 28575"/>
                    <a:gd name="connsiteX3" fmla="*/ 14287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7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7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3" name="Freeform: Shape 972">
                  <a:extLst>
                    <a:ext uri="{FF2B5EF4-FFF2-40B4-BE49-F238E27FC236}">
                      <a16:creationId xmlns:a16="http://schemas.microsoft.com/office/drawing/2014/main" id="{CF0AEBB9-5549-207B-102F-5D755969874F}"/>
                    </a:ext>
                  </a:extLst>
                </p:cNvPr>
                <p:cNvSpPr/>
                <p:nvPr/>
              </p:nvSpPr>
              <p:spPr>
                <a:xfrm>
                  <a:off x="1689649" y="534330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4" name="Freeform: Shape 973">
                  <a:extLst>
                    <a:ext uri="{FF2B5EF4-FFF2-40B4-BE49-F238E27FC236}">
                      <a16:creationId xmlns:a16="http://schemas.microsoft.com/office/drawing/2014/main" id="{3466C05C-C890-E527-E4CD-F369B09604A9}"/>
                    </a:ext>
                  </a:extLst>
                </p:cNvPr>
                <p:cNvSpPr/>
                <p:nvPr/>
              </p:nvSpPr>
              <p:spPr>
                <a:xfrm>
                  <a:off x="2798691" y="329919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5" name="Freeform: Shape 974">
                  <a:extLst>
                    <a:ext uri="{FF2B5EF4-FFF2-40B4-BE49-F238E27FC236}">
                      <a16:creationId xmlns:a16="http://schemas.microsoft.com/office/drawing/2014/main" id="{4A67C395-8956-4D8E-453C-B1D9396D595C}"/>
                    </a:ext>
                  </a:extLst>
                </p:cNvPr>
                <p:cNvSpPr/>
                <p:nvPr/>
              </p:nvSpPr>
              <p:spPr>
                <a:xfrm>
                  <a:off x="2514668" y="204391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6" name="Freeform: Shape 975">
                  <a:extLst>
                    <a:ext uri="{FF2B5EF4-FFF2-40B4-BE49-F238E27FC236}">
                      <a16:creationId xmlns:a16="http://schemas.microsoft.com/office/drawing/2014/main" id="{3FC7A57B-50DE-7489-CBFA-80E4D477F8B9}"/>
                    </a:ext>
                  </a:extLst>
                </p:cNvPr>
                <p:cNvSpPr/>
                <p:nvPr/>
              </p:nvSpPr>
              <p:spPr>
                <a:xfrm>
                  <a:off x="1980436" y="380717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7" name="Freeform: Shape 976">
                  <a:extLst>
                    <a:ext uri="{FF2B5EF4-FFF2-40B4-BE49-F238E27FC236}">
                      <a16:creationId xmlns:a16="http://schemas.microsoft.com/office/drawing/2014/main" id="{1106E0AC-9AF5-345C-FE0C-164C461D65FA}"/>
                    </a:ext>
                  </a:extLst>
                </p:cNvPr>
                <p:cNvSpPr/>
                <p:nvPr/>
              </p:nvSpPr>
              <p:spPr>
                <a:xfrm>
                  <a:off x="2221629" y="550449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8" name="Freeform: Shape 977">
                  <a:extLst>
                    <a:ext uri="{FF2B5EF4-FFF2-40B4-BE49-F238E27FC236}">
                      <a16:creationId xmlns:a16="http://schemas.microsoft.com/office/drawing/2014/main" id="{D429044B-3E3A-661C-3366-5D9458E94AB9}"/>
                    </a:ext>
                  </a:extLst>
                </p:cNvPr>
                <p:cNvSpPr/>
                <p:nvPr/>
              </p:nvSpPr>
              <p:spPr>
                <a:xfrm>
                  <a:off x="1969164" y="5199218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9" name="Freeform: Shape 978">
                  <a:extLst>
                    <a:ext uri="{FF2B5EF4-FFF2-40B4-BE49-F238E27FC236}">
                      <a16:creationId xmlns:a16="http://schemas.microsoft.com/office/drawing/2014/main" id="{34BF2004-EA26-C6D6-DC22-975985366259}"/>
                    </a:ext>
                  </a:extLst>
                </p:cNvPr>
                <p:cNvSpPr/>
                <p:nvPr/>
              </p:nvSpPr>
              <p:spPr>
                <a:xfrm>
                  <a:off x="2298270" y="543366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0" name="Freeform: Shape 979">
                  <a:extLst>
                    <a:ext uri="{FF2B5EF4-FFF2-40B4-BE49-F238E27FC236}">
                      <a16:creationId xmlns:a16="http://schemas.microsoft.com/office/drawing/2014/main" id="{F434FBE6-D68D-43D0-B507-228F4EDB28B4}"/>
                    </a:ext>
                  </a:extLst>
                </p:cNvPr>
                <p:cNvSpPr/>
                <p:nvPr/>
              </p:nvSpPr>
              <p:spPr>
                <a:xfrm>
                  <a:off x="2767133" y="4989190"/>
                  <a:ext cx="31558" cy="34188"/>
                </a:xfrm>
                <a:custGeom>
                  <a:avLst/>
                  <a:gdLst>
                    <a:gd name="connsiteX0" fmla="*/ 13335 w 13335"/>
                    <a:gd name="connsiteY0" fmla="*/ 6667 h 13334"/>
                    <a:gd name="connsiteX1" fmla="*/ 6668 w 13335"/>
                    <a:gd name="connsiteY1" fmla="*/ 13335 h 13334"/>
                    <a:gd name="connsiteX2" fmla="*/ 0 w 13335"/>
                    <a:gd name="connsiteY2" fmla="*/ 6667 h 13334"/>
                    <a:gd name="connsiteX3" fmla="*/ 6668 w 13335"/>
                    <a:gd name="connsiteY3" fmla="*/ 0 h 13334"/>
                    <a:gd name="connsiteX4" fmla="*/ 13335 w 13335"/>
                    <a:gd name="connsiteY4" fmla="*/ 6667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13335" y="6667"/>
                      </a:moveTo>
                      <a:cubicBezTo>
                        <a:pt x="13335" y="10350"/>
                        <a:pt x="10350" y="13335"/>
                        <a:pt x="6668" y="13335"/>
                      </a:cubicBezTo>
                      <a:cubicBezTo>
                        <a:pt x="2985" y="13335"/>
                        <a:pt x="0" y="10350"/>
                        <a:pt x="0" y="6667"/>
                      </a:cubicBezTo>
                      <a:cubicBezTo>
                        <a:pt x="0" y="2985"/>
                        <a:pt x="2985" y="0"/>
                        <a:pt x="6668" y="0"/>
                      </a:cubicBezTo>
                      <a:cubicBezTo>
                        <a:pt x="10350" y="0"/>
                        <a:pt x="13335" y="2985"/>
                        <a:pt x="13335" y="66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1" name="Freeform: Shape 980">
                  <a:extLst>
                    <a:ext uri="{FF2B5EF4-FFF2-40B4-BE49-F238E27FC236}">
                      <a16:creationId xmlns:a16="http://schemas.microsoft.com/office/drawing/2014/main" id="{F82221AC-590D-9752-05FD-E8DA410F0689}"/>
                    </a:ext>
                  </a:extLst>
                </p:cNvPr>
                <p:cNvSpPr/>
                <p:nvPr/>
              </p:nvSpPr>
              <p:spPr>
                <a:xfrm>
                  <a:off x="2379419" y="212206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2" name="Freeform: Shape 981">
                  <a:extLst>
                    <a:ext uri="{FF2B5EF4-FFF2-40B4-BE49-F238E27FC236}">
                      <a16:creationId xmlns:a16="http://schemas.microsoft.com/office/drawing/2014/main" id="{196BDB9A-40B3-603F-09C4-F4D65DB5E3BE}"/>
                    </a:ext>
                  </a:extLst>
                </p:cNvPr>
                <p:cNvSpPr/>
                <p:nvPr/>
              </p:nvSpPr>
              <p:spPr>
                <a:xfrm>
                  <a:off x="2284745" y="416128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3" name="Freeform: Shape 982">
                  <a:extLst>
                    <a:ext uri="{FF2B5EF4-FFF2-40B4-BE49-F238E27FC236}">
                      <a16:creationId xmlns:a16="http://schemas.microsoft.com/office/drawing/2014/main" id="{639A0BD0-A8C8-F621-F23B-36C83F42EB9B}"/>
                    </a:ext>
                  </a:extLst>
                </p:cNvPr>
                <p:cNvSpPr/>
                <p:nvPr/>
              </p:nvSpPr>
              <p:spPr>
                <a:xfrm>
                  <a:off x="1881253" y="402208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4" name="Freeform: Shape 983">
                  <a:extLst>
                    <a:ext uri="{FF2B5EF4-FFF2-40B4-BE49-F238E27FC236}">
                      <a16:creationId xmlns:a16="http://schemas.microsoft.com/office/drawing/2014/main" id="{A9C474AD-5505-D487-FDB7-C2F5DC1DA7CD}"/>
                    </a:ext>
                  </a:extLst>
                </p:cNvPr>
                <p:cNvSpPr/>
                <p:nvPr/>
              </p:nvSpPr>
              <p:spPr>
                <a:xfrm>
                  <a:off x="2323066" y="220997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5" name="Freeform: Shape 984">
                  <a:extLst>
                    <a:ext uri="{FF2B5EF4-FFF2-40B4-BE49-F238E27FC236}">
                      <a16:creationId xmlns:a16="http://schemas.microsoft.com/office/drawing/2014/main" id="{0CF78680-4FA8-5730-75F8-81665FAED5E2}"/>
                    </a:ext>
                  </a:extLst>
                </p:cNvPr>
                <p:cNvSpPr/>
                <p:nvPr/>
              </p:nvSpPr>
              <p:spPr>
                <a:xfrm>
                  <a:off x="2839265" y="250792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6" name="Freeform: Shape 985">
                  <a:extLst>
                    <a:ext uri="{FF2B5EF4-FFF2-40B4-BE49-F238E27FC236}">
                      <a16:creationId xmlns:a16="http://schemas.microsoft.com/office/drawing/2014/main" id="{0627059C-BA93-AC65-9CCA-524D204AC28F}"/>
                    </a:ext>
                  </a:extLst>
                </p:cNvPr>
                <p:cNvSpPr/>
                <p:nvPr/>
              </p:nvSpPr>
              <p:spPr>
                <a:xfrm>
                  <a:off x="2104413" y="514060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7" name="Freeform: Shape 986">
                  <a:extLst>
                    <a:ext uri="{FF2B5EF4-FFF2-40B4-BE49-F238E27FC236}">
                      <a16:creationId xmlns:a16="http://schemas.microsoft.com/office/drawing/2014/main" id="{B60DE488-607B-9184-4817-0AFCAB8B4117}"/>
                    </a:ext>
                  </a:extLst>
                </p:cNvPr>
                <p:cNvSpPr/>
                <p:nvPr/>
              </p:nvSpPr>
              <p:spPr>
                <a:xfrm>
                  <a:off x="2126954" y="432979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8" name="Freeform: Shape 987">
                  <a:extLst>
                    <a:ext uri="{FF2B5EF4-FFF2-40B4-BE49-F238E27FC236}">
                      <a16:creationId xmlns:a16="http://schemas.microsoft.com/office/drawing/2014/main" id="{7AB19C4A-BD0F-EACD-998C-467D1937E44E}"/>
                    </a:ext>
                  </a:extLst>
                </p:cNvPr>
                <p:cNvSpPr/>
                <p:nvPr/>
              </p:nvSpPr>
              <p:spPr>
                <a:xfrm>
                  <a:off x="2584548" y="257875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9" name="Freeform: Shape 988">
                  <a:extLst>
                    <a:ext uri="{FF2B5EF4-FFF2-40B4-BE49-F238E27FC236}">
                      <a16:creationId xmlns:a16="http://schemas.microsoft.com/office/drawing/2014/main" id="{DA2648D6-4E09-2D1A-B218-CB31874EEFDB}"/>
                    </a:ext>
                  </a:extLst>
                </p:cNvPr>
                <p:cNvSpPr/>
                <p:nvPr/>
              </p:nvSpPr>
              <p:spPr>
                <a:xfrm>
                  <a:off x="2102160" y="347259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0" name="Freeform: Shape 989">
                  <a:extLst>
                    <a:ext uri="{FF2B5EF4-FFF2-40B4-BE49-F238E27FC236}">
                      <a16:creationId xmlns:a16="http://schemas.microsoft.com/office/drawing/2014/main" id="{F788CDD8-B863-F1D3-6DD3-EEFEB1A6A0C6}"/>
                    </a:ext>
                  </a:extLst>
                </p:cNvPr>
                <p:cNvSpPr/>
                <p:nvPr/>
              </p:nvSpPr>
              <p:spPr>
                <a:xfrm>
                  <a:off x="2855043" y="279366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1" name="Freeform: Shape 990">
                  <a:extLst>
                    <a:ext uri="{FF2B5EF4-FFF2-40B4-BE49-F238E27FC236}">
                      <a16:creationId xmlns:a16="http://schemas.microsoft.com/office/drawing/2014/main" id="{D008885E-B8AB-F305-1912-0830E1EB7FD0}"/>
                    </a:ext>
                  </a:extLst>
                </p:cNvPr>
                <p:cNvSpPr/>
                <p:nvPr/>
              </p:nvSpPr>
              <p:spPr>
                <a:xfrm>
                  <a:off x="1768546" y="507954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2" name="Freeform: Shape 991">
                  <a:extLst>
                    <a:ext uri="{FF2B5EF4-FFF2-40B4-BE49-F238E27FC236}">
                      <a16:creationId xmlns:a16="http://schemas.microsoft.com/office/drawing/2014/main" id="{4668AD77-BEBB-CA3B-D1FE-C6F1F4A43197}"/>
                    </a:ext>
                  </a:extLst>
                </p:cNvPr>
                <p:cNvSpPr/>
                <p:nvPr/>
              </p:nvSpPr>
              <p:spPr>
                <a:xfrm>
                  <a:off x="1660347" y="5218756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3" name="Freeform: Shape 992">
                  <a:extLst>
                    <a:ext uri="{FF2B5EF4-FFF2-40B4-BE49-F238E27FC236}">
                      <a16:creationId xmlns:a16="http://schemas.microsoft.com/office/drawing/2014/main" id="{2EB40B22-C27C-00AE-DDCE-CE8C5052994E}"/>
                    </a:ext>
                  </a:extLst>
                </p:cNvPr>
                <p:cNvSpPr/>
                <p:nvPr/>
              </p:nvSpPr>
              <p:spPr>
                <a:xfrm>
                  <a:off x="2397452" y="338467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4" name="Freeform: Shape 993">
                  <a:extLst>
                    <a:ext uri="{FF2B5EF4-FFF2-40B4-BE49-F238E27FC236}">
                      <a16:creationId xmlns:a16="http://schemas.microsoft.com/office/drawing/2014/main" id="{2A0632E9-7BCC-CA4B-5631-36A296F7B953}"/>
                    </a:ext>
                  </a:extLst>
                </p:cNvPr>
                <p:cNvSpPr/>
                <p:nvPr/>
              </p:nvSpPr>
              <p:spPr>
                <a:xfrm>
                  <a:off x="2230645" y="237848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5" name="Freeform: Shape 994">
                  <a:extLst>
                    <a:ext uri="{FF2B5EF4-FFF2-40B4-BE49-F238E27FC236}">
                      <a16:creationId xmlns:a16="http://schemas.microsoft.com/office/drawing/2014/main" id="{694345BD-6153-9508-2DF4-DA5C5A9CF09C}"/>
                    </a:ext>
                  </a:extLst>
                </p:cNvPr>
                <p:cNvSpPr/>
                <p:nvPr/>
              </p:nvSpPr>
              <p:spPr>
                <a:xfrm>
                  <a:off x="1687396" y="506001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6" name="Freeform: Shape 995">
                  <a:extLst>
                    <a:ext uri="{FF2B5EF4-FFF2-40B4-BE49-F238E27FC236}">
                      <a16:creationId xmlns:a16="http://schemas.microsoft.com/office/drawing/2014/main" id="{03734735-CDBE-688D-A507-AF7576DAFA4D}"/>
                    </a:ext>
                  </a:extLst>
                </p:cNvPr>
                <p:cNvSpPr/>
                <p:nvPr/>
              </p:nvSpPr>
              <p:spPr>
                <a:xfrm>
                  <a:off x="2268964" y="345793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7" name="Freeform: Shape 996">
                  <a:extLst>
                    <a:ext uri="{FF2B5EF4-FFF2-40B4-BE49-F238E27FC236}">
                      <a16:creationId xmlns:a16="http://schemas.microsoft.com/office/drawing/2014/main" id="{CD9EF872-F55E-3DD7-8714-1F78C01608ED}"/>
                    </a:ext>
                  </a:extLst>
                </p:cNvPr>
                <p:cNvSpPr/>
                <p:nvPr/>
              </p:nvSpPr>
              <p:spPr>
                <a:xfrm>
                  <a:off x="2577538" y="1853419"/>
                  <a:ext cx="58852" cy="63497"/>
                </a:xfrm>
                <a:custGeom>
                  <a:avLst/>
                  <a:gdLst>
                    <a:gd name="connsiteX0" fmla="*/ 12486 w 24868"/>
                    <a:gd name="connsiteY0" fmla="*/ 0 h 24765"/>
                    <a:gd name="connsiteX1" fmla="*/ 24869 w 24868"/>
                    <a:gd name="connsiteY1" fmla="*/ 12383 h 24765"/>
                    <a:gd name="connsiteX2" fmla="*/ 12486 w 24868"/>
                    <a:gd name="connsiteY2" fmla="*/ 24765 h 24765"/>
                    <a:gd name="connsiteX3" fmla="*/ 104 w 24868"/>
                    <a:gd name="connsiteY3" fmla="*/ 12383 h 24765"/>
                    <a:gd name="connsiteX4" fmla="*/ 12486 w 24868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868" h="24765">
                      <a:moveTo>
                        <a:pt x="12486" y="0"/>
                      </a:moveTo>
                      <a:cubicBezTo>
                        <a:pt x="19154" y="0"/>
                        <a:pt x="24869" y="5715"/>
                        <a:pt x="24869" y="12383"/>
                      </a:cubicBezTo>
                      <a:cubicBezTo>
                        <a:pt x="24869" y="19050"/>
                        <a:pt x="19154" y="24765"/>
                        <a:pt x="12486" y="24765"/>
                      </a:cubicBezTo>
                      <a:cubicBezTo>
                        <a:pt x="5819" y="24765"/>
                        <a:pt x="104" y="19050"/>
                        <a:pt x="104" y="12383"/>
                      </a:cubicBezTo>
                      <a:cubicBezTo>
                        <a:pt x="-849" y="5715"/>
                        <a:pt x="4866" y="0"/>
                        <a:pt x="1248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8" name="Freeform: Shape 997">
                  <a:extLst>
                    <a:ext uri="{FF2B5EF4-FFF2-40B4-BE49-F238E27FC236}">
                      <a16:creationId xmlns:a16="http://schemas.microsoft.com/office/drawing/2014/main" id="{3D1AD1E4-35E0-110A-8DB3-E8A016E36A70}"/>
                    </a:ext>
                  </a:extLst>
                </p:cNvPr>
                <p:cNvSpPr/>
                <p:nvPr/>
              </p:nvSpPr>
              <p:spPr>
                <a:xfrm>
                  <a:off x="2816724" y="3570277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9" name="Freeform: Shape 998">
                  <a:extLst>
                    <a:ext uri="{FF2B5EF4-FFF2-40B4-BE49-F238E27FC236}">
                      <a16:creationId xmlns:a16="http://schemas.microsoft.com/office/drawing/2014/main" id="{BA3299D8-E4AE-5005-D5C6-EA0A63ACD45E}"/>
                    </a:ext>
                  </a:extLst>
                </p:cNvPr>
                <p:cNvSpPr/>
                <p:nvPr/>
              </p:nvSpPr>
              <p:spPr>
                <a:xfrm>
                  <a:off x="1631042" y="4251649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0" name="Freeform: Shape 999">
                  <a:extLst>
                    <a:ext uri="{FF2B5EF4-FFF2-40B4-BE49-F238E27FC236}">
                      <a16:creationId xmlns:a16="http://schemas.microsoft.com/office/drawing/2014/main" id="{4A8DADCA-47F4-F49C-95CE-7770CC0012BE}"/>
                    </a:ext>
                  </a:extLst>
                </p:cNvPr>
                <p:cNvSpPr/>
                <p:nvPr/>
              </p:nvSpPr>
              <p:spPr>
                <a:xfrm>
                  <a:off x="1707683" y="522852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1" name="Freeform: Shape 1000">
                  <a:extLst>
                    <a:ext uri="{FF2B5EF4-FFF2-40B4-BE49-F238E27FC236}">
                      <a16:creationId xmlns:a16="http://schemas.microsoft.com/office/drawing/2014/main" id="{AB936CD8-0CFD-40F9-4B61-CCB7F3B57B2C}"/>
                    </a:ext>
                  </a:extLst>
                </p:cNvPr>
                <p:cNvSpPr/>
                <p:nvPr/>
              </p:nvSpPr>
              <p:spPr>
                <a:xfrm>
                  <a:off x="2589056" y="3020785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2" name="Freeform: Shape 1001">
                  <a:extLst>
                    <a:ext uri="{FF2B5EF4-FFF2-40B4-BE49-F238E27FC236}">
                      <a16:creationId xmlns:a16="http://schemas.microsoft.com/office/drawing/2014/main" id="{F7B0A8E9-B782-A773-DD86-ED0328995EBF}"/>
                    </a:ext>
                  </a:extLst>
                </p:cNvPr>
                <p:cNvSpPr/>
                <p:nvPr/>
              </p:nvSpPr>
              <p:spPr>
                <a:xfrm>
                  <a:off x="1849695" y="544588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3" name="Freeform: Shape 1002">
                  <a:extLst>
                    <a:ext uri="{FF2B5EF4-FFF2-40B4-BE49-F238E27FC236}">
                      <a16:creationId xmlns:a16="http://schemas.microsoft.com/office/drawing/2014/main" id="{C7AD0B5C-878E-B55C-81A0-7A7B948EC513}"/>
                    </a:ext>
                  </a:extLst>
                </p:cNvPr>
                <p:cNvSpPr/>
                <p:nvPr/>
              </p:nvSpPr>
              <p:spPr>
                <a:xfrm>
                  <a:off x="2424502" y="359469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4" name="Freeform: Shape 1003">
                  <a:extLst>
                    <a:ext uri="{FF2B5EF4-FFF2-40B4-BE49-F238E27FC236}">
                      <a16:creationId xmlns:a16="http://schemas.microsoft.com/office/drawing/2014/main" id="{68D0902F-FD87-7A1A-4127-E28E50BF6A40}"/>
                    </a:ext>
                  </a:extLst>
                </p:cNvPr>
                <p:cNvSpPr/>
                <p:nvPr/>
              </p:nvSpPr>
              <p:spPr>
                <a:xfrm>
                  <a:off x="1960147" y="388776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5" name="Freeform: Shape 1004">
                  <a:extLst>
                    <a:ext uri="{FF2B5EF4-FFF2-40B4-BE49-F238E27FC236}">
                      <a16:creationId xmlns:a16="http://schemas.microsoft.com/office/drawing/2014/main" id="{9D6C9A4E-0CD8-1ADF-28EE-243DF2DA8AA0}"/>
                    </a:ext>
                  </a:extLst>
                </p:cNvPr>
                <p:cNvSpPr/>
                <p:nvPr/>
              </p:nvSpPr>
              <p:spPr>
                <a:xfrm>
                  <a:off x="2498890" y="5248062"/>
                  <a:ext cx="58605" cy="63494"/>
                </a:xfrm>
                <a:custGeom>
                  <a:avLst/>
                  <a:gdLst>
                    <a:gd name="connsiteX0" fmla="*/ 12382 w 24764"/>
                    <a:gd name="connsiteY0" fmla="*/ 0 h 24764"/>
                    <a:gd name="connsiteX1" fmla="*/ 24765 w 24764"/>
                    <a:gd name="connsiteY1" fmla="*/ 12383 h 24764"/>
                    <a:gd name="connsiteX2" fmla="*/ 12382 w 24764"/>
                    <a:gd name="connsiteY2" fmla="*/ 24765 h 24764"/>
                    <a:gd name="connsiteX3" fmla="*/ 0 w 24764"/>
                    <a:gd name="connsiteY3" fmla="*/ 12383 h 24764"/>
                    <a:gd name="connsiteX4" fmla="*/ 12382 w 24764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4763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6" name="Freeform: Shape 1005">
                  <a:extLst>
                    <a:ext uri="{FF2B5EF4-FFF2-40B4-BE49-F238E27FC236}">
                      <a16:creationId xmlns:a16="http://schemas.microsoft.com/office/drawing/2014/main" id="{6904B0BC-1FF3-8C12-E886-047504D477EB}"/>
                    </a:ext>
                  </a:extLst>
                </p:cNvPr>
                <p:cNvSpPr/>
                <p:nvPr/>
              </p:nvSpPr>
              <p:spPr>
                <a:xfrm>
                  <a:off x="2708525" y="299636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7" name="Freeform: Shape 1006">
                  <a:extLst>
                    <a:ext uri="{FF2B5EF4-FFF2-40B4-BE49-F238E27FC236}">
                      <a16:creationId xmlns:a16="http://schemas.microsoft.com/office/drawing/2014/main" id="{28214BED-1EC7-EE75-B7BA-EC0BB2D5EA1B}"/>
                    </a:ext>
                  </a:extLst>
                </p:cNvPr>
                <p:cNvSpPr/>
                <p:nvPr/>
              </p:nvSpPr>
              <p:spPr>
                <a:xfrm>
                  <a:off x="2275728" y="254211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8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8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8" name="Freeform: Shape 1007">
                  <a:extLst>
                    <a:ext uri="{FF2B5EF4-FFF2-40B4-BE49-F238E27FC236}">
                      <a16:creationId xmlns:a16="http://schemas.microsoft.com/office/drawing/2014/main" id="{85E9669B-BF6C-5F23-B3D0-6AEE2EC7B6C0}"/>
                    </a:ext>
                  </a:extLst>
                </p:cNvPr>
                <p:cNvSpPr/>
                <p:nvPr/>
              </p:nvSpPr>
              <p:spPr>
                <a:xfrm>
                  <a:off x="2573276" y="266911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9" name="Freeform: Shape 1008">
                  <a:extLst>
                    <a:ext uri="{FF2B5EF4-FFF2-40B4-BE49-F238E27FC236}">
                      <a16:creationId xmlns:a16="http://schemas.microsoft.com/office/drawing/2014/main" id="{4A31FFEA-D26F-8CD5-E836-440921C5BBA4}"/>
                    </a:ext>
                  </a:extLst>
                </p:cNvPr>
                <p:cNvSpPr/>
                <p:nvPr/>
              </p:nvSpPr>
              <p:spPr>
                <a:xfrm>
                  <a:off x="2374911" y="190959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0" name="Freeform: Shape 1009">
                  <a:extLst>
                    <a:ext uri="{FF2B5EF4-FFF2-40B4-BE49-F238E27FC236}">
                      <a16:creationId xmlns:a16="http://schemas.microsoft.com/office/drawing/2014/main" id="{90DDEA21-4919-A917-0BC5-5D67D20BF674}"/>
                    </a:ext>
                  </a:extLst>
                </p:cNvPr>
                <p:cNvSpPr/>
                <p:nvPr/>
              </p:nvSpPr>
              <p:spPr>
                <a:xfrm>
                  <a:off x="2271220" y="409534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1" name="Freeform: Shape 1010">
                  <a:extLst>
                    <a:ext uri="{FF2B5EF4-FFF2-40B4-BE49-F238E27FC236}">
                      <a16:creationId xmlns:a16="http://schemas.microsoft.com/office/drawing/2014/main" id="{E2B33533-4E0A-8FCD-F0F4-EC4BC68D3409}"/>
                    </a:ext>
                  </a:extLst>
                </p:cNvPr>
                <p:cNvSpPr/>
                <p:nvPr/>
              </p:nvSpPr>
              <p:spPr>
                <a:xfrm>
                  <a:off x="1691905" y="5392152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2" name="Freeform: Shape 1011">
                  <a:extLst>
                    <a:ext uri="{FF2B5EF4-FFF2-40B4-BE49-F238E27FC236}">
                      <a16:creationId xmlns:a16="http://schemas.microsoft.com/office/drawing/2014/main" id="{B07C614E-627B-FB06-1902-34F2E8E3E373}"/>
                    </a:ext>
                  </a:extLst>
                </p:cNvPr>
                <p:cNvSpPr/>
                <p:nvPr/>
              </p:nvSpPr>
              <p:spPr>
                <a:xfrm>
                  <a:off x="2167529" y="353120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3" name="Freeform: Shape 1012">
                  <a:extLst>
                    <a:ext uri="{FF2B5EF4-FFF2-40B4-BE49-F238E27FC236}">
                      <a16:creationId xmlns:a16="http://schemas.microsoft.com/office/drawing/2014/main" id="{48468D02-2EC2-ECDC-42ED-F961D5E56643}"/>
                    </a:ext>
                  </a:extLst>
                </p:cNvPr>
                <p:cNvSpPr/>
                <p:nvPr/>
              </p:nvSpPr>
              <p:spPr>
                <a:xfrm>
                  <a:off x="2589056" y="2803432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4" name="Freeform: Shape 1013">
                  <a:extLst>
                    <a:ext uri="{FF2B5EF4-FFF2-40B4-BE49-F238E27FC236}">
                      <a16:creationId xmlns:a16="http://schemas.microsoft.com/office/drawing/2014/main" id="{EDBDF9F8-18B3-6316-FA8E-3528C8A273DF}"/>
                    </a:ext>
                  </a:extLst>
                </p:cNvPr>
                <p:cNvSpPr/>
                <p:nvPr/>
              </p:nvSpPr>
              <p:spPr>
                <a:xfrm>
                  <a:off x="1991705" y="409534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5" name="Freeform: Shape 1014">
                  <a:extLst>
                    <a:ext uri="{FF2B5EF4-FFF2-40B4-BE49-F238E27FC236}">
                      <a16:creationId xmlns:a16="http://schemas.microsoft.com/office/drawing/2014/main" id="{AB52E4DC-B3E4-B4DC-3E69-D2095D0CE9E7}"/>
                    </a:ext>
                  </a:extLst>
                </p:cNvPr>
                <p:cNvSpPr/>
                <p:nvPr/>
              </p:nvSpPr>
              <p:spPr>
                <a:xfrm>
                  <a:off x="2277983" y="3145338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3 h 24764"/>
                    <a:gd name="connsiteX1" fmla="*/ 12382 w 24764"/>
                    <a:gd name="connsiteY1" fmla="*/ 24765 h 24764"/>
                    <a:gd name="connsiteX2" fmla="*/ 0 w 24764"/>
                    <a:gd name="connsiteY2" fmla="*/ 12383 h 24764"/>
                    <a:gd name="connsiteX3" fmla="*/ 12382 w 24764"/>
                    <a:gd name="connsiteY3" fmla="*/ 0 h 24764"/>
                    <a:gd name="connsiteX4" fmla="*/ 24765 w 24764"/>
                    <a:gd name="connsiteY4" fmla="*/ 12383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3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3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6" name="Freeform: Shape 1015">
                  <a:extLst>
                    <a:ext uri="{FF2B5EF4-FFF2-40B4-BE49-F238E27FC236}">
                      <a16:creationId xmlns:a16="http://schemas.microsoft.com/office/drawing/2014/main" id="{C2E18CA6-716D-D90D-B5CE-E1E3439C9A26}"/>
                    </a:ext>
                  </a:extLst>
                </p:cNvPr>
                <p:cNvSpPr/>
                <p:nvPr/>
              </p:nvSpPr>
              <p:spPr>
                <a:xfrm>
                  <a:off x="1603992" y="2082985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7" name="Freeform: Shape 1016">
                  <a:extLst>
                    <a:ext uri="{FF2B5EF4-FFF2-40B4-BE49-F238E27FC236}">
                      <a16:creationId xmlns:a16="http://schemas.microsoft.com/office/drawing/2014/main" id="{974F8F72-FB14-8C1D-52B1-3066271A44B6}"/>
                    </a:ext>
                  </a:extLst>
                </p:cNvPr>
                <p:cNvSpPr/>
                <p:nvPr/>
              </p:nvSpPr>
              <p:spPr>
                <a:xfrm>
                  <a:off x="2753608" y="237116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8" name="Freeform: Shape 1017">
                  <a:extLst>
                    <a:ext uri="{FF2B5EF4-FFF2-40B4-BE49-F238E27FC236}">
                      <a16:creationId xmlns:a16="http://schemas.microsoft.com/office/drawing/2014/main" id="{6C5D4793-7FE5-CB5E-4807-80357A002E00}"/>
                    </a:ext>
                  </a:extLst>
                </p:cNvPr>
                <p:cNvSpPr/>
                <p:nvPr/>
              </p:nvSpPr>
              <p:spPr>
                <a:xfrm>
                  <a:off x="2665697" y="5631487"/>
                  <a:ext cx="36064" cy="39075"/>
                </a:xfrm>
                <a:custGeom>
                  <a:avLst/>
                  <a:gdLst>
                    <a:gd name="connsiteX0" fmla="*/ 7620 w 15239"/>
                    <a:gd name="connsiteY0" fmla="*/ 0 h 15240"/>
                    <a:gd name="connsiteX1" fmla="*/ 15240 w 15239"/>
                    <a:gd name="connsiteY1" fmla="*/ 7620 h 15240"/>
                    <a:gd name="connsiteX2" fmla="*/ 7620 w 15239"/>
                    <a:gd name="connsiteY2" fmla="*/ 15240 h 15240"/>
                    <a:gd name="connsiteX3" fmla="*/ 0 w 15239"/>
                    <a:gd name="connsiteY3" fmla="*/ 7620 h 15240"/>
                    <a:gd name="connsiteX4" fmla="*/ 7620 w 15239"/>
                    <a:gd name="connsiteY4" fmla="*/ 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7620" y="0"/>
                      </a:moveTo>
                      <a:cubicBezTo>
                        <a:pt x="12382" y="0"/>
                        <a:pt x="15240" y="3810"/>
                        <a:pt x="15240" y="7620"/>
                      </a:cubicBezTo>
                      <a:cubicBezTo>
                        <a:pt x="15240" y="12383"/>
                        <a:pt x="11430" y="15240"/>
                        <a:pt x="7620" y="15240"/>
                      </a:cubicBezTo>
                      <a:cubicBezTo>
                        <a:pt x="2857" y="15240"/>
                        <a:pt x="0" y="11430"/>
                        <a:pt x="0" y="7620"/>
                      </a:cubicBezTo>
                      <a:cubicBezTo>
                        <a:pt x="0" y="2858"/>
                        <a:pt x="2857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9" name="Freeform: Shape 1018">
                  <a:extLst>
                    <a:ext uri="{FF2B5EF4-FFF2-40B4-BE49-F238E27FC236}">
                      <a16:creationId xmlns:a16="http://schemas.microsoft.com/office/drawing/2014/main" id="{A49EB217-DE87-D7CE-E151-96BA37DAFC46}"/>
                    </a:ext>
                  </a:extLst>
                </p:cNvPr>
                <p:cNvSpPr/>
                <p:nvPr/>
              </p:nvSpPr>
              <p:spPr>
                <a:xfrm>
                  <a:off x="2652172" y="284250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0" name="Freeform: Shape 1019">
                  <a:extLst>
                    <a:ext uri="{FF2B5EF4-FFF2-40B4-BE49-F238E27FC236}">
                      <a16:creationId xmlns:a16="http://schemas.microsoft.com/office/drawing/2014/main" id="{362F8C72-A357-E825-EBDA-525AAAE66B0B}"/>
                    </a:ext>
                  </a:extLst>
                </p:cNvPr>
                <p:cNvSpPr/>
                <p:nvPr/>
              </p:nvSpPr>
              <p:spPr>
                <a:xfrm>
                  <a:off x="2665697" y="316731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1" name="Freeform: Shape 1020">
                  <a:extLst>
                    <a:ext uri="{FF2B5EF4-FFF2-40B4-BE49-F238E27FC236}">
                      <a16:creationId xmlns:a16="http://schemas.microsoft.com/office/drawing/2014/main" id="{611E26B0-21ED-7D3C-597D-0C7D5CD48D30}"/>
                    </a:ext>
                  </a:extLst>
                </p:cNvPr>
                <p:cNvSpPr/>
                <p:nvPr/>
              </p:nvSpPr>
              <p:spPr>
                <a:xfrm>
                  <a:off x="2063838" y="413930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2" name="Freeform: Shape 1021">
                  <a:extLst>
                    <a:ext uri="{FF2B5EF4-FFF2-40B4-BE49-F238E27FC236}">
                      <a16:creationId xmlns:a16="http://schemas.microsoft.com/office/drawing/2014/main" id="{A89DEA88-F767-FC39-ACAD-B55CE3DBF656}"/>
                    </a:ext>
                  </a:extLst>
                </p:cNvPr>
                <p:cNvSpPr/>
                <p:nvPr/>
              </p:nvSpPr>
              <p:spPr>
                <a:xfrm>
                  <a:off x="2458313" y="214404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3" name="Freeform: Shape 1022">
                  <a:extLst>
                    <a:ext uri="{FF2B5EF4-FFF2-40B4-BE49-F238E27FC236}">
                      <a16:creationId xmlns:a16="http://schemas.microsoft.com/office/drawing/2014/main" id="{C7DD1C91-5227-8EB1-51FB-68A9B9DA6EEC}"/>
                    </a:ext>
                  </a:extLst>
                </p:cNvPr>
                <p:cNvSpPr/>
                <p:nvPr/>
              </p:nvSpPr>
              <p:spPr>
                <a:xfrm>
                  <a:off x="2280236" y="369971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4" name="Freeform: Shape 1023">
                  <a:extLst>
                    <a:ext uri="{FF2B5EF4-FFF2-40B4-BE49-F238E27FC236}">
                      <a16:creationId xmlns:a16="http://schemas.microsoft.com/office/drawing/2014/main" id="{0D3F4502-B60D-AF4A-9852-AA2EC29E4BBD}"/>
                    </a:ext>
                  </a:extLst>
                </p:cNvPr>
                <p:cNvSpPr/>
                <p:nvPr/>
              </p:nvSpPr>
              <p:spPr>
                <a:xfrm>
                  <a:off x="2007486" y="385113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5" name="Freeform: Shape 1024">
                  <a:extLst>
                    <a:ext uri="{FF2B5EF4-FFF2-40B4-BE49-F238E27FC236}">
                      <a16:creationId xmlns:a16="http://schemas.microsoft.com/office/drawing/2014/main" id="{A0EEC367-D753-0AB7-ACA3-EEBC404A107F}"/>
                    </a:ext>
                  </a:extLst>
                </p:cNvPr>
                <p:cNvSpPr/>
                <p:nvPr/>
              </p:nvSpPr>
              <p:spPr>
                <a:xfrm>
                  <a:off x="2566514" y="5614390"/>
                  <a:ext cx="40572" cy="43959"/>
                </a:xfrm>
                <a:custGeom>
                  <a:avLst/>
                  <a:gdLst>
                    <a:gd name="connsiteX0" fmla="*/ 8573 w 17144"/>
                    <a:gd name="connsiteY0" fmla="*/ 0 h 17145"/>
                    <a:gd name="connsiteX1" fmla="*/ 17145 w 17144"/>
                    <a:gd name="connsiteY1" fmla="*/ 8572 h 17145"/>
                    <a:gd name="connsiteX2" fmla="*/ 8573 w 17144"/>
                    <a:gd name="connsiteY2" fmla="*/ 17145 h 17145"/>
                    <a:gd name="connsiteX3" fmla="*/ 0 w 17144"/>
                    <a:gd name="connsiteY3" fmla="*/ 8572 h 17145"/>
                    <a:gd name="connsiteX4" fmla="*/ 8573 w 17144"/>
                    <a:gd name="connsiteY4" fmla="*/ 0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4" h="17145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2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2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6" name="Freeform: Shape 1025">
                  <a:extLst>
                    <a:ext uri="{FF2B5EF4-FFF2-40B4-BE49-F238E27FC236}">
                      <a16:creationId xmlns:a16="http://schemas.microsoft.com/office/drawing/2014/main" id="{6AFC8929-2328-34CD-5EA1-EE668FBBC204}"/>
                    </a:ext>
                  </a:extLst>
                </p:cNvPr>
                <p:cNvSpPr/>
                <p:nvPr/>
              </p:nvSpPr>
              <p:spPr>
                <a:xfrm>
                  <a:off x="1705430" y="5096646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7" name="Freeform: Shape 1026">
                  <a:extLst>
                    <a:ext uri="{FF2B5EF4-FFF2-40B4-BE49-F238E27FC236}">
                      <a16:creationId xmlns:a16="http://schemas.microsoft.com/office/drawing/2014/main" id="{9BC11E57-5660-A80A-6E8B-BB48FF4C9E18}"/>
                    </a:ext>
                  </a:extLst>
                </p:cNvPr>
                <p:cNvSpPr/>
                <p:nvPr/>
              </p:nvSpPr>
              <p:spPr>
                <a:xfrm>
                  <a:off x="1818137" y="424676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8" name="Freeform: Shape 1027">
                  <a:extLst>
                    <a:ext uri="{FF2B5EF4-FFF2-40B4-BE49-F238E27FC236}">
                      <a16:creationId xmlns:a16="http://schemas.microsoft.com/office/drawing/2014/main" id="{EDD7E353-E845-EA65-DDA3-495DB22BC339}"/>
                    </a:ext>
                  </a:extLst>
                </p:cNvPr>
                <p:cNvSpPr/>
                <p:nvPr/>
              </p:nvSpPr>
              <p:spPr>
                <a:xfrm>
                  <a:off x="2656680" y="264957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9" name="Freeform: Shape 1028">
                  <a:extLst>
                    <a:ext uri="{FF2B5EF4-FFF2-40B4-BE49-F238E27FC236}">
                      <a16:creationId xmlns:a16="http://schemas.microsoft.com/office/drawing/2014/main" id="{445504C3-F21B-D09D-F68B-E7EFE0767D85}"/>
                    </a:ext>
                  </a:extLst>
                </p:cNvPr>
                <p:cNvSpPr/>
                <p:nvPr/>
              </p:nvSpPr>
              <p:spPr>
                <a:xfrm>
                  <a:off x="2359133" y="2476179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0" name="Freeform: Shape 1029">
                  <a:extLst>
                    <a:ext uri="{FF2B5EF4-FFF2-40B4-BE49-F238E27FC236}">
                      <a16:creationId xmlns:a16="http://schemas.microsoft.com/office/drawing/2014/main" id="{2D3471C5-ABE6-9BBA-6691-E0E05E820E60}"/>
                    </a:ext>
                  </a:extLst>
                </p:cNvPr>
                <p:cNvSpPr/>
                <p:nvPr/>
              </p:nvSpPr>
              <p:spPr>
                <a:xfrm>
                  <a:off x="2027772" y="184120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1" name="Freeform: Shape 1030">
                  <a:extLst>
                    <a:ext uri="{FF2B5EF4-FFF2-40B4-BE49-F238E27FC236}">
                      <a16:creationId xmlns:a16="http://schemas.microsoft.com/office/drawing/2014/main" id="{05726FB1-AE71-880E-23FC-DC9D43CD1F86}"/>
                    </a:ext>
                  </a:extLst>
                </p:cNvPr>
                <p:cNvSpPr/>
                <p:nvPr/>
              </p:nvSpPr>
              <p:spPr>
                <a:xfrm>
                  <a:off x="2374911" y="5001402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2" name="Freeform: Shape 1031">
                  <a:extLst>
                    <a:ext uri="{FF2B5EF4-FFF2-40B4-BE49-F238E27FC236}">
                      <a16:creationId xmlns:a16="http://schemas.microsoft.com/office/drawing/2014/main" id="{D623CF4F-F2AC-FA3B-B14F-E6FC355B5E47}"/>
                    </a:ext>
                  </a:extLst>
                </p:cNvPr>
                <p:cNvSpPr/>
                <p:nvPr/>
              </p:nvSpPr>
              <p:spPr>
                <a:xfrm>
                  <a:off x="2866315" y="4156405"/>
                  <a:ext cx="40575" cy="43959"/>
                </a:xfrm>
                <a:custGeom>
                  <a:avLst/>
                  <a:gdLst>
                    <a:gd name="connsiteX0" fmla="*/ 17145 w 17145"/>
                    <a:gd name="connsiteY0" fmla="*/ 8573 h 17145"/>
                    <a:gd name="connsiteX1" fmla="*/ 8572 w 17145"/>
                    <a:gd name="connsiteY1" fmla="*/ 17145 h 17145"/>
                    <a:gd name="connsiteX2" fmla="*/ 0 w 17145"/>
                    <a:gd name="connsiteY2" fmla="*/ 8573 h 17145"/>
                    <a:gd name="connsiteX3" fmla="*/ 8572 w 17145"/>
                    <a:gd name="connsiteY3" fmla="*/ 0 h 17145"/>
                    <a:gd name="connsiteX4" fmla="*/ 17145 w 17145"/>
                    <a:gd name="connsiteY4" fmla="*/ 8573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17145" y="8573"/>
                      </a:moveTo>
                      <a:cubicBezTo>
                        <a:pt x="17145" y="13307"/>
                        <a:pt x="13307" y="17145"/>
                        <a:pt x="8572" y="17145"/>
                      </a:cubicBezTo>
                      <a:cubicBezTo>
                        <a:pt x="3838" y="17145"/>
                        <a:pt x="0" y="13307"/>
                        <a:pt x="0" y="8573"/>
                      </a:cubicBezTo>
                      <a:cubicBezTo>
                        <a:pt x="0" y="3838"/>
                        <a:pt x="3838" y="0"/>
                        <a:pt x="8572" y="0"/>
                      </a:cubicBezTo>
                      <a:cubicBezTo>
                        <a:pt x="13307" y="0"/>
                        <a:pt x="17145" y="3838"/>
                        <a:pt x="17145" y="857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3" name="Freeform: Shape 1032">
                  <a:extLst>
                    <a:ext uri="{FF2B5EF4-FFF2-40B4-BE49-F238E27FC236}">
                      <a16:creationId xmlns:a16="http://schemas.microsoft.com/office/drawing/2014/main" id="{4555DD24-07B6-B1E4-886D-5C650A1A148C}"/>
                    </a:ext>
                  </a:extLst>
                </p:cNvPr>
                <p:cNvSpPr/>
                <p:nvPr/>
              </p:nvSpPr>
              <p:spPr>
                <a:xfrm>
                  <a:off x="2399707" y="1863188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4" name="Freeform: Shape 1033">
                  <a:extLst>
                    <a:ext uri="{FF2B5EF4-FFF2-40B4-BE49-F238E27FC236}">
                      <a16:creationId xmlns:a16="http://schemas.microsoft.com/office/drawing/2014/main" id="{753B317A-E499-2C46-8623-0DA13EE75E6C}"/>
                    </a:ext>
                  </a:extLst>
                </p:cNvPr>
                <p:cNvSpPr/>
                <p:nvPr/>
              </p:nvSpPr>
              <p:spPr>
                <a:xfrm>
                  <a:off x="2897873" y="269597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5" name="Freeform: Shape 1034">
                  <a:extLst>
                    <a:ext uri="{FF2B5EF4-FFF2-40B4-BE49-F238E27FC236}">
                      <a16:creationId xmlns:a16="http://schemas.microsoft.com/office/drawing/2014/main" id="{755865FC-64BB-E7C6-6CCA-3C09C326A227}"/>
                    </a:ext>
                  </a:extLst>
                </p:cNvPr>
                <p:cNvSpPr/>
                <p:nvPr/>
              </p:nvSpPr>
              <p:spPr>
                <a:xfrm>
                  <a:off x="2681475" y="277168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6" name="Freeform: Shape 1035">
                  <a:extLst>
                    <a:ext uri="{FF2B5EF4-FFF2-40B4-BE49-F238E27FC236}">
                      <a16:creationId xmlns:a16="http://schemas.microsoft.com/office/drawing/2014/main" id="{CA1519B4-5BC7-8632-9397-1AD33D172E4E}"/>
                    </a:ext>
                  </a:extLst>
                </p:cNvPr>
                <p:cNvSpPr/>
                <p:nvPr/>
              </p:nvSpPr>
              <p:spPr>
                <a:xfrm>
                  <a:off x="2250934" y="350189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7" name="Freeform: Shape 1036">
                  <a:extLst>
                    <a:ext uri="{FF2B5EF4-FFF2-40B4-BE49-F238E27FC236}">
                      <a16:creationId xmlns:a16="http://schemas.microsoft.com/office/drawing/2014/main" id="{37E4A9AD-5051-A6F9-AE5B-BEC2F9947539}"/>
                    </a:ext>
                  </a:extLst>
                </p:cNvPr>
                <p:cNvSpPr/>
                <p:nvPr/>
              </p:nvSpPr>
              <p:spPr>
                <a:xfrm>
                  <a:off x="2334336" y="5550893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8" name="Freeform: Shape 1037">
                  <a:extLst>
                    <a:ext uri="{FF2B5EF4-FFF2-40B4-BE49-F238E27FC236}">
                      <a16:creationId xmlns:a16="http://schemas.microsoft.com/office/drawing/2014/main" id="{395F436E-8EC0-B287-783C-3CE1936FB4F0}"/>
                    </a:ext>
                  </a:extLst>
                </p:cNvPr>
                <p:cNvSpPr/>
                <p:nvPr/>
              </p:nvSpPr>
              <p:spPr>
                <a:xfrm>
                  <a:off x="2870823" y="3599586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2 h 24764"/>
                    <a:gd name="connsiteX1" fmla="*/ 12382 w 24764"/>
                    <a:gd name="connsiteY1" fmla="*/ 24765 h 24764"/>
                    <a:gd name="connsiteX2" fmla="*/ 0 w 24764"/>
                    <a:gd name="connsiteY2" fmla="*/ 12382 h 24764"/>
                    <a:gd name="connsiteX3" fmla="*/ 12382 w 24764"/>
                    <a:gd name="connsiteY3" fmla="*/ 0 h 24764"/>
                    <a:gd name="connsiteX4" fmla="*/ 24765 w 24764"/>
                    <a:gd name="connsiteY4" fmla="*/ 12382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2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2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9" name="Freeform: Shape 1038">
                  <a:extLst>
                    <a:ext uri="{FF2B5EF4-FFF2-40B4-BE49-F238E27FC236}">
                      <a16:creationId xmlns:a16="http://schemas.microsoft.com/office/drawing/2014/main" id="{B29933ED-80D4-8712-3B68-0E56E189EECB}"/>
                    </a:ext>
                  </a:extLst>
                </p:cNvPr>
                <p:cNvSpPr/>
                <p:nvPr/>
              </p:nvSpPr>
              <p:spPr>
                <a:xfrm>
                  <a:off x="1831660" y="372169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0" name="Freeform: Shape 1039">
                  <a:extLst>
                    <a:ext uri="{FF2B5EF4-FFF2-40B4-BE49-F238E27FC236}">
                      <a16:creationId xmlns:a16="http://schemas.microsoft.com/office/drawing/2014/main" id="{A71C903F-1857-BE58-CA68-A6CE283193F4}"/>
                    </a:ext>
                  </a:extLst>
                </p:cNvPr>
                <p:cNvSpPr/>
                <p:nvPr/>
              </p:nvSpPr>
              <p:spPr>
                <a:xfrm>
                  <a:off x="1644566" y="493057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1" name="Freeform: Shape 1040">
                  <a:extLst>
                    <a:ext uri="{FF2B5EF4-FFF2-40B4-BE49-F238E27FC236}">
                      <a16:creationId xmlns:a16="http://schemas.microsoft.com/office/drawing/2014/main" id="{995C4F10-F59E-3F28-AB5D-C39D24686D6C}"/>
                    </a:ext>
                  </a:extLst>
                </p:cNvPr>
                <p:cNvSpPr/>
                <p:nvPr/>
              </p:nvSpPr>
              <p:spPr>
                <a:xfrm>
                  <a:off x="1563417" y="279854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2" name="Freeform: Shape 1041">
                  <a:extLst>
                    <a:ext uri="{FF2B5EF4-FFF2-40B4-BE49-F238E27FC236}">
                      <a16:creationId xmlns:a16="http://schemas.microsoft.com/office/drawing/2014/main" id="{D961FC25-C540-2CE7-2DEA-D1C750C3E23E}"/>
                    </a:ext>
                  </a:extLst>
                </p:cNvPr>
                <p:cNvSpPr/>
                <p:nvPr/>
              </p:nvSpPr>
              <p:spPr>
                <a:xfrm>
                  <a:off x="1664855" y="529934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3" name="Freeform: Shape 1042">
                  <a:extLst>
                    <a:ext uri="{FF2B5EF4-FFF2-40B4-BE49-F238E27FC236}">
                      <a16:creationId xmlns:a16="http://schemas.microsoft.com/office/drawing/2014/main" id="{DBF654A2-9A74-3B02-590F-B2847EF946E9}"/>
                    </a:ext>
                  </a:extLst>
                </p:cNvPr>
                <p:cNvSpPr/>
                <p:nvPr/>
              </p:nvSpPr>
              <p:spPr>
                <a:xfrm>
                  <a:off x="2165274" y="532865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4" name="Freeform: Shape 1043">
                  <a:extLst>
                    <a:ext uri="{FF2B5EF4-FFF2-40B4-BE49-F238E27FC236}">
                      <a16:creationId xmlns:a16="http://schemas.microsoft.com/office/drawing/2014/main" id="{40746937-7367-A8EE-77FA-748C25837C16}"/>
                    </a:ext>
                  </a:extLst>
                </p:cNvPr>
                <p:cNvSpPr/>
                <p:nvPr/>
              </p:nvSpPr>
              <p:spPr>
                <a:xfrm>
                  <a:off x="1818137" y="366552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5" name="Freeform: Shape 1044">
                  <a:extLst>
                    <a:ext uri="{FF2B5EF4-FFF2-40B4-BE49-F238E27FC236}">
                      <a16:creationId xmlns:a16="http://schemas.microsoft.com/office/drawing/2014/main" id="{522A4360-89DD-161A-9F10-545BDE276A19}"/>
                    </a:ext>
                  </a:extLst>
                </p:cNvPr>
                <p:cNvSpPr/>
                <p:nvPr/>
              </p:nvSpPr>
              <p:spPr>
                <a:xfrm>
                  <a:off x="2616103" y="275458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6" name="Freeform: Shape 1045">
                  <a:extLst>
                    <a:ext uri="{FF2B5EF4-FFF2-40B4-BE49-F238E27FC236}">
                      <a16:creationId xmlns:a16="http://schemas.microsoft.com/office/drawing/2014/main" id="{430C5E8C-1D3E-C939-0E03-673C8BF2B23B}"/>
                    </a:ext>
                  </a:extLst>
                </p:cNvPr>
                <p:cNvSpPr/>
                <p:nvPr/>
              </p:nvSpPr>
              <p:spPr>
                <a:xfrm>
                  <a:off x="1694158" y="2466410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7" name="Freeform: Shape 1046">
                  <a:extLst>
                    <a:ext uri="{FF2B5EF4-FFF2-40B4-BE49-F238E27FC236}">
                      <a16:creationId xmlns:a16="http://schemas.microsoft.com/office/drawing/2014/main" id="{48C6DA35-0075-F4B1-F284-DF331938BD7D}"/>
                    </a:ext>
                  </a:extLst>
                </p:cNvPr>
                <p:cNvSpPr/>
                <p:nvPr/>
              </p:nvSpPr>
              <p:spPr>
                <a:xfrm>
                  <a:off x="2018755" y="493790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8" name="Freeform: Shape 1047">
                  <a:extLst>
                    <a:ext uri="{FF2B5EF4-FFF2-40B4-BE49-F238E27FC236}">
                      <a16:creationId xmlns:a16="http://schemas.microsoft.com/office/drawing/2014/main" id="{0668DD5D-6669-EEF3-57E0-CD44AA4D4218}"/>
                    </a:ext>
                  </a:extLst>
                </p:cNvPr>
                <p:cNvSpPr/>
                <p:nvPr/>
              </p:nvSpPr>
              <p:spPr>
                <a:xfrm>
                  <a:off x="2217120" y="213915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9" name="Freeform: Shape 1048">
                  <a:extLst>
                    <a:ext uri="{FF2B5EF4-FFF2-40B4-BE49-F238E27FC236}">
                      <a16:creationId xmlns:a16="http://schemas.microsoft.com/office/drawing/2014/main" id="{482617A8-D160-3BE8-9BA1-0DDC865C5F06}"/>
                    </a:ext>
                  </a:extLst>
                </p:cNvPr>
                <p:cNvSpPr/>
                <p:nvPr/>
              </p:nvSpPr>
              <p:spPr>
                <a:xfrm>
                  <a:off x="2298270" y="4451908"/>
                  <a:ext cx="49589" cy="53728"/>
                </a:xfrm>
                <a:custGeom>
                  <a:avLst/>
                  <a:gdLst>
                    <a:gd name="connsiteX0" fmla="*/ 10477 w 20954"/>
                    <a:gd name="connsiteY0" fmla="*/ 0 h 20955"/>
                    <a:gd name="connsiteX1" fmla="*/ 20955 w 20954"/>
                    <a:gd name="connsiteY1" fmla="*/ 10478 h 20955"/>
                    <a:gd name="connsiteX2" fmla="*/ 10477 w 20954"/>
                    <a:gd name="connsiteY2" fmla="*/ 20955 h 20955"/>
                    <a:gd name="connsiteX3" fmla="*/ 0 w 20954"/>
                    <a:gd name="connsiteY3" fmla="*/ 10478 h 20955"/>
                    <a:gd name="connsiteX4" fmla="*/ 10477 w 20954"/>
                    <a:gd name="connsiteY4" fmla="*/ 0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5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8"/>
                      </a:cubicBezTo>
                      <a:cubicBezTo>
                        <a:pt x="20955" y="16193"/>
                        <a:pt x="16192" y="20955"/>
                        <a:pt x="10477" y="20955"/>
                      </a:cubicBezTo>
                      <a:cubicBezTo>
                        <a:pt x="4763" y="20955"/>
                        <a:pt x="0" y="16193"/>
                        <a:pt x="0" y="10478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0" name="Freeform: Shape 1049">
                  <a:extLst>
                    <a:ext uri="{FF2B5EF4-FFF2-40B4-BE49-F238E27FC236}">
                      <a16:creationId xmlns:a16="http://schemas.microsoft.com/office/drawing/2014/main" id="{4CB5C799-5BA7-F859-D917-299416AD915C}"/>
                    </a:ext>
                  </a:extLst>
                </p:cNvPr>
                <p:cNvSpPr/>
                <p:nvPr/>
              </p:nvSpPr>
              <p:spPr>
                <a:xfrm>
                  <a:off x="2356877" y="1787481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1" name="Freeform: Shape 1050">
                  <a:extLst>
                    <a:ext uri="{FF2B5EF4-FFF2-40B4-BE49-F238E27FC236}">
                      <a16:creationId xmlns:a16="http://schemas.microsoft.com/office/drawing/2014/main" id="{7FDDCB09-4CD9-5468-387B-AB36408562D6}"/>
                    </a:ext>
                  </a:extLst>
                </p:cNvPr>
                <p:cNvSpPr/>
                <p:nvPr/>
              </p:nvSpPr>
              <p:spPr>
                <a:xfrm>
                  <a:off x="1759527" y="220509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2" name="Freeform: Shape 1051">
                  <a:extLst>
                    <a:ext uri="{FF2B5EF4-FFF2-40B4-BE49-F238E27FC236}">
                      <a16:creationId xmlns:a16="http://schemas.microsoft.com/office/drawing/2014/main" id="{A89106BC-C2C2-19C5-03D7-A1EF8BD1FABB}"/>
                    </a:ext>
                  </a:extLst>
                </p:cNvPr>
                <p:cNvSpPr/>
                <p:nvPr/>
              </p:nvSpPr>
              <p:spPr>
                <a:xfrm>
                  <a:off x="2334336" y="405871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3" name="Freeform: Shape 1052">
                  <a:extLst>
                    <a:ext uri="{FF2B5EF4-FFF2-40B4-BE49-F238E27FC236}">
                      <a16:creationId xmlns:a16="http://schemas.microsoft.com/office/drawing/2014/main" id="{4709E1AB-863E-AF92-90AF-D3065EF27064}"/>
                    </a:ext>
                  </a:extLst>
                </p:cNvPr>
                <p:cNvSpPr/>
                <p:nvPr/>
              </p:nvSpPr>
              <p:spPr>
                <a:xfrm>
                  <a:off x="1696411" y="418082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4" name="Freeform: Shape 1053">
                  <a:extLst>
                    <a:ext uri="{FF2B5EF4-FFF2-40B4-BE49-F238E27FC236}">
                      <a16:creationId xmlns:a16="http://schemas.microsoft.com/office/drawing/2014/main" id="{D9BFF918-DA47-F124-7A7C-D0B3BC5D5B97}"/>
                    </a:ext>
                  </a:extLst>
                </p:cNvPr>
                <p:cNvSpPr/>
                <p:nvPr/>
              </p:nvSpPr>
              <p:spPr>
                <a:xfrm>
                  <a:off x="2834757" y="296461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5" name="Freeform: Shape 1054">
                  <a:extLst>
                    <a:ext uri="{FF2B5EF4-FFF2-40B4-BE49-F238E27FC236}">
                      <a16:creationId xmlns:a16="http://schemas.microsoft.com/office/drawing/2014/main" id="{CCC48CD8-018D-6CBD-6D79-48D724E6AEC6}"/>
                    </a:ext>
                  </a:extLst>
                </p:cNvPr>
                <p:cNvSpPr/>
                <p:nvPr/>
              </p:nvSpPr>
              <p:spPr>
                <a:xfrm>
                  <a:off x="2737830" y="289134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6" name="Freeform: Shape 1055">
                  <a:extLst>
                    <a:ext uri="{FF2B5EF4-FFF2-40B4-BE49-F238E27FC236}">
                      <a16:creationId xmlns:a16="http://schemas.microsoft.com/office/drawing/2014/main" id="{FF9B8465-928B-852B-52C0-DEDBDF312D52}"/>
                    </a:ext>
                  </a:extLst>
                </p:cNvPr>
                <p:cNvSpPr/>
                <p:nvPr/>
              </p:nvSpPr>
              <p:spPr>
                <a:xfrm>
                  <a:off x="2685983" y="3685061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953" y="6667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7" name="Freeform: Shape 1056">
                  <a:extLst>
                    <a:ext uri="{FF2B5EF4-FFF2-40B4-BE49-F238E27FC236}">
                      <a16:creationId xmlns:a16="http://schemas.microsoft.com/office/drawing/2014/main" id="{6D10D19E-E773-D622-C24D-8621429D6730}"/>
                    </a:ext>
                  </a:extLst>
                </p:cNvPr>
                <p:cNvSpPr/>
                <p:nvPr/>
              </p:nvSpPr>
              <p:spPr>
                <a:xfrm>
                  <a:off x="1915064" y="397323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8" name="Freeform: Shape 1057">
                  <a:extLst>
                    <a:ext uri="{FF2B5EF4-FFF2-40B4-BE49-F238E27FC236}">
                      <a16:creationId xmlns:a16="http://schemas.microsoft.com/office/drawing/2014/main" id="{BCA1B0BF-9BDC-F377-EDE0-881C613A2262}"/>
                    </a:ext>
                  </a:extLst>
                </p:cNvPr>
                <p:cNvSpPr/>
                <p:nvPr/>
              </p:nvSpPr>
              <p:spPr>
                <a:xfrm>
                  <a:off x="1764038" y="533109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9" name="Freeform: Shape 1058">
                  <a:extLst>
                    <a:ext uri="{FF2B5EF4-FFF2-40B4-BE49-F238E27FC236}">
                      <a16:creationId xmlns:a16="http://schemas.microsoft.com/office/drawing/2014/main" id="{1C42AB12-117C-8317-0224-79879933649F}"/>
                    </a:ext>
                  </a:extLst>
                </p:cNvPr>
                <p:cNvSpPr/>
                <p:nvPr/>
              </p:nvSpPr>
              <p:spPr>
                <a:xfrm>
                  <a:off x="2548481" y="3987892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3 h 24764"/>
                    <a:gd name="connsiteX1" fmla="*/ 12382 w 24764"/>
                    <a:gd name="connsiteY1" fmla="*/ 24765 h 24764"/>
                    <a:gd name="connsiteX2" fmla="*/ 0 w 24764"/>
                    <a:gd name="connsiteY2" fmla="*/ 12383 h 24764"/>
                    <a:gd name="connsiteX3" fmla="*/ 12382 w 24764"/>
                    <a:gd name="connsiteY3" fmla="*/ 0 h 24764"/>
                    <a:gd name="connsiteX4" fmla="*/ 24765 w 24764"/>
                    <a:gd name="connsiteY4" fmla="*/ 12383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3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3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0" name="Freeform: Shape 1059">
                  <a:extLst>
                    <a:ext uri="{FF2B5EF4-FFF2-40B4-BE49-F238E27FC236}">
                      <a16:creationId xmlns:a16="http://schemas.microsoft.com/office/drawing/2014/main" id="{74C10BB6-78DF-432C-806F-3C6D21141608}"/>
                    </a:ext>
                  </a:extLst>
                </p:cNvPr>
                <p:cNvSpPr/>
                <p:nvPr/>
              </p:nvSpPr>
              <p:spPr>
                <a:xfrm>
                  <a:off x="1869981" y="357516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1" name="Freeform: Shape 1060">
                  <a:extLst>
                    <a:ext uri="{FF2B5EF4-FFF2-40B4-BE49-F238E27FC236}">
                      <a16:creationId xmlns:a16="http://schemas.microsoft.com/office/drawing/2014/main" id="{BCC89AF1-B1DB-5964-130B-BA7041712266}"/>
                    </a:ext>
                  </a:extLst>
                </p:cNvPr>
                <p:cNvSpPr/>
                <p:nvPr/>
              </p:nvSpPr>
              <p:spPr>
                <a:xfrm>
                  <a:off x="2401960" y="390241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2" name="Freeform: Shape 1061">
                  <a:extLst>
                    <a:ext uri="{FF2B5EF4-FFF2-40B4-BE49-F238E27FC236}">
                      <a16:creationId xmlns:a16="http://schemas.microsoft.com/office/drawing/2014/main" id="{C50DB23F-3D78-ADF1-6E50-B10E046A75A6}"/>
                    </a:ext>
                  </a:extLst>
                </p:cNvPr>
                <p:cNvSpPr/>
                <p:nvPr/>
              </p:nvSpPr>
              <p:spPr>
                <a:xfrm>
                  <a:off x="2701763" y="294019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3" name="Freeform: Shape 1062">
                  <a:extLst>
                    <a:ext uri="{FF2B5EF4-FFF2-40B4-BE49-F238E27FC236}">
                      <a16:creationId xmlns:a16="http://schemas.microsoft.com/office/drawing/2014/main" id="{CE57FABD-356A-2460-09EA-197E00559880}"/>
                    </a:ext>
                  </a:extLst>
                </p:cNvPr>
                <p:cNvSpPr/>
                <p:nvPr/>
              </p:nvSpPr>
              <p:spPr>
                <a:xfrm>
                  <a:off x="1813629" y="513328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4" name="Freeform: Shape 1063">
                  <a:extLst>
                    <a:ext uri="{FF2B5EF4-FFF2-40B4-BE49-F238E27FC236}">
                      <a16:creationId xmlns:a16="http://schemas.microsoft.com/office/drawing/2014/main" id="{79B10D35-0899-41A1-B860-9D4C7512394B}"/>
                    </a:ext>
                  </a:extLst>
                </p:cNvPr>
                <p:cNvSpPr/>
                <p:nvPr/>
              </p:nvSpPr>
              <p:spPr>
                <a:xfrm>
                  <a:off x="1797849" y="505024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5" name="Freeform: Shape 1064">
                  <a:extLst>
                    <a:ext uri="{FF2B5EF4-FFF2-40B4-BE49-F238E27FC236}">
                      <a16:creationId xmlns:a16="http://schemas.microsoft.com/office/drawing/2014/main" id="{54561697-45BA-FEA6-1D8D-FB821F80ADAA}"/>
                    </a:ext>
                  </a:extLst>
                </p:cNvPr>
                <p:cNvSpPr/>
                <p:nvPr/>
              </p:nvSpPr>
              <p:spPr>
                <a:xfrm>
                  <a:off x="2586801" y="5216315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4763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6" name="Freeform: Shape 1065">
                  <a:extLst>
                    <a:ext uri="{FF2B5EF4-FFF2-40B4-BE49-F238E27FC236}">
                      <a16:creationId xmlns:a16="http://schemas.microsoft.com/office/drawing/2014/main" id="{D76D4902-56BF-E63D-EC4F-A295CCD147A3}"/>
                    </a:ext>
                  </a:extLst>
                </p:cNvPr>
                <p:cNvSpPr/>
                <p:nvPr/>
              </p:nvSpPr>
              <p:spPr>
                <a:xfrm>
                  <a:off x="1917317" y="3540973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7" name="Freeform: Shape 1066">
                  <a:extLst>
                    <a:ext uri="{FF2B5EF4-FFF2-40B4-BE49-F238E27FC236}">
                      <a16:creationId xmlns:a16="http://schemas.microsoft.com/office/drawing/2014/main" id="{81D539A7-68E1-2E58-0923-0F034F848C4F}"/>
                    </a:ext>
                  </a:extLst>
                </p:cNvPr>
                <p:cNvSpPr/>
                <p:nvPr/>
              </p:nvSpPr>
              <p:spPr>
                <a:xfrm>
                  <a:off x="2474093" y="358493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8" name="Freeform: Shape 1067">
                  <a:extLst>
                    <a:ext uri="{FF2B5EF4-FFF2-40B4-BE49-F238E27FC236}">
                      <a16:creationId xmlns:a16="http://schemas.microsoft.com/office/drawing/2014/main" id="{4736F502-4184-E9A3-20FC-5CEC3D241265}"/>
                    </a:ext>
                  </a:extLst>
                </p:cNvPr>
                <p:cNvSpPr/>
                <p:nvPr/>
              </p:nvSpPr>
              <p:spPr>
                <a:xfrm>
                  <a:off x="2514668" y="5018496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8 w 20954"/>
                    <a:gd name="connsiteY1" fmla="*/ 20955 h 20954"/>
                    <a:gd name="connsiteX2" fmla="*/ 0 w 20954"/>
                    <a:gd name="connsiteY2" fmla="*/ 10478 h 20954"/>
                    <a:gd name="connsiteX3" fmla="*/ 10478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9" name="Freeform: Shape 1068">
                  <a:extLst>
                    <a:ext uri="{FF2B5EF4-FFF2-40B4-BE49-F238E27FC236}">
                      <a16:creationId xmlns:a16="http://schemas.microsoft.com/office/drawing/2014/main" id="{BDD4C0E2-216F-F01D-8A6F-8C064CD0C8E0}"/>
                    </a:ext>
                  </a:extLst>
                </p:cNvPr>
                <p:cNvSpPr/>
                <p:nvPr/>
              </p:nvSpPr>
              <p:spPr>
                <a:xfrm>
                  <a:off x="1603992" y="3037882"/>
                  <a:ext cx="54097" cy="58610"/>
                </a:xfrm>
                <a:custGeom>
                  <a:avLst/>
                  <a:gdLst>
                    <a:gd name="connsiteX0" fmla="*/ 11430 w 22859"/>
                    <a:gd name="connsiteY0" fmla="*/ 0 h 22859"/>
                    <a:gd name="connsiteX1" fmla="*/ 22860 w 22859"/>
                    <a:gd name="connsiteY1" fmla="*/ 11430 h 22859"/>
                    <a:gd name="connsiteX2" fmla="*/ 11430 w 22859"/>
                    <a:gd name="connsiteY2" fmla="*/ 22860 h 22859"/>
                    <a:gd name="connsiteX3" fmla="*/ 0 w 22859"/>
                    <a:gd name="connsiteY3" fmla="*/ 11430 h 22859"/>
                    <a:gd name="connsiteX4" fmla="*/ 11430 w 22859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59" h="22859">
                      <a:moveTo>
                        <a:pt x="11430" y="0"/>
                      </a:moveTo>
                      <a:cubicBezTo>
                        <a:pt x="18097" y="0"/>
                        <a:pt x="22860" y="4763"/>
                        <a:pt x="22860" y="11430"/>
                      </a:cubicBezTo>
                      <a:cubicBezTo>
                        <a:pt x="22860" y="18097"/>
                        <a:pt x="18097" y="22860"/>
                        <a:pt x="11430" y="22860"/>
                      </a:cubicBezTo>
                      <a:cubicBezTo>
                        <a:pt x="4763" y="22860"/>
                        <a:pt x="0" y="18097"/>
                        <a:pt x="0" y="11430"/>
                      </a:cubicBezTo>
                      <a:cubicBezTo>
                        <a:pt x="0" y="5715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AAC0698A-2B94-C2AD-49B0-34CBF373693B}"/>
                    </a:ext>
                  </a:extLst>
                </p:cNvPr>
                <p:cNvSpPr/>
                <p:nvPr/>
              </p:nvSpPr>
              <p:spPr>
                <a:xfrm>
                  <a:off x="1734732" y="536772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793B47B3-1D97-57D6-9BB0-DC0EE17AF11D}"/>
                    </a:ext>
                  </a:extLst>
                </p:cNvPr>
                <p:cNvSpPr/>
                <p:nvPr/>
              </p:nvSpPr>
              <p:spPr>
                <a:xfrm>
                  <a:off x="2796435" y="4737643"/>
                  <a:ext cx="27050" cy="29306"/>
                </a:xfrm>
                <a:custGeom>
                  <a:avLst/>
                  <a:gdLst>
                    <a:gd name="connsiteX0" fmla="*/ 5715 w 11430"/>
                    <a:gd name="connsiteY0" fmla="*/ 0 h 11430"/>
                    <a:gd name="connsiteX1" fmla="*/ 11430 w 11430"/>
                    <a:gd name="connsiteY1" fmla="*/ 5715 h 11430"/>
                    <a:gd name="connsiteX2" fmla="*/ 5715 w 11430"/>
                    <a:gd name="connsiteY2" fmla="*/ 11430 h 11430"/>
                    <a:gd name="connsiteX3" fmla="*/ 0 w 11430"/>
                    <a:gd name="connsiteY3" fmla="*/ 5715 h 11430"/>
                    <a:gd name="connsiteX4" fmla="*/ 5715 w 11430"/>
                    <a:gd name="connsiteY4" fmla="*/ 0 h 11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" h="11430">
                      <a:moveTo>
                        <a:pt x="5715" y="0"/>
                      </a:moveTo>
                      <a:cubicBezTo>
                        <a:pt x="8573" y="0"/>
                        <a:pt x="11430" y="2858"/>
                        <a:pt x="11430" y="5715"/>
                      </a:cubicBezTo>
                      <a:cubicBezTo>
                        <a:pt x="11430" y="8573"/>
                        <a:pt x="8573" y="11430"/>
                        <a:pt x="5715" y="11430"/>
                      </a:cubicBezTo>
                      <a:cubicBezTo>
                        <a:pt x="2858" y="11430"/>
                        <a:pt x="0" y="8573"/>
                        <a:pt x="0" y="5715"/>
                      </a:cubicBezTo>
                      <a:cubicBezTo>
                        <a:pt x="0" y="2858"/>
                        <a:pt x="2858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93D4312C-AB9C-11DB-48B1-7144C6C93975}"/>
                    </a:ext>
                  </a:extLst>
                </p:cNvPr>
                <p:cNvSpPr/>
                <p:nvPr/>
              </p:nvSpPr>
              <p:spPr>
                <a:xfrm>
                  <a:off x="2444790" y="222463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3" name="Freeform: Shape 1072">
                  <a:extLst>
                    <a:ext uri="{FF2B5EF4-FFF2-40B4-BE49-F238E27FC236}">
                      <a16:creationId xmlns:a16="http://schemas.microsoft.com/office/drawing/2014/main" id="{67D2A76D-219E-97C1-31BB-E8ED3DFD92D1}"/>
                    </a:ext>
                  </a:extLst>
                </p:cNvPr>
                <p:cNvSpPr/>
                <p:nvPr/>
              </p:nvSpPr>
              <p:spPr>
                <a:xfrm>
                  <a:off x="2604834" y="4908596"/>
                  <a:ext cx="36064" cy="39075"/>
                </a:xfrm>
                <a:custGeom>
                  <a:avLst/>
                  <a:gdLst>
                    <a:gd name="connsiteX0" fmla="*/ 7620 w 15239"/>
                    <a:gd name="connsiteY0" fmla="*/ 0 h 15240"/>
                    <a:gd name="connsiteX1" fmla="*/ 15240 w 15239"/>
                    <a:gd name="connsiteY1" fmla="*/ 7620 h 15240"/>
                    <a:gd name="connsiteX2" fmla="*/ 7620 w 15239"/>
                    <a:gd name="connsiteY2" fmla="*/ 15240 h 15240"/>
                    <a:gd name="connsiteX3" fmla="*/ 0 w 15239"/>
                    <a:gd name="connsiteY3" fmla="*/ 7620 h 15240"/>
                    <a:gd name="connsiteX4" fmla="*/ 7620 w 15239"/>
                    <a:gd name="connsiteY4" fmla="*/ 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7620" y="0"/>
                      </a:moveTo>
                      <a:cubicBezTo>
                        <a:pt x="12383" y="0"/>
                        <a:pt x="15240" y="3810"/>
                        <a:pt x="15240" y="7620"/>
                      </a:cubicBezTo>
                      <a:cubicBezTo>
                        <a:pt x="15240" y="12383"/>
                        <a:pt x="11430" y="15240"/>
                        <a:pt x="7620" y="15240"/>
                      </a:cubicBezTo>
                      <a:cubicBezTo>
                        <a:pt x="2858" y="15240"/>
                        <a:pt x="0" y="11430"/>
                        <a:pt x="0" y="7620"/>
                      </a:cubicBezTo>
                      <a:cubicBezTo>
                        <a:pt x="0" y="3810"/>
                        <a:pt x="2858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4" name="Freeform: Shape 1073">
                  <a:extLst>
                    <a:ext uri="{FF2B5EF4-FFF2-40B4-BE49-F238E27FC236}">
                      <a16:creationId xmlns:a16="http://schemas.microsoft.com/office/drawing/2014/main" id="{8F48D779-5D30-1876-D6C6-DB863F21B678}"/>
                    </a:ext>
                  </a:extLst>
                </p:cNvPr>
                <p:cNvSpPr/>
                <p:nvPr/>
              </p:nvSpPr>
              <p:spPr>
                <a:xfrm>
                  <a:off x="2846029" y="3467707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5" name="Freeform: Shape 1074">
                  <a:extLst>
                    <a:ext uri="{FF2B5EF4-FFF2-40B4-BE49-F238E27FC236}">
                      <a16:creationId xmlns:a16="http://schemas.microsoft.com/office/drawing/2014/main" id="{7AF8FF58-471E-7552-9CD6-C62AC0100F0D}"/>
                    </a:ext>
                  </a:extLst>
                </p:cNvPr>
                <p:cNvSpPr/>
                <p:nvPr/>
              </p:nvSpPr>
              <p:spPr>
                <a:xfrm>
                  <a:off x="2034533" y="1943781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6" name="Freeform: Shape 1075">
                  <a:extLst>
                    <a:ext uri="{FF2B5EF4-FFF2-40B4-BE49-F238E27FC236}">
                      <a16:creationId xmlns:a16="http://schemas.microsoft.com/office/drawing/2014/main" id="{7D60FCCF-9856-AC0B-5D9A-0E64C444AEB0}"/>
                    </a:ext>
                  </a:extLst>
                </p:cNvPr>
                <p:cNvSpPr/>
                <p:nvPr/>
              </p:nvSpPr>
              <p:spPr>
                <a:xfrm>
                  <a:off x="2282492" y="1953548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7" name="Freeform: Shape 1076">
                  <a:extLst>
                    <a:ext uri="{FF2B5EF4-FFF2-40B4-BE49-F238E27FC236}">
                      <a16:creationId xmlns:a16="http://schemas.microsoft.com/office/drawing/2014/main" id="{1866482D-9A32-1AB1-2F71-616455D234B8}"/>
                    </a:ext>
                  </a:extLst>
                </p:cNvPr>
                <p:cNvSpPr/>
                <p:nvPr/>
              </p:nvSpPr>
              <p:spPr>
                <a:xfrm>
                  <a:off x="2870823" y="2087869"/>
                  <a:ext cx="63116" cy="68379"/>
                </a:xfrm>
                <a:custGeom>
                  <a:avLst/>
                  <a:gdLst>
                    <a:gd name="connsiteX0" fmla="*/ 26670 w 26670"/>
                    <a:gd name="connsiteY0" fmla="*/ 13335 h 26669"/>
                    <a:gd name="connsiteX1" fmla="*/ 13335 w 26670"/>
                    <a:gd name="connsiteY1" fmla="*/ 26670 h 26669"/>
                    <a:gd name="connsiteX2" fmla="*/ 0 w 26670"/>
                    <a:gd name="connsiteY2" fmla="*/ 13335 h 26669"/>
                    <a:gd name="connsiteX3" fmla="*/ 13335 w 26670"/>
                    <a:gd name="connsiteY3" fmla="*/ 0 h 26669"/>
                    <a:gd name="connsiteX4" fmla="*/ 26670 w 26670"/>
                    <a:gd name="connsiteY4" fmla="*/ 13335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8" name="Freeform: Shape 1077">
                  <a:extLst>
                    <a:ext uri="{FF2B5EF4-FFF2-40B4-BE49-F238E27FC236}">
                      <a16:creationId xmlns:a16="http://schemas.microsoft.com/office/drawing/2014/main" id="{557FF668-F309-418C-C4B8-442A8CF0574C}"/>
                    </a:ext>
                  </a:extLst>
                </p:cNvPr>
                <p:cNvSpPr/>
                <p:nvPr/>
              </p:nvSpPr>
              <p:spPr>
                <a:xfrm>
                  <a:off x="1809118" y="191936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9" name="Freeform: Shape 1078">
                  <a:extLst>
                    <a:ext uri="{FF2B5EF4-FFF2-40B4-BE49-F238E27FC236}">
                      <a16:creationId xmlns:a16="http://schemas.microsoft.com/office/drawing/2014/main" id="{8F2B603A-3E44-5977-0B19-480010AF96CF}"/>
                    </a:ext>
                  </a:extLst>
                </p:cNvPr>
                <p:cNvSpPr/>
                <p:nvPr/>
              </p:nvSpPr>
              <p:spPr>
                <a:xfrm>
                  <a:off x="2122446" y="517968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0" name="Freeform: Shape 1079">
                  <a:extLst>
                    <a:ext uri="{FF2B5EF4-FFF2-40B4-BE49-F238E27FC236}">
                      <a16:creationId xmlns:a16="http://schemas.microsoft.com/office/drawing/2014/main" id="{3DA7A1F4-A6C3-442D-2BBA-24B1677ECF91}"/>
                    </a:ext>
                  </a:extLst>
                </p:cNvPr>
                <p:cNvSpPr/>
                <p:nvPr/>
              </p:nvSpPr>
              <p:spPr>
                <a:xfrm>
                  <a:off x="2417741" y="327233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1" name="Freeform: Shape 1080">
                  <a:extLst>
                    <a:ext uri="{FF2B5EF4-FFF2-40B4-BE49-F238E27FC236}">
                      <a16:creationId xmlns:a16="http://schemas.microsoft.com/office/drawing/2014/main" id="{AD67C819-41E9-F007-B517-7A8751FDE14A}"/>
                    </a:ext>
                  </a:extLst>
                </p:cNvPr>
                <p:cNvSpPr/>
                <p:nvPr/>
              </p:nvSpPr>
              <p:spPr>
                <a:xfrm>
                  <a:off x="2045805" y="5555778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2" name="Freeform: Shape 1081">
                  <a:extLst>
                    <a:ext uri="{FF2B5EF4-FFF2-40B4-BE49-F238E27FC236}">
                      <a16:creationId xmlns:a16="http://schemas.microsoft.com/office/drawing/2014/main" id="{EA1EF3DF-2552-6EA1-D04A-50ABA1CF9FFC}"/>
                    </a:ext>
                  </a:extLst>
                </p:cNvPr>
                <p:cNvSpPr/>
                <p:nvPr/>
              </p:nvSpPr>
              <p:spPr>
                <a:xfrm>
                  <a:off x="2690491" y="3511664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3" name="Freeform: Shape 1082">
                  <a:extLst>
                    <a:ext uri="{FF2B5EF4-FFF2-40B4-BE49-F238E27FC236}">
                      <a16:creationId xmlns:a16="http://schemas.microsoft.com/office/drawing/2014/main" id="{27556023-A06D-A89B-926C-8539F0809A4D}"/>
                    </a:ext>
                  </a:extLst>
                </p:cNvPr>
                <p:cNvSpPr/>
                <p:nvPr/>
              </p:nvSpPr>
              <p:spPr>
                <a:xfrm>
                  <a:off x="2275728" y="184121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4" name="Freeform: Shape 1083">
                  <a:extLst>
                    <a:ext uri="{FF2B5EF4-FFF2-40B4-BE49-F238E27FC236}">
                      <a16:creationId xmlns:a16="http://schemas.microsoft.com/office/drawing/2014/main" id="{4F52714B-92E5-6E1A-2602-E89D8E85458F}"/>
                    </a:ext>
                  </a:extLst>
                </p:cNvPr>
                <p:cNvSpPr/>
                <p:nvPr/>
              </p:nvSpPr>
              <p:spPr>
                <a:xfrm>
                  <a:off x="1926336" y="186074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5" name="Freeform: Shape 1084">
                  <a:extLst>
                    <a:ext uri="{FF2B5EF4-FFF2-40B4-BE49-F238E27FC236}">
                      <a16:creationId xmlns:a16="http://schemas.microsoft.com/office/drawing/2014/main" id="{C8BB27B2-75EF-FE27-32EF-9DC0DE005B5A}"/>
                    </a:ext>
                  </a:extLst>
                </p:cNvPr>
                <p:cNvSpPr/>
                <p:nvPr/>
              </p:nvSpPr>
              <p:spPr>
                <a:xfrm>
                  <a:off x="1809118" y="219288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6" name="Freeform: Shape 1085">
                  <a:extLst>
                    <a:ext uri="{FF2B5EF4-FFF2-40B4-BE49-F238E27FC236}">
                      <a16:creationId xmlns:a16="http://schemas.microsoft.com/office/drawing/2014/main" id="{305BB349-56A7-4CFE-F7E1-7DD3F0A9A059}"/>
                    </a:ext>
                  </a:extLst>
                </p:cNvPr>
                <p:cNvSpPr/>
                <p:nvPr/>
              </p:nvSpPr>
              <p:spPr>
                <a:xfrm>
                  <a:off x="2223884" y="3113589"/>
                  <a:ext cx="40575" cy="43959"/>
                </a:xfrm>
                <a:custGeom>
                  <a:avLst/>
                  <a:gdLst>
                    <a:gd name="connsiteX0" fmla="*/ 17145 w 17145"/>
                    <a:gd name="connsiteY0" fmla="*/ 8573 h 17145"/>
                    <a:gd name="connsiteX1" fmla="*/ 8572 w 17145"/>
                    <a:gd name="connsiteY1" fmla="*/ 17145 h 17145"/>
                    <a:gd name="connsiteX2" fmla="*/ 0 w 17145"/>
                    <a:gd name="connsiteY2" fmla="*/ 8573 h 17145"/>
                    <a:gd name="connsiteX3" fmla="*/ 8572 w 17145"/>
                    <a:gd name="connsiteY3" fmla="*/ 0 h 17145"/>
                    <a:gd name="connsiteX4" fmla="*/ 17145 w 17145"/>
                    <a:gd name="connsiteY4" fmla="*/ 8573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17145" y="8573"/>
                      </a:moveTo>
                      <a:cubicBezTo>
                        <a:pt x="17145" y="13307"/>
                        <a:pt x="13307" y="17145"/>
                        <a:pt x="8572" y="17145"/>
                      </a:cubicBezTo>
                      <a:cubicBezTo>
                        <a:pt x="3838" y="17145"/>
                        <a:pt x="0" y="13307"/>
                        <a:pt x="0" y="8573"/>
                      </a:cubicBezTo>
                      <a:cubicBezTo>
                        <a:pt x="0" y="3838"/>
                        <a:pt x="3838" y="0"/>
                        <a:pt x="8572" y="0"/>
                      </a:cubicBezTo>
                      <a:cubicBezTo>
                        <a:pt x="13307" y="0"/>
                        <a:pt x="17145" y="3838"/>
                        <a:pt x="17145" y="857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7" name="Freeform: Shape 1086">
                  <a:extLst>
                    <a:ext uri="{FF2B5EF4-FFF2-40B4-BE49-F238E27FC236}">
                      <a16:creationId xmlns:a16="http://schemas.microsoft.com/office/drawing/2014/main" id="{D3828C01-AFB9-0954-399D-B034BE9A6835}"/>
                    </a:ext>
                  </a:extLst>
                </p:cNvPr>
                <p:cNvSpPr/>
                <p:nvPr/>
              </p:nvSpPr>
              <p:spPr>
                <a:xfrm>
                  <a:off x="2550446" y="5284696"/>
                  <a:ext cx="45369" cy="48844"/>
                </a:xfrm>
                <a:custGeom>
                  <a:avLst/>
                  <a:gdLst>
                    <a:gd name="connsiteX0" fmla="*/ 9647 w 19171"/>
                    <a:gd name="connsiteY0" fmla="*/ 0 h 19050"/>
                    <a:gd name="connsiteX1" fmla="*/ 19172 w 19171"/>
                    <a:gd name="connsiteY1" fmla="*/ 9525 h 19050"/>
                    <a:gd name="connsiteX2" fmla="*/ 9647 w 19171"/>
                    <a:gd name="connsiteY2" fmla="*/ 19050 h 19050"/>
                    <a:gd name="connsiteX3" fmla="*/ 122 w 19171"/>
                    <a:gd name="connsiteY3" fmla="*/ 9525 h 19050"/>
                    <a:gd name="connsiteX4" fmla="*/ 9647 w 19171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171" h="19050">
                      <a:moveTo>
                        <a:pt x="9647" y="0"/>
                      </a:moveTo>
                      <a:cubicBezTo>
                        <a:pt x="15362" y="0"/>
                        <a:pt x="19172" y="4763"/>
                        <a:pt x="19172" y="9525"/>
                      </a:cubicBezTo>
                      <a:cubicBezTo>
                        <a:pt x="19172" y="15240"/>
                        <a:pt x="14409" y="19050"/>
                        <a:pt x="9647" y="19050"/>
                      </a:cubicBezTo>
                      <a:cubicBezTo>
                        <a:pt x="3932" y="19050"/>
                        <a:pt x="122" y="14288"/>
                        <a:pt x="122" y="9525"/>
                      </a:cubicBezTo>
                      <a:cubicBezTo>
                        <a:pt x="-831" y="3810"/>
                        <a:pt x="3932" y="0"/>
                        <a:pt x="964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8" name="Freeform: Shape 1087">
                  <a:extLst>
                    <a:ext uri="{FF2B5EF4-FFF2-40B4-BE49-F238E27FC236}">
                      <a16:creationId xmlns:a16="http://schemas.microsoft.com/office/drawing/2014/main" id="{08AADD3E-760F-55CC-8F71-C990C388FEC5}"/>
                    </a:ext>
                  </a:extLst>
                </p:cNvPr>
                <p:cNvSpPr/>
                <p:nvPr/>
              </p:nvSpPr>
              <p:spPr>
                <a:xfrm>
                  <a:off x="2453807" y="3221045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9" name="Freeform: Shape 1088">
                  <a:extLst>
                    <a:ext uri="{FF2B5EF4-FFF2-40B4-BE49-F238E27FC236}">
                      <a16:creationId xmlns:a16="http://schemas.microsoft.com/office/drawing/2014/main" id="{F637D664-928A-20D5-3938-D615DBE7CE80}"/>
                    </a:ext>
                  </a:extLst>
                </p:cNvPr>
                <p:cNvSpPr/>
                <p:nvPr/>
              </p:nvSpPr>
              <p:spPr>
                <a:xfrm>
                  <a:off x="2045805" y="5379940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0" name="Freeform: Shape 1089">
                  <a:extLst>
                    <a:ext uri="{FF2B5EF4-FFF2-40B4-BE49-F238E27FC236}">
                      <a16:creationId xmlns:a16="http://schemas.microsoft.com/office/drawing/2014/main" id="{D0C6B864-DE08-1AC1-FAB9-2C7588348515}"/>
                    </a:ext>
                  </a:extLst>
                </p:cNvPr>
                <p:cNvSpPr/>
                <p:nvPr/>
              </p:nvSpPr>
              <p:spPr>
                <a:xfrm>
                  <a:off x="1642313" y="5397034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1" name="Freeform: Shape 1090">
                  <a:extLst>
                    <a:ext uri="{FF2B5EF4-FFF2-40B4-BE49-F238E27FC236}">
                      <a16:creationId xmlns:a16="http://schemas.microsoft.com/office/drawing/2014/main" id="{42DF7658-9436-6A5E-B306-92279B99B7B4}"/>
                    </a:ext>
                  </a:extLst>
                </p:cNvPr>
                <p:cNvSpPr/>
                <p:nvPr/>
              </p:nvSpPr>
              <p:spPr>
                <a:xfrm>
                  <a:off x="1872234" y="198773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1220D5F8-797E-02D3-78F1-C6C330936254}"/>
                    </a:ext>
                  </a:extLst>
                </p:cNvPr>
                <p:cNvSpPr/>
                <p:nvPr/>
              </p:nvSpPr>
              <p:spPr>
                <a:xfrm>
                  <a:off x="2816724" y="1877841"/>
                  <a:ext cx="49589" cy="53728"/>
                </a:xfrm>
                <a:custGeom>
                  <a:avLst/>
                  <a:gdLst>
                    <a:gd name="connsiteX0" fmla="*/ 10477 w 20954"/>
                    <a:gd name="connsiteY0" fmla="*/ 0 h 20955"/>
                    <a:gd name="connsiteX1" fmla="*/ 20955 w 20954"/>
                    <a:gd name="connsiteY1" fmla="*/ 10478 h 20955"/>
                    <a:gd name="connsiteX2" fmla="*/ 10477 w 20954"/>
                    <a:gd name="connsiteY2" fmla="*/ 20955 h 20955"/>
                    <a:gd name="connsiteX3" fmla="*/ 0 w 20954"/>
                    <a:gd name="connsiteY3" fmla="*/ 10478 h 20955"/>
                    <a:gd name="connsiteX4" fmla="*/ 10477 w 20954"/>
                    <a:gd name="connsiteY4" fmla="*/ 0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5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8"/>
                      </a:cubicBezTo>
                      <a:cubicBezTo>
                        <a:pt x="20955" y="16193"/>
                        <a:pt x="16192" y="20955"/>
                        <a:pt x="10477" y="20955"/>
                      </a:cubicBezTo>
                      <a:cubicBezTo>
                        <a:pt x="4763" y="20955"/>
                        <a:pt x="0" y="16193"/>
                        <a:pt x="0" y="10478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4487130E-40F7-3967-0F49-A827EF8EEF26}"/>
                    </a:ext>
                  </a:extLst>
                </p:cNvPr>
                <p:cNvSpPr/>
                <p:nvPr/>
              </p:nvSpPr>
              <p:spPr>
                <a:xfrm>
                  <a:off x="2746846" y="3694830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3 h 24765"/>
                    <a:gd name="connsiteX2" fmla="*/ 12382 w 24764"/>
                    <a:gd name="connsiteY2" fmla="*/ 24765 h 24765"/>
                    <a:gd name="connsiteX3" fmla="*/ 0 w 24764"/>
                    <a:gd name="connsiteY3" fmla="*/ 12383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4" name="Freeform: Shape 1093">
                  <a:extLst>
                    <a:ext uri="{FF2B5EF4-FFF2-40B4-BE49-F238E27FC236}">
                      <a16:creationId xmlns:a16="http://schemas.microsoft.com/office/drawing/2014/main" id="{E9667049-3F34-2F5E-CD87-9F63F18F34A9}"/>
                    </a:ext>
                  </a:extLst>
                </p:cNvPr>
                <p:cNvSpPr/>
                <p:nvPr/>
              </p:nvSpPr>
              <p:spPr>
                <a:xfrm>
                  <a:off x="1730224" y="437131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3DE06FFE-00AD-16C2-5535-8CF4B027D44D}"/>
                    </a:ext>
                  </a:extLst>
                </p:cNvPr>
                <p:cNvSpPr/>
                <p:nvPr/>
              </p:nvSpPr>
              <p:spPr>
                <a:xfrm>
                  <a:off x="2368147" y="348968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6" name="Freeform: Shape 1095">
                  <a:extLst>
                    <a:ext uri="{FF2B5EF4-FFF2-40B4-BE49-F238E27FC236}">
                      <a16:creationId xmlns:a16="http://schemas.microsoft.com/office/drawing/2014/main" id="{F20F406D-3D38-E423-2342-E29B8014024C}"/>
                    </a:ext>
                  </a:extLst>
                </p:cNvPr>
                <p:cNvSpPr/>
                <p:nvPr/>
              </p:nvSpPr>
              <p:spPr>
                <a:xfrm>
                  <a:off x="2363641" y="505757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5717"/>
                        <a:pt x="25717" y="32385"/>
                        <a:pt x="16192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7" name="Freeform: Shape 1096">
                  <a:extLst>
                    <a:ext uri="{FF2B5EF4-FFF2-40B4-BE49-F238E27FC236}">
                      <a16:creationId xmlns:a16="http://schemas.microsoft.com/office/drawing/2014/main" id="{48CB107A-D7E0-D82F-9274-7054B3E611FD}"/>
                    </a:ext>
                  </a:extLst>
                </p:cNvPr>
                <p:cNvSpPr/>
                <p:nvPr/>
              </p:nvSpPr>
              <p:spPr>
                <a:xfrm>
                  <a:off x="2733321" y="2258823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7620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8" name="Freeform: Shape 1097">
                  <a:extLst>
                    <a:ext uri="{FF2B5EF4-FFF2-40B4-BE49-F238E27FC236}">
                      <a16:creationId xmlns:a16="http://schemas.microsoft.com/office/drawing/2014/main" id="{3E55086D-9303-0083-DCC5-F5CA65EF4079}"/>
                    </a:ext>
                  </a:extLst>
                </p:cNvPr>
                <p:cNvSpPr/>
                <p:nvPr/>
              </p:nvSpPr>
              <p:spPr>
                <a:xfrm>
                  <a:off x="2629628" y="1846094"/>
                  <a:ext cx="58608" cy="63497"/>
                </a:xfrm>
                <a:custGeom>
                  <a:avLst/>
                  <a:gdLst>
                    <a:gd name="connsiteX0" fmla="*/ 12383 w 24765"/>
                    <a:gd name="connsiteY0" fmla="*/ 0 h 24765"/>
                    <a:gd name="connsiteX1" fmla="*/ 24765 w 24765"/>
                    <a:gd name="connsiteY1" fmla="*/ 12382 h 24765"/>
                    <a:gd name="connsiteX2" fmla="*/ 12383 w 24765"/>
                    <a:gd name="connsiteY2" fmla="*/ 24765 h 24765"/>
                    <a:gd name="connsiteX3" fmla="*/ 0 w 24765"/>
                    <a:gd name="connsiteY3" fmla="*/ 12382 h 24765"/>
                    <a:gd name="connsiteX4" fmla="*/ 12383 w 24765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9" name="Freeform: Shape 1098">
                  <a:extLst>
                    <a:ext uri="{FF2B5EF4-FFF2-40B4-BE49-F238E27FC236}">
                      <a16:creationId xmlns:a16="http://schemas.microsoft.com/office/drawing/2014/main" id="{07D1E593-AF60-DC87-DCAE-97A150B47FF8}"/>
                    </a:ext>
                  </a:extLst>
                </p:cNvPr>
                <p:cNvSpPr/>
                <p:nvPr/>
              </p:nvSpPr>
              <p:spPr>
                <a:xfrm>
                  <a:off x="1730224" y="217334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0" name="Freeform: Shape 1099">
                  <a:extLst>
                    <a:ext uri="{FF2B5EF4-FFF2-40B4-BE49-F238E27FC236}">
                      <a16:creationId xmlns:a16="http://schemas.microsoft.com/office/drawing/2014/main" id="{265B0838-1E4F-D338-C63A-BD6AE85E1D32}"/>
                    </a:ext>
                  </a:extLst>
                </p:cNvPr>
                <p:cNvSpPr/>
                <p:nvPr/>
              </p:nvSpPr>
              <p:spPr>
                <a:xfrm>
                  <a:off x="2027772" y="525539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1" name="Freeform: Shape 1100">
                  <a:extLst>
                    <a:ext uri="{FF2B5EF4-FFF2-40B4-BE49-F238E27FC236}">
                      <a16:creationId xmlns:a16="http://schemas.microsoft.com/office/drawing/2014/main" id="{43CC4F18-C8A5-4728-7471-BE4BBA127968}"/>
                    </a:ext>
                  </a:extLst>
                </p:cNvPr>
                <p:cNvSpPr/>
                <p:nvPr/>
              </p:nvSpPr>
              <p:spPr>
                <a:xfrm>
                  <a:off x="2665697" y="3575164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2" name="Freeform: Shape 1101">
                  <a:extLst>
                    <a:ext uri="{FF2B5EF4-FFF2-40B4-BE49-F238E27FC236}">
                      <a16:creationId xmlns:a16="http://schemas.microsoft.com/office/drawing/2014/main" id="{D059355A-56C0-B5AD-5937-381F5E10FE38}"/>
                    </a:ext>
                  </a:extLst>
                </p:cNvPr>
                <p:cNvSpPr/>
                <p:nvPr/>
              </p:nvSpPr>
              <p:spPr>
                <a:xfrm>
                  <a:off x="1721208" y="211961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3" name="Freeform: Shape 1102">
                  <a:extLst>
                    <a:ext uri="{FF2B5EF4-FFF2-40B4-BE49-F238E27FC236}">
                      <a16:creationId xmlns:a16="http://schemas.microsoft.com/office/drawing/2014/main" id="{FB9129D9-5E39-4261-B003-5ED89757DB57}"/>
                    </a:ext>
                  </a:extLst>
                </p:cNvPr>
                <p:cNvSpPr/>
                <p:nvPr/>
              </p:nvSpPr>
              <p:spPr>
                <a:xfrm>
                  <a:off x="2573276" y="1953548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8"/>
                        <a:pt x="28575" y="14288"/>
                      </a:cubicBezTo>
                      <a:cubicBezTo>
                        <a:pt x="28575" y="21908"/>
                        <a:pt x="21908" y="28575"/>
                        <a:pt x="14288" y="28575"/>
                      </a:cubicBezTo>
                      <a:cubicBezTo>
                        <a:pt x="6668" y="28575"/>
                        <a:pt x="0" y="21908"/>
                        <a:pt x="0" y="14288"/>
                      </a:cubicBezTo>
                      <a:cubicBezTo>
                        <a:pt x="0" y="6668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4" name="Freeform: Shape 1103">
                  <a:extLst>
                    <a:ext uri="{FF2B5EF4-FFF2-40B4-BE49-F238E27FC236}">
                      <a16:creationId xmlns:a16="http://schemas.microsoft.com/office/drawing/2014/main" id="{41DDDDD0-B27C-CE20-0DAB-BD6E49488514}"/>
                    </a:ext>
                  </a:extLst>
                </p:cNvPr>
                <p:cNvSpPr/>
                <p:nvPr/>
              </p:nvSpPr>
              <p:spPr>
                <a:xfrm>
                  <a:off x="2041297" y="365331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5" name="Freeform: Shape 1104">
                  <a:extLst>
                    <a:ext uri="{FF2B5EF4-FFF2-40B4-BE49-F238E27FC236}">
                      <a16:creationId xmlns:a16="http://schemas.microsoft.com/office/drawing/2014/main" id="{884D362A-EEBB-535D-82BD-CE9B661DBD82}"/>
                    </a:ext>
                  </a:extLst>
                </p:cNvPr>
                <p:cNvSpPr/>
                <p:nvPr/>
              </p:nvSpPr>
              <p:spPr>
                <a:xfrm>
                  <a:off x="1910556" y="194866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6" name="Freeform: Shape 1105">
                  <a:extLst>
                    <a:ext uri="{FF2B5EF4-FFF2-40B4-BE49-F238E27FC236}">
                      <a16:creationId xmlns:a16="http://schemas.microsoft.com/office/drawing/2014/main" id="{DFAE4123-1721-79E4-9006-1A4B7DA868E7}"/>
                    </a:ext>
                  </a:extLst>
                </p:cNvPr>
                <p:cNvSpPr/>
                <p:nvPr/>
              </p:nvSpPr>
              <p:spPr>
                <a:xfrm>
                  <a:off x="1926336" y="559973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7" name="Freeform: Shape 1106">
                  <a:extLst>
                    <a:ext uri="{FF2B5EF4-FFF2-40B4-BE49-F238E27FC236}">
                      <a16:creationId xmlns:a16="http://schemas.microsoft.com/office/drawing/2014/main" id="{CDC0AA18-8831-D658-F166-323C2CC2929A}"/>
                    </a:ext>
                  </a:extLst>
                </p:cNvPr>
                <p:cNvSpPr/>
                <p:nvPr/>
              </p:nvSpPr>
              <p:spPr>
                <a:xfrm>
                  <a:off x="2172037" y="3225929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3810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8" name="Freeform: Shape 1107">
                  <a:extLst>
                    <a:ext uri="{FF2B5EF4-FFF2-40B4-BE49-F238E27FC236}">
                      <a16:creationId xmlns:a16="http://schemas.microsoft.com/office/drawing/2014/main" id="{E774E0D6-F4E2-3D59-BC43-BA9FCBE5732F}"/>
                    </a:ext>
                  </a:extLst>
                </p:cNvPr>
                <p:cNvSpPr/>
                <p:nvPr/>
              </p:nvSpPr>
              <p:spPr>
                <a:xfrm>
                  <a:off x="1603992" y="2840064"/>
                  <a:ext cx="63114" cy="68379"/>
                </a:xfrm>
                <a:custGeom>
                  <a:avLst/>
                  <a:gdLst>
                    <a:gd name="connsiteX0" fmla="*/ 26670 w 26669"/>
                    <a:gd name="connsiteY0" fmla="*/ 13335 h 26669"/>
                    <a:gd name="connsiteX1" fmla="*/ 13335 w 26669"/>
                    <a:gd name="connsiteY1" fmla="*/ 26670 h 26669"/>
                    <a:gd name="connsiteX2" fmla="*/ 0 w 26669"/>
                    <a:gd name="connsiteY2" fmla="*/ 13335 h 26669"/>
                    <a:gd name="connsiteX3" fmla="*/ 13335 w 26669"/>
                    <a:gd name="connsiteY3" fmla="*/ 0 h 26669"/>
                    <a:gd name="connsiteX4" fmla="*/ 26670 w 26669"/>
                    <a:gd name="connsiteY4" fmla="*/ 13335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9" name="Freeform: Shape 1108">
                  <a:extLst>
                    <a:ext uri="{FF2B5EF4-FFF2-40B4-BE49-F238E27FC236}">
                      <a16:creationId xmlns:a16="http://schemas.microsoft.com/office/drawing/2014/main" id="{1336A3EC-4138-D10B-DAA2-C10DDA0BB81E}"/>
                    </a:ext>
                  </a:extLst>
                </p:cNvPr>
                <p:cNvSpPr/>
                <p:nvPr/>
              </p:nvSpPr>
              <p:spPr>
                <a:xfrm>
                  <a:off x="2395199" y="545564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0" name="Freeform: Shape 1109">
                  <a:extLst>
                    <a:ext uri="{FF2B5EF4-FFF2-40B4-BE49-F238E27FC236}">
                      <a16:creationId xmlns:a16="http://schemas.microsoft.com/office/drawing/2014/main" id="{5EC83209-09B5-F1DD-7911-85E2A95EF3AB}"/>
                    </a:ext>
                  </a:extLst>
                </p:cNvPr>
                <p:cNvSpPr/>
                <p:nvPr/>
              </p:nvSpPr>
              <p:spPr>
                <a:xfrm>
                  <a:off x="2649917" y="230278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1" name="Freeform: Shape 1110">
                  <a:extLst>
                    <a:ext uri="{FF2B5EF4-FFF2-40B4-BE49-F238E27FC236}">
                      <a16:creationId xmlns:a16="http://schemas.microsoft.com/office/drawing/2014/main" id="{CB2831F6-EE1E-7E12-45D9-7F3FC6A7467D}"/>
                    </a:ext>
                  </a:extLst>
                </p:cNvPr>
                <p:cNvSpPr/>
                <p:nvPr/>
              </p:nvSpPr>
              <p:spPr>
                <a:xfrm>
                  <a:off x="2250934" y="2727723"/>
                  <a:ext cx="36064" cy="39072"/>
                </a:xfrm>
                <a:custGeom>
                  <a:avLst/>
                  <a:gdLst>
                    <a:gd name="connsiteX0" fmla="*/ 15240 w 15239"/>
                    <a:gd name="connsiteY0" fmla="*/ 7620 h 15239"/>
                    <a:gd name="connsiteX1" fmla="*/ 7620 w 15239"/>
                    <a:gd name="connsiteY1" fmla="*/ 15240 h 15239"/>
                    <a:gd name="connsiteX2" fmla="*/ 0 w 15239"/>
                    <a:gd name="connsiteY2" fmla="*/ 7620 h 15239"/>
                    <a:gd name="connsiteX3" fmla="*/ 7620 w 15239"/>
                    <a:gd name="connsiteY3" fmla="*/ 0 h 15239"/>
                    <a:gd name="connsiteX4" fmla="*/ 15240 w 15239"/>
                    <a:gd name="connsiteY4" fmla="*/ 762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39">
                      <a:moveTo>
                        <a:pt x="15240" y="7620"/>
                      </a:moveTo>
                      <a:cubicBezTo>
                        <a:pt x="15240" y="11828"/>
                        <a:pt x="11828" y="15240"/>
                        <a:pt x="7620" y="15240"/>
                      </a:cubicBezTo>
                      <a:cubicBezTo>
                        <a:pt x="3412" y="15240"/>
                        <a:pt x="0" y="11828"/>
                        <a:pt x="0" y="7620"/>
                      </a:cubicBezTo>
                      <a:cubicBezTo>
                        <a:pt x="0" y="3412"/>
                        <a:pt x="3412" y="0"/>
                        <a:pt x="7620" y="0"/>
                      </a:cubicBezTo>
                      <a:cubicBezTo>
                        <a:pt x="11828" y="0"/>
                        <a:pt x="15240" y="3412"/>
                        <a:pt x="15240" y="762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2" name="Freeform: Shape 1111">
                  <a:extLst>
                    <a:ext uri="{FF2B5EF4-FFF2-40B4-BE49-F238E27FC236}">
                      <a16:creationId xmlns:a16="http://schemas.microsoft.com/office/drawing/2014/main" id="{9785BBDD-16E6-6335-B922-A20503CBB303}"/>
                    </a:ext>
                  </a:extLst>
                </p:cNvPr>
                <p:cNvSpPr/>
                <p:nvPr/>
              </p:nvSpPr>
              <p:spPr>
                <a:xfrm>
                  <a:off x="2525937" y="318685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6668" y="32385"/>
                        <a:pt x="0" y="25717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3" name="Freeform: Shape 1112">
                  <a:extLst>
                    <a:ext uri="{FF2B5EF4-FFF2-40B4-BE49-F238E27FC236}">
                      <a16:creationId xmlns:a16="http://schemas.microsoft.com/office/drawing/2014/main" id="{50E36D31-67B6-2C56-B0BB-7565FB3E6D6D}"/>
                    </a:ext>
                  </a:extLst>
                </p:cNvPr>
                <p:cNvSpPr/>
                <p:nvPr/>
              </p:nvSpPr>
              <p:spPr>
                <a:xfrm>
                  <a:off x="2674711" y="329919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4" name="Freeform: Shape 1113">
                  <a:extLst>
                    <a:ext uri="{FF2B5EF4-FFF2-40B4-BE49-F238E27FC236}">
                      <a16:creationId xmlns:a16="http://schemas.microsoft.com/office/drawing/2014/main" id="{F2516434-4B35-EBD5-29AA-D154019120C9}"/>
                    </a:ext>
                  </a:extLst>
                </p:cNvPr>
                <p:cNvSpPr/>
                <p:nvPr/>
              </p:nvSpPr>
              <p:spPr>
                <a:xfrm>
                  <a:off x="2030027" y="395126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5" name="Freeform: Shape 1114">
                  <a:extLst>
                    <a:ext uri="{FF2B5EF4-FFF2-40B4-BE49-F238E27FC236}">
                      <a16:creationId xmlns:a16="http://schemas.microsoft.com/office/drawing/2014/main" id="{FC72CEDA-FFF7-8AEB-3B38-3333DEE8E07E}"/>
                    </a:ext>
                  </a:extLst>
                </p:cNvPr>
                <p:cNvSpPr/>
                <p:nvPr/>
              </p:nvSpPr>
              <p:spPr>
                <a:xfrm>
                  <a:off x="2577784" y="5079549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4288" y="0"/>
                        <a:pt x="19050" y="3810"/>
                        <a:pt x="19050" y="9525"/>
                      </a:cubicBezTo>
                      <a:cubicBezTo>
                        <a:pt x="19050" y="15240"/>
                        <a:pt x="15240" y="19050"/>
                        <a:pt x="9525" y="19050"/>
                      </a:cubicBezTo>
                      <a:cubicBezTo>
                        <a:pt x="3810" y="19050"/>
                        <a:pt x="0" y="15240"/>
                        <a:pt x="0" y="9525"/>
                      </a:cubicBezTo>
                      <a:cubicBezTo>
                        <a:pt x="0" y="3810"/>
                        <a:pt x="4763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6" name="Freeform: Shape 1115">
                  <a:extLst>
                    <a:ext uri="{FF2B5EF4-FFF2-40B4-BE49-F238E27FC236}">
                      <a16:creationId xmlns:a16="http://schemas.microsoft.com/office/drawing/2014/main" id="{A9A28D8B-73E3-0E8B-4C57-DBA577E3FEB9}"/>
                    </a:ext>
                  </a:extLst>
                </p:cNvPr>
                <p:cNvSpPr/>
                <p:nvPr/>
              </p:nvSpPr>
              <p:spPr>
                <a:xfrm>
                  <a:off x="1779815" y="400743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7" name="Freeform: Shape 1116">
                  <a:extLst>
                    <a:ext uri="{FF2B5EF4-FFF2-40B4-BE49-F238E27FC236}">
                      <a16:creationId xmlns:a16="http://schemas.microsoft.com/office/drawing/2014/main" id="{62F12855-7F3F-958D-5669-EE9769B168A5}"/>
                    </a:ext>
                  </a:extLst>
                </p:cNvPr>
                <p:cNvSpPr/>
                <p:nvPr/>
              </p:nvSpPr>
              <p:spPr>
                <a:xfrm>
                  <a:off x="2084127" y="496721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8" name="Freeform: Shape 1117">
                  <a:extLst>
                    <a:ext uri="{FF2B5EF4-FFF2-40B4-BE49-F238E27FC236}">
                      <a16:creationId xmlns:a16="http://schemas.microsoft.com/office/drawing/2014/main" id="{1D6AC4DA-6BB1-D2B4-AE1D-E6D9D04B5DA3}"/>
                    </a:ext>
                  </a:extLst>
                </p:cNvPr>
                <p:cNvSpPr/>
                <p:nvPr/>
              </p:nvSpPr>
              <p:spPr>
                <a:xfrm>
                  <a:off x="2133718" y="357516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9" name="Freeform: Shape 1118">
                  <a:extLst>
                    <a:ext uri="{FF2B5EF4-FFF2-40B4-BE49-F238E27FC236}">
                      <a16:creationId xmlns:a16="http://schemas.microsoft.com/office/drawing/2014/main" id="{5CF8ED34-CBB0-52EF-A7C6-BC383C16148F}"/>
                    </a:ext>
                  </a:extLst>
                </p:cNvPr>
                <p:cNvSpPr/>
                <p:nvPr/>
              </p:nvSpPr>
              <p:spPr>
                <a:xfrm>
                  <a:off x="2208104" y="539947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0" name="Freeform: Shape 1119">
                  <a:extLst>
                    <a:ext uri="{FF2B5EF4-FFF2-40B4-BE49-F238E27FC236}">
                      <a16:creationId xmlns:a16="http://schemas.microsoft.com/office/drawing/2014/main" id="{0A3F8BAE-16B5-C9BB-B9E1-AD3FBCC2A788}"/>
                    </a:ext>
                  </a:extLst>
                </p:cNvPr>
                <p:cNvSpPr/>
                <p:nvPr/>
              </p:nvSpPr>
              <p:spPr>
                <a:xfrm>
                  <a:off x="1908303" y="5431227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1" name="Freeform: Shape 1120">
                  <a:extLst>
                    <a:ext uri="{FF2B5EF4-FFF2-40B4-BE49-F238E27FC236}">
                      <a16:creationId xmlns:a16="http://schemas.microsoft.com/office/drawing/2014/main" id="{3FA537B0-A3FE-3DE5-8363-2108B16AE78F}"/>
                    </a:ext>
                  </a:extLst>
                </p:cNvPr>
                <p:cNvSpPr/>
                <p:nvPr/>
              </p:nvSpPr>
              <p:spPr>
                <a:xfrm>
                  <a:off x="2692747" y="229057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2" name="Freeform: Shape 1121">
                  <a:extLst>
                    <a:ext uri="{FF2B5EF4-FFF2-40B4-BE49-F238E27FC236}">
                      <a16:creationId xmlns:a16="http://schemas.microsoft.com/office/drawing/2014/main" id="{D5FDAC73-1851-08F2-5BCC-DBBD4D2777EF}"/>
                    </a:ext>
                  </a:extLst>
                </p:cNvPr>
                <p:cNvSpPr/>
                <p:nvPr/>
              </p:nvSpPr>
              <p:spPr>
                <a:xfrm>
                  <a:off x="1847440" y="243710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3" name="Freeform: Shape 1122">
                  <a:extLst>
                    <a:ext uri="{FF2B5EF4-FFF2-40B4-BE49-F238E27FC236}">
                      <a16:creationId xmlns:a16="http://schemas.microsoft.com/office/drawing/2014/main" id="{9DD5AAA0-CA85-7353-C2BB-06962CF19CA9}"/>
                    </a:ext>
                  </a:extLst>
                </p:cNvPr>
                <p:cNvSpPr/>
                <p:nvPr/>
              </p:nvSpPr>
              <p:spPr>
                <a:xfrm>
                  <a:off x="2435771" y="4029411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5715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4" name="Freeform: Shape 1123">
                  <a:extLst>
                    <a:ext uri="{FF2B5EF4-FFF2-40B4-BE49-F238E27FC236}">
                      <a16:creationId xmlns:a16="http://schemas.microsoft.com/office/drawing/2014/main" id="{D3891C9A-63F4-BFE2-0447-800E98C8F49C}"/>
                    </a:ext>
                  </a:extLst>
                </p:cNvPr>
                <p:cNvSpPr/>
                <p:nvPr/>
              </p:nvSpPr>
              <p:spPr>
                <a:xfrm>
                  <a:off x="2586801" y="2732607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5" name="Freeform: Shape 1124">
                  <a:extLst>
                    <a:ext uri="{FF2B5EF4-FFF2-40B4-BE49-F238E27FC236}">
                      <a16:creationId xmlns:a16="http://schemas.microsoft.com/office/drawing/2014/main" id="{C9D05A3C-0024-37AE-E427-0EC3499F7515}"/>
                    </a:ext>
                  </a:extLst>
                </p:cNvPr>
                <p:cNvSpPr/>
                <p:nvPr/>
              </p:nvSpPr>
              <p:spPr>
                <a:xfrm>
                  <a:off x="1637805" y="4422602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6" name="Freeform: Shape 1125">
                  <a:extLst>
                    <a:ext uri="{FF2B5EF4-FFF2-40B4-BE49-F238E27FC236}">
                      <a16:creationId xmlns:a16="http://schemas.microsoft.com/office/drawing/2014/main" id="{CA5773C3-700D-8340-0E67-51B1F2B29BAB}"/>
                    </a:ext>
                  </a:extLst>
                </p:cNvPr>
                <p:cNvSpPr/>
                <p:nvPr/>
              </p:nvSpPr>
              <p:spPr>
                <a:xfrm>
                  <a:off x="2476349" y="236139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7" name="Freeform: Shape 1126">
                  <a:extLst>
                    <a:ext uri="{FF2B5EF4-FFF2-40B4-BE49-F238E27FC236}">
                      <a16:creationId xmlns:a16="http://schemas.microsoft.com/office/drawing/2014/main" id="{BACA0430-3F61-C1F2-DEB9-F2B83BE5E5E9}"/>
                    </a:ext>
                  </a:extLst>
                </p:cNvPr>
                <p:cNvSpPr/>
                <p:nvPr/>
              </p:nvSpPr>
              <p:spPr>
                <a:xfrm>
                  <a:off x="2769388" y="275702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8" name="Freeform: Shape 1127">
                  <a:extLst>
                    <a:ext uri="{FF2B5EF4-FFF2-40B4-BE49-F238E27FC236}">
                      <a16:creationId xmlns:a16="http://schemas.microsoft.com/office/drawing/2014/main" id="{8C5CD466-D002-CE7C-453A-C6E8853B481D}"/>
                    </a:ext>
                  </a:extLst>
                </p:cNvPr>
                <p:cNvSpPr/>
                <p:nvPr/>
              </p:nvSpPr>
              <p:spPr>
                <a:xfrm>
                  <a:off x="2539462" y="1819229"/>
                  <a:ext cx="58608" cy="63497"/>
                </a:xfrm>
                <a:custGeom>
                  <a:avLst/>
                  <a:gdLst>
                    <a:gd name="connsiteX0" fmla="*/ 12383 w 24765"/>
                    <a:gd name="connsiteY0" fmla="*/ 0 h 24765"/>
                    <a:gd name="connsiteX1" fmla="*/ 24765 w 24765"/>
                    <a:gd name="connsiteY1" fmla="*/ 12383 h 24765"/>
                    <a:gd name="connsiteX2" fmla="*/ 12383 w 24765"/>
                    <a:gd name="connsiteY2" fmla="*/ 24765 h 24765"/>
                    <a:gd name="connsiteX3" fmla="*/ 0 w 24765"/>
                    <a:gd name="connsiteY3" fmla="*/ 12383 h 24765"/>
                    <a:gd name="connsiteX4" fmla="*/ 12383 w 24765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9" name="Freeform: Shape 1128">
                  <a:extLst>
                    <a:ext uri="{FF2B5EF4-FFF2-40B4-BE49-F238E27FC236}">
                      <a16:creationId xmlns:a16="http://schemas.microsoft.com/office/drawing/2014/main" id="{10767F73-C434-7F5F-3F29-720C64D9370C}"/>
                    </a:ext>
                  </a:extLst>
                </p:cNvPr>
                <p:cNvSpPr/>
                <p:nvPr/>
              </p:nvSpPr>
              <p:spPr>
                <a:xfrm>
                  <a:off x="2050313" y="371680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0" name="Freeform: Shape 1129">
                  <a:extLst>
                    <a:ext uri="{FF2B5EF4-FFF2-40B4-BE49-F238E27FC236}">
                      <a16:creationId xmlns:a16="http://schemas.microsoft.com/office/drawing/2014/main" id="{8C8AE878-65E9-9DB0-ADCC-4A706BA6193A}"/>
                    </a:ext>
                  </a:extLst>
                </p:cNvPr>
                <p:cNvSpPr/>
                <p:nvPr/>
              </p:nvSpPr>
              <p:spPr>
                <a:xfrm>
                  <a:off x="2699508" y="4068486"/>
                  <a:ext cx="49589" cy="53726"/>
                </a:xfrm>
                <a:custGeom>
                  <a:avLst/>
                  <a:gdLst>
                    <a:gd name="connsiteX0" fmla="*/ 10477 w 20954"/>
                    <a:gd name="connsiteY0" fmla="*/ 0 h 20954"/>
                    <a:gd name="connsiteX1" fmla="*/ 20955 w 20954"/>
                    <a:gd name="connsiteY1" fmla="*/ 10477 h 20954"/>
                    <a:gd name="connsiteX2" fmla="*/ 10477 w 20954"/>
                    <a:gd name="connsiteY2" fmla="*/ 20955 h 20954"/>
                    <a:gd name="connsiteX3" fmla="*/ 0 w 20954"/>
                    <a:gd name="connsiteY3" fmla="*/ 10477 h 20954"/>
                    <a:gd name="connsiteX4" fmla="*/ 10477 w 20954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7"/>
                      </a:cubicBezTo>
                      <a:cubicBezTo>
                        <a:pt x="20955" y="16192"/>
                        <a:pt x="16192" y="20955"/>
                        <a:pt x="10477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1" name="Freeform: Shape 1130">
                  <a:extLst>
                    <a:ext uri="{FF2B5EF4-FFF2-40B4-BE49-F238E27FC236}">
                      <a16:creationId xmlns:a16="http://schemas.microsoft.com/office/drawing/2014/main" id="{040DB988-2BF2-C7F2-8E0A-4604A81378DB}"/>
                    </a:ext>
                  </a:extLst>
                </p:cNvPr>
                <p:cNvSpPr/>
                <p:nvPr/>
              </p:nvSpPr>
              <p:spPr>
                <a:xfrm>
                  <a:off x="2897873" y="3379789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7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2" name="Freeform: Shape 1131">
                  <a:extLst>
                    <a:ext uri="{FF2B5EF4-FFF2-40B4-BE49-F238E27FC236}">
                      <a16:creationId xmlns:a16="http://schemas.microsoft.com/office/drawing/2014/main" id="{469D46AE-4696-A0F9-FE52-D68C2A7D786C}"/>
                    </a:ext>
                  </a:extLst>
                </p:cNvPr>
                <p:cNvSpPr/>
                <p:nvPr/>
              </p:nvSpPr>
              <p:spPr>
                <a:xfrm>
                  <a:off x="2859338" y="3335829"/>
                  <a:ext cx="67837" cy="73266"/>
                </a:xfrm>
                <a:custGeom>
                  <a:avLst/>
                  <a:gdLst>
                    <a:gd name="connsiteX0" fmla="*/ 14378 w 28665"/>
                    <a:gd name="connsiteY0" fmla="*/ 0 h 28575"/>
                    <a:gd name="connsiteX1" fmla="*/ 28666 w 28665"/>
                    <a:gd name="connsiteY1" fmla="*/ 14288 h 28575"/>
                    <a:gd name="connsiteX2" fmla="*/ 14378 w 28665"/>
                    <a:gd name="connsiteY2" fmla="*/ 28575 h 28575"/>
                    <a:gd name="connsiteX3" fmla="*/ 91 w 28665"/>
                    <a:gd name="connsiteY3" fmla="*/ 14288 h 28575"/>
                    <a:gd name="connsiteX4" fmla="*/ 14378 w 2866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65" h="28575">
                      <a:moveTo>
                        <a:pt x="14378" y="0"/>
                      </a:moveTo>
                      <a:cubicBezTo>
                        <a:pt x="22951" y="0"/>
                        <a:pt x="28666" y="6667"/>
                        <a:pt x="28666" y="14288"/>
                      </a:cubicBezTo>
                      <a:cubicBezTo>
                        <a:pt x="28666" y="22860"/>
                        <a:pt x="21998" y="28575"/>
                        <a:pt x="14378" y="28575"/>
                      </a:cubicBezTo>
                      <a:cubicBezTo>
                        <a:pt x="5806" y="28575"/>
                        <a:pt x="91" y="21908"/>
                        <a:pt x="91" y="14288"/>
                      </a:cubicBezTo>
                      <a:cubicBezTo>
                        <a:pt x="-862" y="6667"/>
                        <a:pt x="5806" y="0"/>
                        <a:pt x="143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3" name="Freeform: Shape 1132">
                  <a:extLst>
                    <a:ext uri="{FF2B5EF4-FFF2-40B4-BE49-F238E27FC236}">
                      <a16:creationId xmlns:a16="http://schemas.microsoft.com/office/drawing/2014/main" id="{7C60A0C8-8A2C-1C31-E61B-25C10AAD8C75}"/>
                    </a:ext>
                  </a:extLst>
                </p:cNvPr>
                <p:cNvSpPr/>
                <p:nvPr/>
              </p:nvSpPr>
              <p:spPr>
                <a:xfrm>
                  <a:off x="2334336" y="517235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4" name="Freeform: Shape 1133">
                  <a:extLst>
                    <a:ext uri="{FF2B5EF4-FFF2-40B4-BE49-F238E27FC236}">
                      <a16:creationId xmlns:a16="http://schemas.microsoft.com/office/drawing/2014/main" id="{49D58CD3-6AD6-2E21-CA1F-61F56E6F70EF}"/>
                    </a:ext>
                  </a:extLst>
                </p:cNvPr>
                <p:cNvSpPr/>
                <p:nvPr/>
              </p:nvSpPr>
              <p:spPr>
                <a:xfrm>
                  <a:off x="2257695" y="2593401"/>
                  <a:ext cx="58608" cy="63497"/>
                </a:xfrm>
                <a:custGeom>
                  <a:avLst/>
                  <a:gdLst>
                    <a:gd name="connsiteX0" fmla="*/ 12383 w 24765"/>
                    <a:gd name="connsiteY0" fmla="*/ 0 h 24765"/>
                    <a:gd name="connsiteX1" fmla="*/ 24765 w 24765"/>
                    <a:gd name="connsiteY1" fmla="*/ 12383 h 24765"/>
                    <a:gd name="connsiteX2" fmla="*/ 12383 w 24765"/>
                    <a:gd name="connsiteY2" fmla="*/ 24765 h 24765"/>
                    <a:gd name="connsiteX3" fmla="*/ 0 w 24765"/>
                    <a:gd name="connsiteY3" fmla="*/ 12383 h 24765"/>
                    <a:gd name="connsiteX4" fmla="*/ 12383 w 24765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5" name="Freeform: Shape 1134">
                  <a:extLst>
                    <a:ext uri="{FF2B5EF4-FFF2-40B4-BE49-F238E27FC236}">
                      <a16:creationId xmlns:a16="http://schemas.microsoft.com/office/drawing/2014/main" id="{B1EFC4A2-727D-C852-1150-62F36CD8D890}"/>
                    </a:ext>
                  </a:extLst>
                </p:cNvPr>
                <p:cNvSpPr/>
                <p:nvPr/>
              </p:nvSpPr>
              <p:spPr>
                <a:xfrm>
                  <a:off x="2643156" y="4376199"/>
                  <a:ext cx="36064" cy="39072"/>
                </a:xfrm>
                <a:custGeom>
                  <a:avLst/>
                  <a:gdLst>
                    <a:gd name="connsiteX0" fmla="*/ 7620 w 15239"/>
                    <a:gd name="connsiteY0" fmla="*/ 0 h 15239"/>
                    <a:gd name="connsiteX1" fmla="*/ 15240 w 15239"/>
                    <a:gd name="connsiteY1" fmla="*/ 7620 h 15239"/>
                    <a:gd name="connsiteX2" fmla="*/ 7620 w 15239"/>
                    <a:gd name="connsiteY2" fmla="*/ 15240 h 15239"/>
                    <a:gd name="connsiteX3" fmla="*/ 0 w 15239"/>
                    <a:gd name="connsiteY3" fmla="*/ 7620 h 15239"/>
                    <a:gd name="connsiteX4" fmla="*/ 7620 w 15239"/>
                    <a:gd name="connsiteY4" fmla="*/ 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39">
                      <a:moveTo>
                        <a:pt x="7620" y="0"/>
                      </a:moveTo>
                      <a:cubicBezTo>
                        <a:pt x="11430" y="0"/>
                        <a:pt x="15240" y="2858"/>
                        <a:pt x="15240" y="7620"/>
                      </a:cubicBezTo>
                      <a:cubicBezTo>
                        <a:pt x="15240" y="11430"/>
                        <a:pt x="12382" y="15240"/>
                        <a:pt x="7620" y="15240"/>
                      </a:cubicBezTo>
                      <a:cubicBezTo>
                        <a:pt x="2857" y="15240"/>
                        <a:pt x="0" y="12383"/>
                        <a:pt x="0" y="7620"/>
                      </a:cubicBezTo>
                      <a:cubicBezTo>
                        <a:pt x="952" y="2858"/>
                        <a:pt x="3810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6" name="Freeform: Shape 1135">
                  <a:extLst>
                    <a:ext uri="{FF2B5EF4-FFF2-40B4-BE49-F238E27FC236}">
                      <a16:creationId xmlns:a16="http://schemas.microsoft.com/office/drawing/2014/main" id="{44A7245D-6EE8-1DB9-DDD9-52CA29FEE2DC}"/>
                    </a:ext>
                  </a:extLst>
                </p:cNvPr>
                <p:cNvSpPr/>
                <p:nvPr/>
              </p:nvSpPr>
              <p:spPr>
                <a:xfrm>
                  <a:off x="2372658" y="495255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7" name="Freeform: Shape 1136">
                  <a:extLst>
                    <a:ext uri="{FF2B5EF4-FFF2-40B4-BE49-F238E27FC236}">
                      <a16:creationId xmlns:a16="http://schemas.microsoft.com/office/drawing/2014/main" id="{11076BB6-F48F-5D80-9BC8-28676A69E392}"/>
                    </a:ext>
                  </a:extLst>
                </p:cNvPr>
                <p:cNvSpPr/>
                <p:nvPr/>
              </p:nvSpPr>
              <p:spPr>
                <a:xfrm>
                  <a:off x="2379419" y="370703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8" name="Freeform: Shape 1137">
                  <a:extLst>
                    <a:ext uri="{FF2B5EF4-FFF2-40B4-BE49-F238E27FC236}">
                      <a16:creationId xmlns:a16="http://schemas.microsoft.com/office/drawing/2014/main" id="{275EFC2E-9C0B-DC9D-CBC9-050C4BD93E38}"/>
                    </a:ext>
                  </a:extLst>
                </p:cNvPr>
                <p:cNvSpPr/>
                <p:nvPr/>
              </p:nvSpPr>
              <p:spPr>
                <a:xfrm>
                  <a:off x="2149496" y="520654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9" name="Freeform: Shape 1138">
                  <a:extLst>
                    <a:ext uri="{FF2B5EF4-FFF2-40B4-BE49-F238E27FC236}">
                      <a16:creationId xmlns:a16="http://schemas.microsoft.com/office/drawing/2014/main" id="{7F7DBBBA-72B7-257C-48E1-049643798589}"/>
                    </a:ext>
                  </a:extLst>
                </p:cNvPr>
                <p:cNvSpPr/>
                <p:nvPr/>
              </p:nvSpPr>
              <p:spPr>
                <a:xfrm>
                  <a:off x="2902381" y="3892648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3810"/>
                        <a:pt x="4763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0" name="Freeform: Shape 1139">
                  <a:extLst>
                    <a:ext uri="{FF2B5EF4-FFF2-40B4-BE49-F238E27FC236}">
                      <a16:creationId xmlns:a16="http://schemas.microsoft.com/office/drawing/2014/main" id="{43E68EBC-98D0-C307-1F06-3C59CD1C2937}"/>
                    </a:ext>
                  </a:extLst>
                </p:cNvPr>
                <p:cNvSpPr/>
                <p:nvPr/>
              </p:nvSpPr>
              <p:spPr>
                <a:xfrm>
                  <a:off x="1603992" y="1868072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1" name="Freeform: Shape 1140">
                  <a:extLst>
                    <a:ext uri="{FF2B5EF4-FFF2-40B4-BE49-F238E27FC236}">
                      <a16:creationId xmlns:a16="http://schemas.microsoft.com/office/drawing/2014/main" id="{63383853-5BB1-FE83-05C5-2B79448B87DD}"/>
                    </a:ext>
                  </a:extLst>
                </p:cNvPr>
                <p:cNvSpPr/>
                <p:nvPr/>
              </p:nvSpPr>
              <p:spPr>
                <a:xfrm>
                  <a:off x="2000722" y="2275917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2" name="Freeform: Shape 1141">
                  <a:extLst>
                    <a:ext uri="{FF2B5EF4-FFF2-40B4-BE49-F238E27FC236}">
                      <a16:creationId xmlns:a16="http://schemas.microsoft.com/office/drawing/2014/main" id="{5304BF73-3398-A045-1B53-A52800631508}"/>
                    </a:ext>
                  </a:extLst>
                </p:cNvPr>
                <p:cNvSpPr/>
                <p:nvPr/>
              </p:nvSpPr>
              <p:spPr>
                <a:xfrm>
                  <a:off x="2751352" y="4332242"/>
                  <a:ext cx="31558" cy="34188"/>
                </a:xfrm>
                <a:custGeom>
                  <a:avLst/>
                  <a:gdLst>
                    <a:gd name="connsiteX0" fmla="*/ 6668 w 13335"/>
                    <a:gd name="connsiteY0" fmla="*/ 0 h 13334"/>
                    <a:gd name="connsiteX1" fmla="*/ 13335 w 13335"/>
                    <a:gd name="connsiteY1" fmla="*/ 6667 h 13334"/>
                    <a:gd name="connsiteX2" fmla="*/ 6668 w 13335"/>
                    <a:gd name="connsiteY2" fmla="*/ 13335 h 13334"/>
                    <a:gd name="connsiteX3" fmla="*/ 0 w 13335"/>
                    <a:gd name="connsiteY3" fmla="*/ 6667 h 13334"/>
                    <a:gd name="connsiteX4" fmla="*/ 6668 w 13335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6668" y="0"/>
                      </a:moveTo>
                      <a:cubicBezTo>
                        <a:pt x="10477" y="0"/>
                        <a:pt x="13335" y="2857"/>
                        <a:pt x="13335" y="6667"/>
                      </a:cubicBezTo>
                      <a:cubicBezTo>
                        <a:pt x="13335" y="10477"/>
                        <a:pt x="10477" y="13335"/>
                        <a:pt x="6668" y="13335"/>
                      </a:cubicBez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3810"/>
                        <a:pt x="2858" y="0"/>
                        <a:pt x="666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E8DDF407-65ED-0EAB-7BCC-9F713D7D4350}"/>
                    </a:ext>
                  </a:extLst>
                </p:cNvPr>
                <p:cNvSpPr/>
                <p:nvPr/>
              </p:nvSpPr>
              <p:spPr>
                <a:xfrm>
                  <a:off x="2039044" y="498430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4" name="Freeform: Shape 1143">
                  <a:extLst>
                    <a:ext uri="{FF2B5EF4-FFF2-40B4-BE49-F238E27FC236}">
                      <a16:creationId xmlns:a16="http://schemas.microsoft.com/office/drawing/2014/main" id="{7A43F3FC-BD68-DAC2-74DE-DABFB02A30F0}"/>
                    </a:ext>
                  </a:extLst>
                </p:cNvPr>
                <p:cNvSpPr/>
                <p:nvPr/>
              </p:nvSpPr>
              <p:spPr>
                <a:xfrm>
                  <a:off x="1998469" y="5160143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5" name="Freeform: Shape 1144">
                  <a:extLst>
                    <a:ext uri="{FF2B5EF4-FFF2-40B4-BE49-F238E27FC236}">
                      <a16:creationId xmlns:a16="http://schemas.microsoft.com/office/drawing/2014/main" id="{091D5ABD-F0CE-9BC2-F67E-2FFE4D944E53}"/>
                    </a:ext>
                  </a:extLst>
                </p:cNvPr>
                <p:cNvSpPr/>
                <p:nvPr/>
              </p:nvSpPr>
              <p:spPr>
                <a:xfrm>
                  <a:off x="2794182" y="3704598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3 h 24764"/>
                    <a:gd name="connsiteX1" fmla="*/ 12382 w 24764"/>
                    <a:gd name="connsiteY1" fmla="*/ 24765 h 24764"/>
                    <a:gd name="connsiteX2" fmla="*/ 0 w 24764"/>
                    <a:gd name="connsiteY2" fmla="*/ 12383 h 24764"/>
                    <a:gd name="connsiteX3" fmla="*/ 12382 w 24764"/>
                    <a:gd name="connsiteY3" fmla="*/ 0 h 24764"/>
                    <a:gd name="connsiteX4" fmla="*/ 24765 w 24764"/>
                    <a:gd name="connsiteY4" fmla="*/ 12383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3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3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6" name="Freeform: Shape 1145">
                  <a:extLst>
                    <a:ext uri="{FF2B5EF4-FFF2-40B4-BE49-F238E27FC236}">
                      <a16:creationId xmlns:a16="http://schemas.microsoft.com/office/drawing/2014/main" id="{98265335-942A-A944-76DD-CCE41DE481A8}"/>
                    </a:ext>
                  </a:extLst>
                </p:cNvPr>
                <p:cNvSpPr/>
                <p:nvPr/>
              </p:nvSpPr>
              <p:spPr>
                <a:xfrm>
                  <a:off x="1628786" y="4173499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7" name="Freeform: Shape 1146">
                  <a:extLst>
                    <a:ext uri="{FF2B5EF4-FFF2-40B4-BE49-F238E27FC236}">
                      <a16:creationId xmlns:a16="http://schemas.microsoft.com/office/drawing/2014/main" id="{06C5AA14-82FA-B3B6-8B19-9AE2F133F7F0}"/>
                    </a:ext>
                  </a:extLst>
                </p:cNvPr>
                <p:cNvSpPr/>
                <p:nvPr/>
              </p:nvSpPr>
              <p:spPr>
                <a:xfrm>
                  <a:off x="2163021" y="203170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8" name="Freeform: Shape 1147">
                  <a:extLst>
                    <a:ext uri="{FF2B5EF4-FFF2-40B4-BE49-F238E27FC236}">
                      <a16:creationId xmlns:a16="http://schemas.microsoft.com/office/drawing/2014/main" id="{78ECA217-B923-AAE0-1435-A6139B7304BD}"/>
                    </a:ext>
                  </a:extLst>
                </p:cNvPr>
                <p:cNvSpPr/>
                <p:nvPr/>
              </p:nvSpPr>
              <p:spPr>
                <a:xfrm>
                  <a:off x="2413232" y="2805873"/>
                  <a:ext cx="63116" cy="68379"/>
                </a:xfrm>
                <a:custGeom>
                  <a:avLst/>
                  <a:gdLst>
                    <a:gd name="connsiteX0" fmla="*/ 26670 w 26670"/>
                    <a:gd name="connsiteY0" fmla="*/ 13335 h 26669"/>
                    <a:gd name="connsiteX1" fmla="*/ 13335 w 26670"/>
                    <a:gd name="connsiteY1" fmla="*/ 26670 h 26669"/>
                    <a:gd name="connsiteX2" fmla="*/ 0 w 26670"/>
                    <a:gd name="connsiteY2" fmla="*/ 13335 h 26669"/>
                    <a:gd name="connsiteX3" fmla="*/ 13335 w 26670"/>
                    <a:gd name="connsiteY3" fmla="*/ 0 h 26669"/>
                    <a:gd name="connsiteX4" fmla="*/ 26670 w 26670"/>
                    <a:gd name="connsiteY4" fmla="*/ 13335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9" name="Freeform: Shape 1148">
                  <a:extLst>
                    <a:ext uri="{FF2B5EF4-FFF2-40B4-BE49-F238E27FC236}">
                      <a16:creationId xmlns:a16="http://schemas.microsoft.com/office/drawing/2014/main" id="{3379A53D-EEF6-F0EB-4A61-2E5553953D1B}"/>
                    </a:ext>
                  </a:extLst>
                </p:cNvPr>
                <p:cNvSpPr/>
                <p:nvPr/>
              </p:nvSpPr>
              <p:spPr>
                <a:xfrm>
                  <a:off x="1694158" y="3907301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0" name="Freeform: Shape 1149">
                  <a:extLst>
                    <a:ext uri="{FF2B5EF4-FFF2-40B4-BE49-F238E27FC236}">
                      <a16:creationId xmlns:a16="http://schemas.microsoft.com/office/drawing/2014/main" id="{E723ED96-8D9C-831B-4B77-0260FA8443EB}"/>
                    </a:ext>
                  </a:extLst>
                </p:cNvPr>
                <p:cNvSpPr/>
                <p:nvPr/>
              </p:nvSpPr>
              <p:spPr>
                <a:xfrm>
                  <a:off x="1676125" y="435177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1" name="Freeform: Shape 1150">
                  <a:extLst>
                    <a:ext uri="{FF2B5EF4-FFF2-40B4-BE49-F238E27FC236}">
                      <a16:creationId xmlns:a16="http://schemas.microsoft.com/office/drawing/2014/main" id="{AFA70C55-C592-2844-4AEF-686404B092A8}"/>
                    </a:ext>
                  </a:extLst>
                </p:cNvPr>
                <p:cNvSpPr/>
                <p:nvPr/>
              </p:nvSpPr>
              <p:spPr>
                <a:xfrm>
                  <a:off x="2392944" y="238337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2" name="Freeform: Shape 1151">
                  <a:extLst>
                    <a:ext uri="{FF2B5EF4-FFF2-40B4-BE49-F238E27FC236}">
                      <a16:creationId xmlns:a16="http://schemas.microsoft.com/office/drawing/2014/main" id="{E4B4195B-9883-A188-75D9-FCCB86612DCA}"/>
                    </a:ext>
                  </a:extLst>
                </p:cNvPr>
                <p:cNvSpPr/>
                <p:nvPr/>
              </p:nvSpPr>
              <p:spPr>
                <a:xfrm>
                  <a:off x="2133716" y="207321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3" name="Freeform: Shape 1152">
                  <a:extLst>
                    <a:ext uri="{FF2B5EF4-FFF2-40B4-BE49-F238E27FC236}">
                      <a16:creationId xmlns:a16="http://schemas.microsoft.com/office/drawing/2014/main" id="{96C394B5-511D-DECE-35D4-154990E4455F}"/>
                    </a:ext>
                  </a:extLst>
                </p:cNvPr>
                <p:cNvSpPr/>
                <p:nvPr/>
              </p:nvSpPr>
              <p:spPr>
                <a:xfrm>
                  <a:off x="2681475" y="3628892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4" name="Freeform: Shape 1153">
                  <a:extLst>
                    <a:ext uri="{FF2B5EF4-FFF2-40B4-BE49-F238E27FC236}">
                      <a16:creationId xmlns:a16="http://schemas.microsoft.com/office/drawing/2014/main" id="{618791A6-25AE-E731-D002-A9933A98CF13}"/>
                    </a:ext>
                  </a:extLst>
                </p:cNvPr>
                <p:cNvSpPr/>
                <p:nvPr/>
              </p:nvSpPr>
              <p:spPr>
                <a:xfrm>
                  <a:off x="2839265" y="220997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5" name="Freeform: Shape 1154">
                  <a:extLst>
                    <a:ext uri="{FF2B5EF4-FFF2-40B4-BE49-F238E27FC236}">
                      <a16:creationId xmlns:a16="http://schemas.microsoft.com/office/drawing/2014/main" id="{F50FAB2D-C377-8112-6D47-715CD0EEDC82}"/>
                    </a:ext>
                  </a:extLst>
                </p:cNvPr>
                <p:cNvSpPr/>
                <p:nvPr/>
              </p:nvSpPr>
              <p:spPr>
                <a:xfrm>
                  <a:off x="2203595" y="391707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6" name="Freeform: Shape 1155">
                  <a:extLst>
                    <a:ext uri="{FF2B5EF4-FFF2-40B4-BE49-F238E27FC236}">
                      <a16:creationId xmlns:a16="http://schemas.microsoft.com/office/drawing/2014/main" id="{7004D833-125F-A8C9-661F-C7BF7756174B}"/>
                    </a:ext>
                  </a:extLst>
                </p:cNvPr>
                <p:cNvSpPr/>
                <p:nvPr/>
              </p:nvSpPr>
              <p:spPr>
                <a:xfrm>
                  <a:off x="1860965" y="192668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7" name="Freeform: Shape 1156">
                  <a:extLst>
                    <a:ext uri="{FF2B5EF4-FFF2-40B4-BE49-F238E27FC236}">
                      <a16:creationId xmlns:a16="http://schemas.microsoft.com/office/drawing/2014/main" id="{2E405652-0A07-AB39-5A1E-CE19CA2ED930}"/>
                    </a:ext>
                  </a:extLst>
                </p:cNvPr>
                <p:cNvSpPr/>
                <p:nvPr/>
              </p:nvSpPr>
              <p:spPr>
                <a:xfrm>
                  <a:off x="2825740" y="268620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8" name="Freeform: Shape 1157">
                  <a:extLst>
                    <a:ext uri="{FF2B5EF4-FFF2-40B4-BE49-F238E27FC236}">
                      <a16:creationId xmlns:a16="http://schemas.microsoft.com/office/drawing/2014/main" id="{DF4665B6-BEBE-82CC-54A7-CE6EABE0EE36}"/>
                    </a:ext>
                  </a:extLst>
                </p:cNvPr>
                <p:cNvSpPr/>
                <p:nvPr/>
              </p:nvSpPr>
              <p:spPr>
                <a:xfrm>
                  <a:off x="2618359" y="3797402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9" name="Freeform: Shape 1158">
                  <a:extLst>
                    <a:ext uri="{FF2B5EF4-FFF2-40B4-BE49-F238E27FC236}">
                      <a16:creationId xmlns:a16="http://schemas.microsoft.com/office/drawing/2014/main" id="{7593DAA3-51A1-71B8-9945-7BF5BC8D0375}"/>
                    </a:ext>
                  </a:extLst>
                </p:cNvPr>
                <p:cNvSpPr/>
                <p:nvPr/>
              </p:nvSpPr>
              <p:spPr>
                <a:xfrm>
                  <a:off x="2217120" y="1885169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0" name="Freeform: Shape 1159">
                  <a:extLst>
                    <a:ext uri="{FF2B5EF4-FFF2-40B4-BE49-F238E27FC236}">
                      <a16:creationId xmlns:a16="http://schemas.microsoft.com/office/drawing/2014/main" id="{2F248EFD-7285-7805-08E6-B664641F73C3}"/>
                    </a:ext>
                  </a:extLst>
                </p:cNvPr>
                <p:cNvSpPr/>
                <p:nvPr/>
              </p:nvSpPr>
              <p:spPr>
                <a:xfrm>
                  <a:off x="1894776" y="547030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1" name="Freeform: Shape 1160">
                  <a:extLst>
                    <a:ext uri="{FF2B5EF4-FFF2-40B4-BE49-F238E27FC236}">
                      <a16:creationId xmlns:a16="http://schemas.microsoft.com/office/drawing/2014/main" id="{D2A87F70-BE2B-5EFA-0671-6B559B1100E0}"/>
                    </a:ext>
                  </a:extLst>
                </p:cNvPr>
                <p:cNvSpPr/>
                <p:nvPr/>
              </p:nvSpPr>
              <p:spPr>
                <a:xfrm>
                  <a:off x="2800946" y="4251649"/>
                  <a:ext cx="36064" cy="39072"/>
                </a:xfrm>
                <a:custGeom>
                  <a:avLst/>
                  <a:gdLst>
                    <a:gd name="connsiteX0" fmla="*/ 7620 w 15239"/>
                    <a:gd name="connsiteY0" fmla="*/ 0 h 15239"/>
                    <a:gd name="connsiteX1" fmla="*/ 15240 w 15239"/>
                    <a:gd name="connsiteY1" fmla="*/ 7620 h 15239"/>
                    <a:gd name="connsiteX2" fmla="*/ 7620 w 15239"/>
                    <a:gd name="connsiteY2" fmla="*/ 15240 h 15239"/>
                    <a:gd name="connsiteX3" fmla="*/ 0 w 15239"/>
                    <a:gd name="connsiteY3" fmla="*/ 7620 h 15239"/>
                    <a:gd name="connsiteX4" fmla="*/ 7620 w 15239"/>
                    <a:gd name="connsiteY4" fmla="*/ 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39">
                      <a:moveTo>
                        <a:pt x="7620" y="0"/>
                      </a:moveTo>
                      <a:cubicBezTo>
                        <a:pt x="11430" y="0"/>
                        <a:pt x="15240" y="3810"/>
                        <a:pt x="15240" y="7620"/>
                      </a:cubicBezTo>
                      <a:cubicBezTo>
                        <a:pt x="15240" y="11430"/>
                        <a:pt x="11430" y="15240"/>
                        <a:pt x="7620" y="15240"/>
                      </a:cubicBezTo>
                      <a:cubicBezTo>
                        <a:pt x="3810" y="15240"/>
                        <a:pt x="0" y="11430"/>
                        <a:pt x="0" y="7620"/>
                      </a:cubicBezTo>
                      <a:cubicBezTo>
                        <a:pt x="0" y="2858"/>
                        <a:pt x="3810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2" name="Freeform: Shape 1161">
                  <a:extLst>
                    <a:ext uri="{FF2B5EF4-FFF2-40B4-BE49-F238E27FC236}">
                      <a16:creationId xmlns:a16="http://schemas.microsoft.com/office/drawing/2014/main" id="{75FCA17E-40AE-A496-54BF-2184C34612E0}"/>
                    </a:ext>
                  </a:extLst>
                </p:cNvPr>
                <p:cNvSpPr/>
                <p:nvPr/>
              </p:nvSpPr>
              <p:spPr>
                <a:xfrm>
                  <a:off x="1662600" y="421257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3" name="Freeform: Shape 1162">
                  <a:extLst>
                    <a:ext uri="{FF2B5EF4-FFF2-40B4-BE49-F238E27FC236}">
                      <a16:creationId xmlns:a16="http://schemas.microsoft.com/office/drawing/2014/main" id="{07E395A9-4A7A-9167-0FF7-1F8033A23B72}"/>
                    </a:ext>
                  </a:extLst>
                </p:cNvPr>
                <p:cNvSpPr/>
                <p:nvPr/>
              </p:nvSpPr>
              <p:spPr>
                <a:xfrm>
                  <a:off x="2979022" y="4754740"/>
                  <a:ext cx="27050" cy="29304"/>
                </a:xfrm>
                <a:custGeom>
                  <a:avLst/>
                  <a:gdLst>
                    <a:gd name="connsiteX0" fmla="*/ 5715 w 11430"/>
                    <a:gd name="connsiteY0" fmla="*/ 0 h 11429"/>
                    <a:gd name="connsiteX1" fmla="*/ 11430 w 11430"/>
                    <a:gd name="connsiteY1" fmla="*/ 5715 h 11429"/>
                    <a:gd name="connsiteX2" fmla="*/ 5715 w 11430"/>
                    <a:gd name="connsiteY2" fmla="*/ 11430 h 11429"/>
                    <a:gd name="connsiteX3" fmla="*/ 0 w 11430"/>
                    <a:gd name="connsiteY3" fmla="*/ 5715 h 11429"/>
                    <a:gd name="connsiteX4" fmla="*/ 5715 w 11430"/>
                    <a:gd name="connsiteY4" fmla="*/ 0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" h="11429">
                      <a:moveTo>
                        <a:pt x="5715" y="0"/>
                      </a:moveTo>
                      <a:cubicBezTo>
                        <a:pt x="8573" y="0"/>
                        <a:pt x="11430" y="1905"/>
                        <a:pt x="11430" y="5715"/>
                      </a:cubicBezTo>
                      <a:cubicBezTo>
                        <a:pt x="11430" y="8572"/>
                        <a:pt x="9525" y="11430"/>
                        <a:pt x="5715" y="11430"/>
                      </a:cubicBezTo>
                      <a:cubicBezTo>
                        <a:pt x="2858" y="11430"/>
                        <a:pt x="0" y="9525"/>
                        <a:pt x="0" y="5715"/>
                      </a:cubicBezTo>
                      <a:cubicBezTo>
                        <a:pt x="953" y="1905"/>
                        <a:pt x="2858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4" name="Freeform: Shape 1163">
                  <a:extLst>
                    <a:ext uri="{FF2B5EF4-FFF2-40B4-BE49-F238E27FC236}">
                      <a16:creationId xmlns:a16="http://schemas.microsoft.com/office/drawing/2014/main" id="{5FAC3148-8C7F-9572-1B70-B493729CAE65}"/>
                    </a:ext>
                  </a:extLst>
                </p:cNvPr>
                <p:cNvSpPr/>
                <p:nvPr/>
              </p:nvSpPr>
              <p:spPr>
                <a:xfrm>
                  <a:off x="2850537" y="284983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5" name="Freeform: Shape 1164">
                  <a:extLst>
                    <a:ext uri="{FF2B5EF4-FFF2-40B4-BE49-F238E27FC236}">
                      <a16:creationId xmlns:a16="http://schemas.microsoft.com/office/drawing/2014/main" id="{034CEA67-01E9-2E23-083E-4ABC84FDD8D5}"/>
                    </a:ext>
                  </a:extLst>
                </p:cNvPr>
                <p:cNvSpPr/>
                <p:nvPr/>
              </p:nvSpPr>
              <p:spPr>
                <a:xfrm>
                  <a:off x="2070602" y="529202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6" name="Freeform: Shape 1165">
                  <a:extLst>
                    <a:ext uri="{FF2B5EF4-FFF2-40B4-BE49-F238E27FC236}">
                      <a16:creationId xmlns:a16="http://schemas.microsoft.com/office/drawing/2014/main" id="{ACF060ED-C68F-C015-CD73-50FEA369BE2D}"/>
                    </a:ext>
                  </a:extLst>
                </p:cNvPr>
                <p:cNvSpPr/>
                <p:nvPr/>
              </p:nvSpPr>
              <p:spPr>
                <a:xfrm>
                  <a:off x="2591309" y="5150374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4288" y="0"/>
                        <a:pt x="19050" y="3810"/>
                        <a:pt x="19050" y="9525"/>
                      </a:cubicBezTo>
                      <a:cubicBezTo>
                        <a:pt x="19050" y="15240"/>
                        <a:pt x="15240" y="19050"/>
                        <a:pt x="9525" y="19050"/>
                      </a:cubicBezTo>
                      <a:cubicBezTo>
                        <a:pt x="3810" y="19050"/>
                        <a:pt x="0" y="15240"/>
                        <a:pt x="0" y="9525"/>
                      </a:cubicBezTo>
                      <a:cubicBezTo>
                        <a:pt x="0" y="3810"/>
                        <a:pt x="4763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7" name="Freeform: Shape 1166">
                  <a:extLst>
                    <a:ext uri="{FF2B5EF4-FFF2-40B4-BE49-F238E27FC236}">
                      <a16:creationId xmlns:a16="http://schemas.microsoft.com/office/drawing/2014/main" id="{4135BEC3-E644-5DD0-385E-C185B6C458F3}"/>
                    </a:ext>
                  </a:extLst>
                </p:cNvPr>
                <p:cNvSpPr/>
                <p:nvPr/>
              </p:nvSpPr>
              <p:spPr>
                <a:xfrm>
                  <a:off x="2715288" y="5553337"/>
                  <a:ext cx="36064" cy="39072"/>
                </a:xfrm>
                <a:custGeom>
                  <a:avLst/>
                  <a:gdLst>
                    <a:gd name="connsiteX0" fmla="*/ 7620 w 15239"/>
                    <a:gd name="connsiteY0" fmla="*/ 0 h 15239"/>
                    <a:gd name="connsiteX1" fmla="*/ 15240 w 15239"/>
                    <a:gd name="connsiteY1" fmla="*/ 7620 h 15239"/>
                    <a:gd name="connsiteX2" fmla="*/ 7620 w 15239"/>
                    <a:gd name="connsiteY2" fmla="*/ 15240 h 15239"/>
                    <a:gd name="connsiteX3" fmla="*/ 0 w 15239"/>
                    <a:gd name="connsiteY3" fmla="*/ 7620 h 15239"/>
                    <a:gd name="connsiteX4" fmla="*/ 7620 w 15239"/>
                    <a:gd name="connsiteY4" fmla="*/ 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39">
                      <a:moveTo>
                        <a:pt x="7620" y="0"/>
                      </a:moveTo>
                      <a:cubicBezTo>
                        <a:pt x="11430" y="0"/>
                        <a:pt x="15240" y="2858"/>
                        <a:pt x="15240" y="7620"/>
                      </a:cubicBezTo>
                      <a:cubicBezTo>
                        <a:pt x="15240" y="11430"/>
                        <a:pt x="12383" y="15240"/>
                        <a:pt x="7620" y="15240"/>
                      </a:cubicBezTo>
                      <a:cubicBezTo>
                        <a:pt x="3810" y="15240"/>
                        <a:pt x="0" y="12383"/>
                        <a:pt x="0" y="7620"/>
                      </a:cubicBezTo>
                      <a:cubicBezTo>
                        <a:pt x="0" y="3810"/>
                        <a:pt x="2858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8" name="Freeform: Shape 1167">
                  <a:extLst>
                    <a:ext uri="{FF2B5EF4-FFF2-40B4-BE49-F238E27FC236}">
                      <a16:creationId xmlns:a16="http://schemas.microsoft.com/office/drawing/2014/main" id="{A7090F21-0559-CB85-2B29-22C169F0975F}"/>
                    </a:ext>
                  </a:extLst>
                </p:cNvPr>
                <p:cNvSpPr/>
                <p:nvPr/>
              </p:nvSpPr>
              <p:spPr>
                <a:xfrm>
                  <a:off x="2178799" y="504047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9" name="Freeform: Shape 1168">
                  <a:extLst>
                    <a:ext uri="{FF2B5EF4-FFF2-40B4-BE49-F238E27FC236}">
                      <a16:creationId xmlns:a16="http://schemas.microsoft.com/office/drawing/2014/main" id="{F81D2D8D-E6EA-CF43-CF01-0A8F898F8EA2}"/>
                    </a:ext>
                  </a:extLst>
                </p:cNvPr>
                <p:cNvSpPr/>
                <p:nvPr/>
              </p:nvSpPr>
              <p:spPr>
                <a:xfrm>
                  <a:off x="2818977" y="5631487"/>
                  <a:ext cx="31558" cy="34188"/>
                </a:xfrm>
                <a:custGeom>
                  <a:avLst/>
                  <a:gdLst>
                    <a:gd name="connsiteX0" fmla="*/ 6668 w 13335"/>
                    <a:gd name="connsiteY0" fmla="*/ 0 h 13334"/>
                    <a:gd name="connsiteX1" fmla="*/ 13335 w 13335"/>
                    <a:gd name="connsiteY1" fmla="*/ 6667 h 13334"/>
                    <a:gd name="connsiteX2" fmla="*/ 6668 w 13335"/>
                    <a:gd name="connsiteY2" fmla="*/ 13335 h 13334"/>
                    <a:gd name="connsiteX3" fmla="*/ 0 w 13335"/>
                    <a:gd name="connsiteY3" fmla="*/ 6667 h 13334"/>
                    <a:gd name="connsiteX4" fmla="*/ 6668 w 13335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6668" y="0"/>
                      </a:moveTo>
                      <a:cubicBezTo>
                        <a:pt x="10477" y="0"/>
                        <a:pt x="13335" y="2858"/>
                        <a:pt x="13335" y="6667"/>
                      </a:cubicBezTo>
                      <a:cubicBezTo>
                        <a:pt x="13335" y="10478"/>
                        <a:pt x="10477" y="13335"/>
                        <a:pt x="6668" y="13335"/>
                      </a:cubicBezTo>
                      <a:cubicBezTo>
                        <a:pt x="2858" y="13335"/>
                        <a:pt x="0" y="10478"/>
                        <a:pt x="0" y="6667"/>
                      </a:cubicBezTo>
                      <a:cubicBezTo>
                        <a:pt x="0" y="2858"/>
                        <a:pt x="2858" y="0"/>
                        <a:pt x="666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0" name="Freeform: Shape 1169">
                  <a:extLst>
                    <a:ext uri="{FF2B5EF4-FFF2-40B4-BE49-F238E27FC236}">
                      <a16:creationId xmlns:a16="http://schemas.microsoft.com/office/drawing/2014/main" id="{9FA38526-E79B-F069-52A9-BE8369E0405B}"/>
                    </a:ext>
                  </a:extLst>
                </p:cNvPr>
                <p:cNvSpPr/>
                <p:nvPr/>
              </p:nvSpPr>
              <p:spPr>
                <a:xfrm>
                  <a:off x="2232900" y="1797250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1" name="Freeform: Shape 1170">
                  <a:extLst>
                    <a:ext uri="{FF2B5EF4-FFF2-40B4-BE49-F238E27FC236}">
                      <a16:creationId xmlns:a16="http://schemas.microsoft.com/office/drawing/2014/main" id="{A06B8229-B026-E868-D0C3-57E5A700DF0F}"/>
                    </a:ext>
                  </a:extLst>
                </p:cNvPr>
                <p:cNvSpPr/>
                <p:nvPr/>
              </p:nvSpPr>
              <p:spPr>
                <a:xfrm>
                  <a:off x="1831660" y="208542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2" name="Freeform: Shape 1171">
                  <a:extLst>
                    <a:ext uri="{FF2B5EF4-FFF2-40B4-BE49-F238E27FC236}">
                      <a16:creationId xmlns:a16="http://schemas.microsoft.com/office/drawing/2014/main" id="{2A761248-5D90-5A32-B710-E713814F25F4}"/>
                    </a:ext>
                  </a:extLst>
                </p:cNvPr>
                <p:cNvSpPr/>
                <p:nvPr/>
              </p:nvSpPr>
              <p:spPr>
                <a:xfrm>
                  <a:off x="1741494" y="418326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3" name="Freeform: Shape 1172">
                  <a:extLst>
                    <a:ext uri="{FF2B5EF4-FFF2-40B4-BE49-F238E27FC236}">
                      <a16:creationId xmlns:a16="http://schemas.microsoft.com/office/drawing/2014/main" id="{66B2D36A-E6B1-BDB2-A8AC-55B214FC4B75}"/>
                    </a:ext>
                  </a:extLst>
                </p:cNvPr>
                <p:cNvSpPr/>
                <p:nvPr/>
              </p:nvSpPr>
              <p:spPr>
                <a:xfrm>
                  <a:off x="2131463" y="528469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4" name="Freeform: Shape 1173">
                  <a:extLst>
                    <a:ext uri="{FF2B5EF4-FFF2-40B4-BE49-F238E27FC236}">
                      <a16:creationId xmlns:a16="http://schemas.microsoft.com/office/drawing/2014/main" id="{9027D874-9A75-3B88-39C5-60297C1471F1}"/>
                    </a:ext>
                  </a:extLst>
                </p:cNvPr>
                <p:cNvSpPr/>
                <p:nvPr/>
              </p:nvSpPr>
              <p:spPr>
                <a:xfrm>
                  <a:off x="2431266" y="2632479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952" y="7620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5" name="Freeform: Shape 1174">
                  <a:extLst>
                    <a:ext uri="{FF2B5EF4-FFF2-40B4-BE49-F238E27FC236}">
                      <a16:creationId xmlns:a16="http://schemas.microsoft.com/office/drawing/2014/main" id="{18CD07E0-743A-9595-FBAE-66E91FCB392E}"/>
                    </a:ext>
                  </a:extLst>
                </p:cNvPr>
                <p:cNvSpPr/>
                <p:nvPr/>
              </p:nvSpPr>
              <p:spPr>
                <a:xfrm>
                  <a:off x="1897031" y="5389709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6" name="Freeform: Shape 1175">
                  <a:extLst>
                    <a:ext uri="{FF2B5EF4-FFF2-40B4-BE49-F238E27FC236}">
                      <a16:creationId xmlns:a16="http://schemas.microsoft.com/office/drawing/2014/main" id="{BA83B018-2655-2CC2-0400-E3723D6623BB}"/>
                    </a:ext>
                  </a:extLst>
                </p:cNvPr>
                <p:cNvSpPr/>
                <p:nvPr/>
              </p:nvSpPr>
              <p:spPr>
                <a:xfrm>
                  <a:off x="2079618" y="5345749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7" name="Freeform: Shape 1176">
                  <a:extLst>
                    <a:ext uri="{FF2B5EF4-FFF2-40B4-BE49-F238E27FC236}">
                      <a16:creationId xmlns:a16="http://schemas.microsoft.com/office/drawing/2014/main" id="{7191D272-9526-7444-EA3C-E70A61091061}"/>
                    </a:ext>
                  </a:extLst>
                </p:cNvPr>
                <p:cNvSpPr/>
                <p:nvPr/>
              </p:nvSpPr>
              <p:spPr>
                <a:xfrm>
                  <a:off x="1973672" y="492080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3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8" name="Freeform: Shape 1177">
                  <a:extLst>
                    <a:ext uri="{FF2B5EF4-FFF2-40B4-BE49-F238E27FC236}">
                      <a16:creationId xmlns:a16="http://schemas.microsoft.com/office/drawing/2014/main" id="{F2AF532C-D693-C9E7-05A4-4F1D4E57151C}"/>
                    </a:ext>
                  </a:extLst>
                </p:cNvPr>
                <p:cNvSpPr/>
                <p:nvPr/>
              </p:nvSpPr>
              <p:spPr>
                <a:xfrm>
                  <a:off x="2334336" y="208054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9" name="Freeform: Shape 1178">
                  <a:extLst>
                    <a:ext uri="{FF2B5EF4-FFF2-40B4-BE49-F238E27FC236}">
                      <a16:creationId xmlns:a16="http://schemas.microsoft.com/office/drawing/2014/main" id="{C85F8554-6D44-4F8B-B7A2-7E071DD57D93}"/>
                    </a:ext>
                  </a:extLst>
                </p:cNvPr>
                <p:cNvSpPr/>
                <p:nvPr/>
              </p:nvSpPr>
              <p:spPr>
                <a:xfrm>
                  <a:off x="2474093" y="3269889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0" name="Freeform: Shape 1179">
                  <a:extLst>
                    <a:ext uri="{FF2B5EF4-FFF2-40B4-BE49-F238E27FC236}">
                      <a16:creationId xmlns:a16="http://schemas.microsoft.com/office/drawing/2014/main" id="{F6C988CF-C33E-5F41-2EEF-EA7E94B434E5}"/>
                    </a:ext>
                  </a:extLst>
                </p:cNvPr>
                <p:cNvSpPr/>
                <p:nvPr/>
              </p:nvSpPr>
              <p:spPr>
                <a:xfrm>
                  <a:off x="1800104" y="178259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1" name="Freeform: Shape 1180">
                  <a:extLst>
                    <a:ext uri="{FF2B5EF4-FFF2-40B4-BE49-F238E27FC236}">
                      <a16:creationId xmlns:a16="http://schemas.microsoft.com/office/drawing/2014/main" id="{BD5EB726-7537-F098-1EDF-1F1A4EA4CD2C}"/>
                    </a:ext>
                  </a:extLst>
                </p:cNvPr>
                <p:cNvSpPr/>
                <p:nvPr/>
              </p:nvSpPr>
              <p:spPr>
                <a:xfrm>
                  <a:off x="1827151" y="196820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2" name="Freeform: Shape 1181">
                  <a:extLst>
                    <a:ext uri="{FF2B5EF4-FFF2-40B4-BE49-F238E27FC236}">
                      <a16:creationId xmlns:a16="http://schemas.microsoft.com/office/drawing/2014/main" id="{7151C173-E44A-D5E8-E61A-34D1E0E41CE8}"/>
                    </a:ext>
                  </a:extLst>
                </p:cNvPr>
                <p:cNvSpPr/>
                <p:nvPr/>
              </p:nvSpPr>
              <p:spPr>
                <a:xfrm>
                  <a:off x="2325319" y="2827854"/>
                  <a:ext cx="58608" cy="63494"/>
                </a:xfrm>
                <a:custGeom>
                  <a:avLst/>
                  <a:gdLst>
                    <a:gd name="connsiteX0" fmla="*/ 12383 w 24765"/>
                    <a:gd name="connsiteY0" fmla="*/ 0 h 24764"/>
                    <a:gd name="connsiteX1" fmla="*/ 24765 w 24765"/>
                    <a:gd name="connsiteY1" fmla="*/ 12382 h 24764"/>
                    <a:gd name="connsiteX2" fmla="*/ 12383 w 24765"/>
                    <a:gd name="connsiteY2" fmla="*/ 24765 h 24764"/>
                    <a:gd name="connsiteX3" fmla="*/ 0 w 24765"/>
                    <a:gd name="connsiteY3" fmla="*/ 12382 h 24764"/>
                    <a:gd name="connsiteX4" fmla="*/ 12383 w 24765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4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4763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3" name="Freeform: Shape 1182">
                  <a:extLst>
                    <a:ext uri="{FF2B5EF4-FFF2-40B4-BE49-F238E27FC236}">
                      <a16:creationId xmlns:a16="http://schemas.microsoft.com/office/drawing/2014/main" id="{F840B2E1-6B4A-07EE-2525-973412B60746}"/>
                    </a:ext>
                  </a:extLst>
                </p:cNvPr>
                <p:cNvSpPr/>
                <p:nvPr/>
              </p:nvSpPr>
              <p:spPr>
                <a:xfrm>
                  <a:off x="1937606" y="384380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4" name="Freeform: Shape 1183">
                  <a:extLst>
                    <a:ext uri="{FF2B5EF4-FFF2-40B4-BE49-F238E27FC236}">
                      <a16:creationId xmlns:a16="http://schemas.microsoft.com/office/drawing/2014/main" id="{C1BA1F84-9FAA-AB5A-B3E9-8796B8DA4491}"/>
                    </a:ext>
                  </a:extLst>
                </p:cNvPr>
                <p:cNvSpPr/>
                <p:nvPr/>
              </p:nvSpPr>
              <p:spPr>
                <a:xfrm>
                  <a:off x="2174293" y="395614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5" name="Freeform: Shape 1184">
                  <a:extLst>
                    <a:ext uri="{FF2B5EF4-FFF2-40B4-BE49-F238E27FC236}">
                      <a16:creationId xmlns:a16="http://schemas.microsoft.com/office/drawing/2014/main" id="{F6447607-5CC6-5859-452D-FA43BA4D49AC}"/>
                    </a:ext>
                  </a:extLst>
                </p:cNvPr>
                <p:cNvSpPr/>
                <p:nvPr/>
              </p:nvSpPr>
              <p:spPr>
                <a:xfrm>
                  <a:off x="2821232" y="275214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6" name="Freeform: Shape 1185">
                  <a:extLst>
                    <a:ext uri="{FF2B5EF4-FFF2-40B4-BE49-F238E27FC236}">
                      <a16:creationId xmlns:a16="http://schemas.microsoft.com/office/drawing/2014/main" id="{7E155922-D23F-26D5-ACD8-054500DB63EE}"/>
                    </a:ext>
                  </a:extLst>
                </p:cNvPr>
                <p:cNvSpPr/>
                <p:nvPr/>
              </p:nvSpPr>
              <p:spPr>
                <a:xfrm>
                  <a:off x="1637805" y="563148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7" name="Freeform: Shape 1186">
                  <a:extLst>
                    <a:ext uri="{FF2B5EF4-FFF2-40B4-BE49-F238E27FC236}">
                      <a16:creationId xmlns:a16="http://schemas.microsoft.com/office/drawing/2014/main" id="{4C19EBD0-ECB8-94AB-B6AA-BE8201DF7BAB}"/>
                    </a:ext>
                  </a:extLst>
                </p:cNvPr>
                <p:cNvSpPr/>
                <p:nvPr/>
              </p:nvSpPr>
              <p:spPr>
                <a:xfrm>
                  <a:off x="2032280" y="5326212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8" name="Freeform: Shape 1187">
                  <a:extLst>
                    <a:ext uri="{FF2B5EF4-FFF2-40B4-BE49-F238E27FC236}">
                      <a16:creationId xmlns:a16="http://schemas.microsoft.com/office/drawing/2014/main" id="{1441EE6A-318C-595C-F317-0B0BC4683034}"/>
                    </a:ext>
                  </a:extLst>
                </p:cNvPr>
                <p:cNvSpPr/>
                <p:nvPr/>
              </p:nvSpPr>
              <p:spPr>
                <a:xfrm>
                  <a:off x="2383927" y="260072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9" name="Freeform: Shape 1188">
                  <a:extLst>
                    <a:ext uri="{FF2B5EF4-FFF2-40B4-BE49-F238E27FC236}">
                      <a16:creationId xmlns:a16="http://schemas.microsoft.com/office/drawing/2014/main" id="{40832670-ABE6-672B-6B69-EF3B9AAFE70B}"/>
                    </a:ext>
                  </a:extLst>
                </p:cNvPr>
                <p:cNvSpPr/>
                <p:nvPr/>
              </p:nvSpPr>
              <p:spPr>
                <a:xfrm>
                  <a:off x="1700921" y="430293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0" name="Freeform: Shape 1189">
                  <a:extLst>
                    <a:ext uri="{FF2B5EF4-FFF2-40B4-BE49-F238E27FC236}">
                      <a16:creationId xmlns:a16="http://schemas.microsoft.com/office/drawing/2014/main" id="{562DACEF-5295-E9BB-D00C-E2F3900E8AB0}"/>
                    </a:ext>
                  </a:extLst>
                </p:cNvPr>
                <p:cNvSpPr/>
                <p:nvPr/>
              </p:nvSpPr>
              <p:spPr>
                <a:xfrm>
                  <a:off x="1881253" y="552891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1" name="Freeform: Shape 1190">
                  <a:extLst>
                    <a:ext uri="{FF2B5EF4-FFF2-40B4-BE49-F238E27FC236}">
                      <a16:creationId xmlns:a16="http://schemas.microsoft.com/office/drawing/2014/main" id="{B7A73580-E6E2-DF0C-F19F-2A6123A662F9}"/>
                    </a:ext>
                  </a:extLst>
                </p:cNvPr>
                <p:cNvSpPr/>
                <p:nvPr/>
              </p:nvSpPr>
              <p:spPr>
                <a:xfrm>
                  <a:off x="2302778" y="353853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2" name="Freeform: Shape 1191">
                  <a:extLst>
                    <a:ext uri="{FF2B5EF4-FFF2-40B4-BE49-F238E27FC236}">
                      <a16:creationId xmlns:a16="http://schemas.microsoft.com/office/drawing/2014/main" id="{6B6A8E06-38E2-FA96-85D4-F8AE918C9129}"/>
                    </a:ext>
                  </a:extLst>
                </p:cNvPr>
                <p:cNvSpPr/>
                <p:nvPr/>
              </p:nvSpPr>
              <p:spPr>
                <a:xfrm>
                  <a:off x="2656680" y="250792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3" name="Freeform: Shape 1192">
                  <a:extLst>
                    <a:ext uri="{FF2B5EF4-FFF2-40B4-BE49-F238E27FC236}">
                      <a16:creationId xmlns:a16="http://schemas.microsoft.com/office/drawing/2014/main" id="{DEF7FA2A-59C2-ED12-A07F-58223907E04A}"/>
                    </a:ext>
                  </a:extLst>
                </p:cNvPr>
                <p:cNvSpPr/>
                <p:nvPr/>
              </p:nvSpPr>
              <p:spPr>
                <a:xfrm>
                  <a:off x="1576942" y="243710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4" name="Freeform: Shape 1193">
                  <a:extLst>
                    <a:ext uri="{FF2B5EF4-FFF2-40B4-BE49-F238E27FC236}">
                      <a16:creationId xmlns:a16="http://schemas.microsoft.com/office/drawing/2014/main" id="{657F941D-669D-C2E2-E3D2-9AE6B9855A9B}"/>
                    </a:ext>
                  </a:extLst>
                </p:cNvPr>
                <p:cNvSpPr/>
                <p:nvPr/>
              </p:nvSpPr>
              <p:spPr>
                <a:xfrm>
                  <a:off x="2014247" y="190226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5" name="Freeform: Shape 1194">
                  <a:extLst>
                    <a:ext uri="{FF2B5EF4-FFF2-40B4-BE49-F238E27FC236}">
                      <a16:creationId xmlns:a16="http://schemas.microsoft.com/office/drawing/2014/main" id="{4D6E2F5D-23F4-B900-09A0-E3509331170C}"/>
                    </a:ext>
                  </a:extLst>
                </p:cNvPr>
                <p:cNvSpPr/>
                <p:nvPr/>
              </p:nvSpPr>
              <p:spPr>
                <a:xfrm>
                  <a:off x="2685983" y="259584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6" name="Freeform: Shape 1195">
                  <a:extLst>
                    <a:ext uri="{FF2B5EF4-FFF2-40B4-BE49-F238E27FC236}">
                      <a16:creationId xmlns:a16="http://schemas.microsoft.com/office/drawing/2014/main" id="{EEDE90E2-1934-5B39-A057-848E296FE91B}"/>
                    </a:ext>
                  </a:extLst>
                </p:cNvPr>
                <p:cNvSpPr/>
                <p:nvPr/>
              </p:nvSpPr>
              <p:spPr>
                <a:xfrm>
                  <a:off x="1694158" y="396591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7" name="Freeform: Shape 1196">
                  <a:extLst>
                    <a:ext uri="{FF2B5EF4-FFF2-40B4-BE49-F238E27FC236}">
                      <a16:creationId xmlns:a16="http://schemas.microsoft.com/office/drawing/2014/main" id="{C9AA00B9-6927-CF4A-D6CF-72731738CE8D}"/>
                    </a:ext>
                  </a:extLst>
                </p:cNvPr>
                <p:cNvSpPr/>
                <p:nvPr/>
              </p:nvSpPr>
              <p:spPr>
                <a:xfrm>
                  <a:off x="2740083" y="4588671"/>
                  <a:ext cx="27050" cy="29304"/>
                </a:xfrm>
                <a:custGeom>
                  <a:avLst/>
                  <a:gdLst>
                    <a:gd name="connsiteX0" fmla="*/ 5715 w 11430"/>
                    <a:gd name="connsiteY0" fmla="*/ 0 h 11429"/>
                    <a:gd name="connsiteX1" fmla="*/ 11430 w 11430"/>
                    <a:gd name="connsiteY1" fmla="*/ 5715 h 11429"/>
                    <a:gd name="connsiteX2" fmla="*/ 5715 w 11430"/>
                    <a:gd name="connsiteY2" fmla="*/ 11430 h 11429"/>
                    <a:gd name="connsiteX3" fmla="*/ 0 w 11430"/>
                    <a:gd name="connsiteY3" fmla="*/ 5715 h 11429"/>
                    <a:gd name="connsiteX4" fmla="*/ 5715 w 11430"/>
                    <a:gd name="connsiteY4" fmla="*/ 0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" h="11429">
                      <a:moveTo>
                        <a:pt x="5715" y="0"/>
                      </a:moveTo>
                      <a:cubicBezTo>
                        <a:pt x="9525" y="0"/>
                        <a:pt x="11430" y="2858"/>
                        <a:pt x="11430" y="5715"/>
                      </a:cubicBezTo>
                      <a:cubicBezTo>
                        <a:pt x="11430" y="8572"/>
                        <a:pt x="8573" y="11430"/>
                        <a:pt x="5715" y="11430"/>
                      </a:cubicBezTo>
                      <a:cubicBezTo>
                        <a:pt x="1905" y="11430"/>
                        <a:pt x="0" y="8572"/>
                        <a:pt x="0" y="5715"/>
                      </a:cubicBezTo>
                      <a:cubicBezTo>
                        <a:pt x="0" y="2858"/>
                        <a:pt x="2858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8" name="Freeform: Shape 1197">
                  <a:extLst>
                    <a:ext uri="{FF2B5EF4-FFF2-40B4-BE49-F238E27FC236}">
                      <a16:creationId xmlns:a16="http://schemas.microsoft.com/office/drawing/2014/main" id="{E6E93476-4A2C-B203-9AD2-5864FA7455B9}"/>
                    </a:ext>
                  </a:extLst>
                </p:cNvPr>
                <p:cNvSpPr/>
                <p:nvPr/>
              </p:nvSpPr>
              <p:spPr>
                <a:xfrm>
                  <a:off x="2264459" y="2832738"/>
                  <a:ext cx="40575" cy="43957"/>
                </a:xfrm>
                <a:custGeom>
                  <a:avLst/>
                  <a:gdLst>
                    <a:gd name="connsiteX0" fmla="*/ 17145 w 17145"/>
                    <a:gd name="connsiteY0" fmla="*/ 8572 h 17144"/>
                    <a:gd name="connsiteX1" fmla="*/ 8573 w 17145"/>
                    <a:gd name="connsiteY1" fmla="*/ 17145 h 17144"/>
                    <a:gd name="connsiteX2" fmla="*/ 0 w 17145"/>
                    <a:gd name="connsiteY2" fmla="*/ 8572 h 17144"/>
                    <a:gd name="connsiteX3" fmla="*/ 8573 w 17145"/>
                    <a:gd name="connsiteY3" fmla="*/ 0 h 17144"/>
                    <a:gd name="connsiteX4" fmla="*/ 17145 w 17145"/>
                    <a:gd name="connsiteY4" fmla="*/ 8572 h 1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4">
                      <a:moveTo>
                        <a:pt x="17145" y="8572"/>
                      </a:moveTo>
                      <a:cubicBezTo>
                        <a:pt x="17145" y="13307"/>
                        <a:pt x="13307" y="17145"/>
                        <a:pt x="8573" y="17145"/>
                      </a:cubicBezTo>
                      <a:cubicBezTo>
                        <a:pt x="3838" y="17145"/>
                        <a:pt x="0" y="13307"/>
                        <a:pt x="0" y="8572"/>
                      </a:cubicBezTo>
                      <a:cubicBezTo>
                        <a:pt x="0" y="3838"/>
                        <a:pt x="3838" y="0"/>
                        <a:pt x="8573" y="0"/>
                      </a:cubicBezTo>
                      <a:cubicBezTo>
                        <a:pt x="13307" y="0"/>
                        <a:pt x="17145" y="3838"/>
                        <a:pt x="17145" y="857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9" name="Freeform: Shape 1198">
                  <a:extLst>
                    <a:ext uri="{FF2B5EF4-FFF2-40B4-BE49-F238E27FC236}">
                      <a16:creationId xmlns:a16="http://schemas.microsoft.com/office/drawing/2014/main" id="{4A546717-B3DC-2646-8ED0-9511F6B63731}"/>
                    </a:ext>
                  </a:extLst>
                </p:cNvPr>
                <p:cNvSpPr/>
                <p:nvPr/>
              </p:nvSpPr>
              <p:spPr>
                <a:xfrm>
                  <a:off x="1838208" y="3609352"/>
                  <a:ext cx="63332" cy="68381"/>
                </a:xfrm>
                <a:custGeom>
                  <a:avLst/>
                  <a:gdLst>
                    <a:gd name="connsiteX0" fmla="*/ 13426 w 26761"/>
                    <a:gd name="connsiteY0" fmla="*/ 0 h 26670"/>
                    <a:gd name="connsiteX1" fmla="*/ 26761 w 26761"/>
                    <a:gd name="connsiteY1" fmla="*/ 13335 h 26670"/>
                    <a:gd name="connsiteX2" fmla="*/ 13426 w 26761"/>
                    <a:gd name="connsiteY2" fmla="*/ 26670 h 26670"/>
                    <a:gd name="connsiteX3" fmla="*/ 91 w 26761"/>
                    <a:gd name="connsiteY3" fmla="*/ 13335 h 26670"/>
                    <a:gd name="connsiteX4" fmla="*/ 13426 w 26761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761" h="26670">
                      <a:moveTo>
                        <a:pt x="13426" y="0"/>
                      </a:moveTo>
                      <a:cubicBezTo>
                        <a:pt x="21046" y="0"/>
                        <a:pt x="26761" y="5715"/>
                        <a:pt x="26761" y="13335"/>
                      </a:cubicBezTo>
                      <a:cubicBezTo>
                        <a:pt x="26761" y="20955"/>
                        <a:pt x="21046" y="26670"/>
                        <a:pt x="13426" y="26670"/>
                      </a:cubicBezTo>
                      <a:cubicBezTo>
                        <a:pt x="5806" y="26670"/>
                        <a:pt x="91" y="20955"/>
                        <a:pt x="91" y="13335"/>
                      </a:cubicBezTo>
                      <a:cubicBezTo>
                        <a:pt x="-861" y="5715"/>
                        <a:pt x="5806" y="0"/>
                        <a:pt x="1342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0" name="Freeform: Shape 1199">
                  <a:extLst>
                    <a:ext uri="{FF2B5EF4-FFF2-40B4-BE49-F238E27FC236}">
                      <a16:creationId xmlns:a16="http://schemas.microsoft.com/office/drawing/2014/main" id="{D4C05268-32FF-9CAA-3025-7DC9E16E9237}"/>
                    </a:ext>
                  </a:extLst>
                </p:cNvPr>
                <p:cNvSpPr/>
                <p:nvPr/>
              </p:nvSpPr>
              <p:spPr>
                <a:xfrm>
                  <a:off x="1878998" y="181434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1" name="Freeform: Shape 1200">
                  <a:extLst>
                    <a:ext uri="{FF2B5EF4-FFF2-40B4-BE49-F238E27FC236}">
                      <a16:creationId xmlns:a16="http://schemas.microsoft.com/office/drawing/2014/main" id="{60395272-C3B5-2A46-8027-6E50DD04D7D3}"/>
                    </a:ext>
                  </a:extLst>
                </p:cNvPr>
                <p:cNvSpPr/>
                <p:nvPr/>
              </p:nvSpPr>
              <p:spPr>
                <a:xfrm>
                  <a:off x="2246423" y="374367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2" name="Freeform: Shape 1201">
                  <a:extLst>
                    <a:ext uri="{FF2B5EF4-FFF2-40B4-BE49-F238E27FC236}">
                      <a16:creationId xmlns:a16="http://schemas.microsoft.com/office/drawing/2014/main" id="{18CABB0F-83D4-7437-7D25-CD8B32259FEC}"/>
                    </a:ext>
                  </a:extLst>
                </p:cNvPr>
                <p:cNvSpPr/>
                <p:nvPr/>
              </p:nvSpPr>
              <p:spPr>
                <a:xfrm>
                  <a:off x="1883506" y="4823121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3" name="Freeform: Shape 1202">
                  <a:extLst>
                    <a:ext uri="{FF2B5EF4-FFF2-40B4-BE49-F238E27FC236}">
                      <a16:creationId xmlns:a16="http://schemas.microsoft.com/office/drawing/2014/main" id="{8DBDB162-C89B-A4A1-7FB1-0E0B6A2C3FE9}"/>
                    </a:ext>
                  </a:extLst>
                </p:cNvPr>
                <p:cNvSpPr/>
                <p:nvPr/>
              </p:nvSpPr>
              <p:spPr>
                <a:xfrm>
                  <a:off x="2872887" y="2407797"/>
                  <a:ext cx="72322" cy="78150"/>
                </a:xfrm>
                <a:custGeom>
                  <a:avLst/>
                  <a:gdLst>
                    <a:gd name="connsiteX0" fmla="*/ 15321 w 30560"/>
                    <a:gd name="connsiteY0" fmla="*/ 0 h 30480"/>
                    <a:gd name="connsiteX1" fmla="*/ 30561 w 30560"/>
                    <a:gd name="connsiteY1" fmla="*/ 15240 h 30480"/>
                    <a:gd name="connsiteX2" fmla="*/ 15321 w 30560"/>
                    <a:gd name="connsiteY2" fmla="*/ 30480 h 30480"/>
                    <a:gd name="connsiteX3" fmla="*/ 81 w 30560"/>
                    <a:gd name="connsiteY3" fmla="*/ 15240 h 30480"/>
                    <a:gd name="connsiteX4" fmla="*/ 15321 w 3056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80">
                      <a:moveTo>
                        <a:pt x="15321" y="0"/>
                      </a:moveTo>
                      <a:cubicBezTo>
                        <a:pt x="23893" y="0"/>
                        <a:pt x="30561" y="6668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7620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4" name="Freeform: Shape 1203">
                  <a:extLst>
                    <a:ext uri="{FF2B5EF4-FFF2-40B4-BE49-F238E27FC236}">
                      <a16:creationId xmlns:a16="http://schemas.microsoft.com/office/drawing/2014/main" id="{199A5B5D-56C5-0434-A4FB-B8925A61D29A}"/>
                    </a:ext>
                  </a:extLst>
                </p:cNvPr>
                <p:cNvSpPr/>
                <p:nvPr/>
              </p:nvSpPr>
              <p:spPr>
                <a:xfrm>
                  <a:off x="3084969" y="5001399"/>
                  <a:ext cx="27047" cy="29304"/>
                </a:xfrm>
                <a:custGeom>
                  <a:avLst/>
                  <a:gdLst>
                    <a:gd name="connsiteX0" fmla="*/ 5715 w 11429"/>
                    <a:gd name="connsiteY0" fmla="*/ 0 h 11429"/>
                    <a:gd name="connsiteX1" fmla="*/ 11430 w 11429"/>
                    <a:gd name="connsiteY1" fmla="*/ 5715 h 11429"/>
                    <a:gd name="connsiteX2" fmla="*/ 5715 w 11429"/>
                    <a:gd name="connsiteY2" fmla="*/ 11430 h 11429"/>
                    <a:gd name="connsiteX3" fmla="*/ 0 w 11429"/>
                    <a:gd name="connsiteY3" fmla="*/ 5715 h 11429"/>
                    <a:gd name="connsiteX4" fmla="*/ 5715 w 11429"/>
                    <a:gd name="connsiteY4" fmla="*/ 0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29" h="11429">
                      <a:moveTo>
                        <a:pt x="5715" y="0"/>
                      </a:moveTo>
                      <a:cubicBezTo>
                        <a:pt x="8573" y="0"/>
                        <a:pt x="11430" y="1905"/>
                        <a:pt x="11430" y="5715"/>
                      </a:cubicBezTo>
                      <a:cubicBezTo>
                        <a:pt x="11430" y="8573"/>
                        <a:pt x="9525" y="11430"/>
                        <a:pt x="5715" y="11430"/>
                      </a:cubicBezTo>
                      <a:cubicBezTo>
                        <a:pt x="2857" y="11430"/>
                        <a:pt x="0" y="9525"/>
                        <a:pt x="0" y="5715"/>
                      </a:cubicBezTo>
                      <a:cubicBezTo>
                        <a:pt x="0" y="2858"/>
                        <a:pt x="2857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5" name="Freeform: Shape 1204">
                  <a:extLst>
                    <a:ext uri="{FF2B5EF4-FFF2-40B4-BE49-F238E27FC236}">
                      <a16:creationId xmlns:a16="http://schemas.microsoft.com/office/drawing/2014/main" id="{C18BDC83-772C-D215-9625-592398F612C9}"/>
                    </a:ext>
                  </a:extLst>
                </p:cNvPr>
                <p:cNvSpPr/>
                <p:nvPr/>
              </p:nvSpPr>
              <p:spPr>
                <a:xfrm>
                  <a:off x="2690491" y="254944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6" name="Freeform: Shape 1205">
                  <a:extLst>
                    <a:ext uri="{FF2B5EF4-FFF2-40B4-BE49-F238E27FC236}">
                      <a16:creationId xmlns:a16="http://schemas.microsoft.com/office/drawing/2014/main" id="{0848005C-7710-3178-EE4A-BFB7473DE037}"/>
                    </a:ext>
                  </a:extLst>
                </p:cNvPr>
                <p:cNvSpPr/>
                <p:nvPr/>
              </p:nvSpPr>
              <p:spPr>
                <a:xfrm>
                  <a:off x="2864060" y="272528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7" name="Freeform: Shape 1206">
                  <a:extLst>
                    <a:ext uri="{FF2B5EF4-FFF2-40B4-BE49-F238E27FC236}">
                      <a16:creationId xmlns:a16="http://schemas.microsoft.com/office/drawing/2014/main" id="{8BC0D503-CE55-E781-9145-9C4A7100795F}"/>
                    </a:ext>
                  </a:extLst>
                </p:cNvPr>
                <p:cNvSpPr/>
                <p:nvPr/>
              </p:nvSpPr>
              <p:spPr>
                <a:xfrm>
                  <a:off x="1982689" y="5577759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8" name="Freeform: Shape 1207">
                  <a:extLst>
                    <a:ext uri="{FF2B5EF4-FFF2-40B4-BE49-F238E27FC236}">
                      <a16:creationId xmlns:a16="http://schemas.microsoft.com/office/drawing/2014/main" id="{A813A4D0-7CF8-406C-40A8-847842C6A147}"/>
                    </a:ext>
                  </a:extLst>
                </p:cNvPr>
                <p:cNvSpPr/>
                <p:nvPr/>
              </p:nvSpPr>
              <p:spPr>
                <a:xfrm>
                  <a:off x="2327575" y="2705744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9" name="Freeform: Shape 1208">
                  <a:extLst>
                    <a:ext uri="{FF2B5EF4-FFF2-40B4-BE49-F238E27FC236}">
                      <a16:creationId xmlns:a16="http://schemas.microsoft.com/office/drawing/2014/main" id="{BE94CA34-D9E1-F83F-DBD3-4991CEFE8A60}"/>
                    </a:ext>
                  </a:extLst>
                </p:cNvPr>
                <p:cNvSpPr/>
                <p:nvPr/>
              </p:nvSpPr>
              <p:spPr>
                <a:xfrm>
                  <a:off x="2021010" y="4178383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0" name="Freeform: Shape 1209">
                  <a:extLst>
                    <a:ext uri="{FF2B5EF4-FFF2-40B4-BE49-F238E27FC236}">
                      <a16:creationId xmlns:a16="http://schemas.microsoft.com/office/drawing/2014/main" id="{976D3993-2A1E-A10E-601B-49E3641C8592}"/>
                    </a:ext>
                  </a:extLst>
                </p:cNvPr>
                <p:cNvSpPr/>
                <p:nvPr/>
              </p:nvSpPr>
              <p:spPr>
                <a:xfrm>
                  <a:off x="2825740" y="2466410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1" name="Freeform: Shape 1210">
                  <a:extLst>
                    <a:ext uri="{FF2B5EF4-FFF2-40B4-BE49-F238E27FC236}">
                      <a16:creationId xmlns:a16="http://schemas.microsoft.com/office/drawing/2014/main" id="{1FA5A4E9-859A-EBA0-27FC-C0C38B4C9007}"/>
                    </a:ext>
                  </a:extLst>
                </p:cNvPr>
                <p:cNvSpPr/>
                <p:nvPr/>
              </p:nvSpPr>
              <p:spPr>
                <a:xfrm>
                  <a:off x="2203595" y="350433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2" name="Freeform: Shape 1211">
                  <a:extLst>
                    <a:ext uri="{FF2B5EF4-FFF2-40B4-BE49-F238E27FC236}">
                      <a16:creationId xmlns:a16="http://schemas.microsoft.com/office/drawing/2014/main" id="{7F6082FA-B422-C20B-5531-7FEDAF049354}"/>
                    </a:ext>
                  </a:extLst>
                </p:cNvPr>
                <p:cNvSpPr/>
                <p:nvPr/>
              </p:nvSpPr>
              <p:spPr>
                <a:xfrm>
                  <a:off x="1973672" y="240779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3" name="Freeform: Shape 1212">
                  <a:extLst>
                    <a:ext uri="{FF2B5EF4-FFF2-40B4-BE49-F238E27FC236}">
                      <a16:creationId xmlns:a16="http://schemas.microsoft.com/office/drawing/2014/main" id="{4F4ADD56-F289-EACD-07D8-5D0D0FBAE75E}"/>
                    </a:ext>
                  </a:extLst>
                </p:cNvPr>
                <p:cNvSpPr/>
                <p:nvPr/>
              </p:nvSpPr>
              <p:spPr>
                <a:xfrm>
                  <a:off x="2893365" y="3186854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4" name="Freeform: Shape 1213">
                  <a:extLst>
                    <a:ext uri="{FF2B5EF4-FFF2-40B4-BE49-F238E27FC236}">
                      <a16:creationId xmlns:a16="http://schemas.microsoft.com/office/drawing/2014/main" id="{ADB1BAE5-2E0C-6938-65DC-1EB89F91DDDB}"/>
                    </a:ext>
                  </a:extLst>
                </p:cNvPr>
                <p:cNvSpPr/>
                <p:nvPr/>
              </p:nvSpPr>
              <p:spPr>
                <a:xfrm>
                  <a:off x="2408724" y="333582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5" name="Freeform: Shape 1214">
                  <a:extLst>
                    <a:ext uri="{FF2B5EF4-FFF2-40B4-BE49-F238E27FC236}">
                      <a16:creationId xmlns:a16="http://schemas.microsoft.com/office/drawing/2014/main" id="{DC516F0B-EF36-B27B-0900-3D3C55E76EA1}"/>
                    </a:ext>
                  </a:extLst>
                </p:cNvPr>
                <p:cNvSpPr/>
                <p:nvPr/>
              </p:nvSpPr>
              <p:spPr>
                <a:xfrm>
                  <a:off x="2323064" y="3272332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7620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6" name="Freeform: Shape 1215">
                  <a:extLst>
                    <a:ext uri="{FF2B5EF4-FFF2-40B4-BE49-F238E27FC236}">
                      <a16:creationId xmlns:a16="http://schemas.microsoft.com/office/drawing/2014/main" id="{E61E96D0-1C24-A7BA-8FC6-1F91E58EAD56}"/>
                    </a:ext>
                  </a:extLst>
                </p:cNvPr>
                <p:cNvSpPr/>
                <p:nvPr/>
              </p:nvSpPr>
              <p:spPr>
                <a:xfrm>
                  <a:off x="1824898" y="181190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7" name="Freeform: Shape 1216">
                  <a:extLst>
                    <a:ext uri="{FF2B5EF4-FFF2-40B4-BE49-F238E27FC236}">
                      <a16:creationId xmlns:a16="http://schemas.microsoft.com/office/drawing/2014/main" id="{D9B9C1C6-31E0-731C-BB44-D26C327464FB}"/>
                    </a:ext>
                  </a:extLst>
                </p:cNvPr>
                <p:cNvSpPr/>
                <p:nvPr/>
              </p:nvSpPr>
              <p:spPr>
                <a:xfrm>
                  <a:off x="2584545" y="3851130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8" name="Freeform: Shape 1217">
                  <a:extLst>
                    <a:ext uri="{FF2B5EF4-FFF2-40B4-BE49-F238E27FC236}">
                      <a16:creationId xmlns:a16="http://schemas.microsoft.com/office/drawing/2014/main" id="{22B1C2F0-813A-3F27-4DAC-EC0B170BDCB0}"/>
                    </a:ext>
                  </a:extLst>
                </p:cNvPr>
                <p:cNvSpPr/>
                <p:nvPr/>
              </p:nvSpPr>
              <p:spPr>
                <a:xfrm>
                  <a:off x="2733321" y="3050092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9" name="Freeform: Shape 1218">
                  <a:extLst>
                    <a:ext uri="{FF2B5EF4-FFF2-40B4-BE49-F238E27FC236}">
                      <a16:creationId xmlns:a16="http://schemas.microsoft.com/office/drawing/2014/main" id="{24A53783-A0D4-E3F5-E85D-9EF857FB3E87}"/>
                    </a:ext>
                  </a:extLst>
                </p:cNvPr>
                <p:cNvSpPr/>
                <p:nvPr/>
              </p:nvSpPr>
              <p:spPr>
                <a:xfrm>
                  <a:off x="2023263" y="4383527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0" name="Freeform: Shape 1219">
                  <a:extLst>
                    <a:ext uri="{FF2B5EF4-FFF2-40B4-BE49-F238E27FC236}">
                      <a16:creationId xmlns:a16="http://schemas.microsoft.com/office/drawing/2014/main" id="{E572410B-77D2-BFEA-A466-03C10A522619}"/>
                    </a:ext>
                  </a:extLst>
                </p:cNvPr>
                <p:cNvSpPr/>
                <p:nvPr/>
              </p:nvSpPr>
              <p:spPr>
                <a:xfrm>
                  <a:off x="2298270" y="399277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1" name="Freeform: Shape 1220">
                  <a:extLst>
                    <a:ext uri="{FF2B5EF4-FFF2-40B4-BE49-F238E27FC236}">
                      <a16:creationId xmlns:a16="http://schemas.microsoft.com/office/drawing/2014/main" id="{269B60A3-1602-FA05-C42A-4365B2BA49DE}"/>
                    </a:ext>
                  </a:extLst>
                </p:cNvPr>
                <p:cNvSpPr/>
                <p:nvPr/>
              </p:nvSpPr>
              <p:spPr>
                <a:xfrm>
                  <a:off x="1585959" y="2126944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2" name="Freeform: Shape 1221">
                  <a:extLst>
                    <a:ext uri="{FF2B5EF4-FFF2-40B4-BE49-F238E27FC236}">
                      <a16:creationId xmlns:a16="http://schemas.microsoft.com/office/drawing/2014/main" id="{96DEC0C5-7064-683A-D577-4869B36A709C}"/>
                    </a:ext>
                  </a:extLst>
                </p:cNvPr>
                <p:cNvSpPr/>
                <p:nvPr/>
              </p:nvSpPr>
              <p:spPr>
                <a:xfrm>
                  <a:off x="1732479" y="242977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3" name="Freeform: Shape 1222">
                  <a:extLst>
                    <a:ext uri="{FF2B5EF4-FFF2-40B4-BE49-F238E27FC236}">
                      <a16:creationId xmlns:a16="http://schemas.microsoft.com/office/drawing/2014/main" id="{BF29E62D-A8A9-177D-75A9-F53A2BF25AB9}"/>
                    </a:ext>
                  </a:extLst>
                </p:cNvPr>
                <p:cNvSpPr/>
                <p:nvPr/>
              </p:nvSpPr>
              <p:spPr>
                <a:xfrm>
                  <a:off x="2104413" y="186318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4" name="Freeform: Shape 1223">
                  <a:extLst>
                    <a:ext uri="{FF2B5EF4-FFF2-40B4-BE49-F238E27FC236}">
                      <a16:creationId xmlns:a16="http://schemas.microsoft.com/office/drawing/2014/main" id="{3E73B9D5-8A35-5274-ADDB-DE2C5BCD37DE}"/>
                    </a:ext>
                  </a:extLst>
                </p:cNvPr>
                <p:cNvSpPr/>
                <p:nvPr/>
              </p:nvSpPr>
              <p:spPr>
                <a:xfrm>
                  <a:off x="2586801" y="2358954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5" name="Freeform: Shape 1224">
                  <a:extLst>
                    <a:ext uri="{FF2B5EF4-FFF2-40B4-BE49-F238E27FC236}">
                      <a16:creationId xmlns:a16="http://schemas.microsoft.com/office/drawing/2014/main" id="{BD53CDC8-3773-B1B3-4D7F-2FC47C76035F}"/>
                    </a:ext>
                  </a:extLst>
                </p:cNvPr>
                <p:cNvSpPr/>
                <p:nvPr/>
              </p:nvSpPr>
              <p:spPr>
                <a:xfrm>
                  <a:off x="2077363" y="559485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6" name="Freeform: Shape 1225">
                  <a:extLst>
                    <a:ext uri="{FF2B5EF4-FFF2-40B4-BE49-F238E27FC236}">
                      <a16:creationId xmlns:a16="http://schemas.microsoft.com/office/drawing/2014/main" id="{7DD40255-FED2-6A46-99BB-1A596EA88462}"/>
                    </a:ext>
                  </a:extLst>
                </p:cNvPr>
                <p:cNvSpPr/>
                <p:nvPr/>
              </p:nvSpPr>
              <p:spPr>
                <a:xfrm>
                  <a:off x="1818137" y="406360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7" name="Freeform: Shape 1226">
                  <a:extLst>
                    <a:ext uri="{FF2B5EF4-FFF2-40B4-BE49-F238E27FC236}">
                      <a16:creationId xmlns:a16="http://schemas.microsoft.com/office/drawing/2014/main" id="{3E3BF2C6-52F0-31BC-4BD7-569D2828C85A}"/>
                    </a:ext>
                  </a:extLst>
                </p:cNvPr>
                <p:cNvSpPr/>
                <p:nvPr/>
              </p:nvSpPr>
              <p:spPr>
                <a:xfrm>
                  <a:off x="1926336" y="239070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8" name="Freeform: Shape 1227">
                  <a:extLst>
                    <a:ext uri="{FF2B5EF4-FFF2-40B4-BE49-F238E27FC236}">
                      <a16:creationId xmlns:a16="http://schemas.microsoft.com/office/drawing/2014/main" id="{F1AF8A4B-1939-5825-C704-9566EEAE3979}"/>
                    </a:ext>
                  </a:extLst>
                </p:cNvPr>
                <p:cNvSpPr/>
                <p:nvPr/>
              </p:nvSpPr>
              <p:spPr>
                <a:xfrm>
                  <a:off x="2433518" y="2754588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9" name="Freeform: Shape 1228">
                  <a:extLst>
                    <a:ext uri="{FF2B5EF4-FFF2-40B4-BE49-F238E27FC236}">
                      <a16:creationId xmlns:a16="http://schemas.microsoft.com/office/drawing/2014/main" id="{C413EFF9-CDC5-5DFF-207F-5C68222B14B2}"/>
                    </a:ext>
                  </a:extLst>
                </p:cNvPr>
                <p:cNvSpPr/>
                <p:nvPr/>
              </p:nvSpPr>
              <p:spPr>
                <a:xfrm>
                  <a:off x="2593564" y="2849832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0" name="Freeform: Shape 1229">
                  <a:extLst>
                    <a:ext uri="{FF2B5EF4-FFF2-40B4-BE49-F238E27FC236}">
                      <a16:creationId xmlns:a16="http://schemas.microsoft.com/office/drawing/2014/main" id="{1B84EFA4-6A17-5EDB-FFFE-5F3063360164}"/>
                    </a:ext>
                  </a:extLst>
                </p:cNvPr>
                <p:cNvSpPr/>
                <p:nvPr/>
              </p:nvSpPr>
              <p:spPr>
                <a:xfrm>
                  <a:off x="2647664" y="3721695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1" name="Freeform: Shape 1230">
                  <a:extLst>
                    <a:ext uri="{FF2B5EF4-FFF2-40B4-BE49-F238E27FC236}">
                      <a16:creationId xmlns:a16="http://schemas.microsoft.com/office/drawing/2014/main" id="{37422601-76FD-634A-0227-E2EE41BC6A36}"/>
                    </a:ext>
                  </a:extLst>
                </p:cNvPr>
                <p:cNvSpPr/>
                <p:nvPr/>
              </p:nvSpPr>
              <p:spPr>
                <a:xfrm>
                  <a:off x="2154004" y="2566538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4288" y="0"/>
                        <a:pt x="19050" y="3810"/>
                        <a:pt x="19050" y="9525"/>
                      </a:cubicBezTo>
                      <a:cubicBezTo>
                        <a:pt x="19050" y="15240"/>
                        <a:pt x="15240" y="19050"/>
                        <a:pt x="9525" y="19050"/>
                      </a:cubicBezTo>
                      <a:cubicBezTo>
                        <a:pt x="4763" y="19050"/>
                        <a:pt x="0" y="15240"/>
                        <a:pt x="0" y="9525"/>
                      </a:cubicBezTo>
                      <a:cubicBezTo>
                        <a:pt x="0" y="3810"/>
                        <a:pt x="4763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2" name="Freeform: Shape 1231">
                  <a:extLst>
                    <a:ext uri="{FF2B5EF4-FFF2-40B4-BE49-F238E27FC236}">
                      <a16:creationId xmlns:a16="http://schemas.microsoft.com/office/drawing/2014/main" id="{8F6A1A78-0FAC-9B9B-029D-D309D8BA10FD}"/>
                    </a:ext>
                  </a:extLst>
                </p:cNvPr>
                <p:cNvSpPr/>
                <p:nvPr/>
              </p:nvSpPr>
              <p:spPr>
                <a:xfrm>
                  <a:off x="2532701" y="324546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3" name="Freeform: Shape 1232">
                  <a:extLst>
                    <a:ext uri="{FF2B5EF4-FFF2-40B4-BE49-F238E27FC236}">
                      <a16:creationId xmlns:a16="http://schemas.microsoft.com/office/drawing/2014/main" id="{6EDB1637-2782-61D3-169C-FA02F39CDF88}"/>
                    </a:ext>
                  </a:extLst>
                </p:cNvPr>
                <p:cNvSpPr/>
                <p:nvPr/>
              </p:nvSpPr>
              <p:spPr>
                <a:xfrm>
                  <a:off x="1822645" y="4329799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4" name="Freeform: Shape 1233">
                  <a:extLst>
                    <a:ext uri="{FF2B5EF4-FFF2-40B4-BE49-F238E27FC236}">
                      <a16:creationId xmlns:a16="http://schemas.microsoft.com/office/drawing/2014/main" id="{EF176B28-C0B6-8A77-575F-3E4F323191CA}"/>
                    </a:ext>
                  </a:extLst>
                </p:cNvPr>
                <p:cNvSpPr/>
                <p:nvPr/>
              </p:nvSpPr>
              <p:spPr>
                <a:xfrm>
                  <a:off x="1809118" y="213915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5" name="Freeform: Shape 1234">
                  <a:extLst>
                    <a:ext uri="{FF2B5EF4-FFF2-40B4-BE49-F238E27FC236}">
                      <a16:creationId xmlns:a16="http://schemas.microsoft.com/office/drawing/2014/main" id="{01AE9387-D9B9-2257-3A1C-4A262C0418ED}"/>
                    </a:ext>
                  </a:extLst>
                </p:cNvPr>
                <p:cNvSpPr/>
                <p:nvPr/>
              </p:nvSpPr>
              <p:spPr>
                <a:xfrm>
                  <a:off x="1725716" y="542634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6" name="Freeform: Shape 1235">
                  <a:extLst>
                    <a:ext uri="{FF2B5EF4-FFF2-40B4-BE49-F238E27FC236}">
                      <a16:creationId xmlns:a16="http://schemas.microsoft.com/office/drawing/2014/main" id="{5EAB72C2-4305-9EDA-5D2A-C537C098D873}"/>
                    </a:ext>
                  </a:extLst>
                </p:cNvPr>
                <p:cNvSpPr/>
                <p:nvPr/>
              </p:nvSpPr>
              <p:spPr>
                <a:xfrm>
                  <a:off x="1885762" y="5062455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7" name="Freeform: Shape 1236">
                  <a:extLst>
                    <a:ext uri="{FF2B5EF4-FFF2-40B4-BE49-F238E27FC236}">
                      <a16:creationId xmlns:a16="http://schemas.microsoft.com/office/drawing/2014/main" id="{958AD4DB-D8A8-4D91-8F0F-109B39425FF7}"/>
                    </a:ext>
                  </a:extLst>
                </p:cNvPr>
                <p:cNvSpPr/>
                <p:nvPr/>
              </p:nvSpPr>
              <p:spPr>
                <a:xfrm>
                  <a:off x="2045805" y="4898830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8" name="Freeform: Shape 1237">
                  <a:extLst>
                    <a:ext uri="{FF2B5EF4-FFF2-40B4-BE49-F238E27FC236}">
                      <a16:creationId xmlns:a16="http://schemas.microsoft.com/office/drawing/2014/main" id="{E6139DCB-E6EA-A435-9D0B-26A94627870F}"/>
                    </a:ext>
                  </a:extLst>
                </p:cNvPr>
                <p:cNvSpPr/>
                <p:nvPr/>
              </p:nvSpPr>
              <p:spPr>
                <a:xfrm>
                  <a:off x="2879840" y="1863188"/>
                  <a:ext cx="49589" cy="53726"/>
                </a:xfrm>
                <a:custGeom>
                  <a:avLst/>
                  <a:gdLst>
                    <a:gd name="connsiteX0" fmla="*/ 10477 w 20954"/>
                    <a:gd name="connsiteY0" fmla="*/ 0 h 20954"/>
                    <a:gd name="connsiteX1" fmla="*/ 20955 w 20954"/>
                    <a:gd name="connsiteY1" fmla="*/ 10477 h 20954"/>
                    <a:gd name="connsiteX2" fmla="*/ 10477 w 20954"/>
                    <a:gd name="connsiteY2" fmla="*/ 20955 h 20954"/>
                    <a:gd name="connsiteX3" fmla="*/ 0 w 20954"/>
                    <a:gd name="connsiteY3" fmla="*/ 10477 h 20954"/>
                    <a:gd name="connsiteX4" fmla="*/ 10477 w 20954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7"/>
                      </a:cubicBezTo>
                      <a:cubicBezTo>
                        <a:pt x="20955" y="16192"/>
                        <a:pt x="16192" y="20955"/>
                        <a:pt x="10477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9" name="Freeform: Shape 1238">
                  <a:extLst>
                    <a:ext uri="{FF2B5EF4-FFF2-40B4-BE49-F238E27FC236}">
                      <a16:creationId xmlns:a16="http://schemas.microsoft.com/office/drawing/2014/main" id="{05C68ABB-7C61-865B-E29F-9BBBF86466F6}"/>
                    </a:ext>
                  </a:extLst>
                </p:cNvPr>
                <p:cNvSpPr/>
                <p:nvPr/>
              </p:nvSpPr>
              <p:spPr>
                <a:xfrm>
                  <a:off x="2647664" y="5421456"/>
                  <a:ext cx="40575" cy="43959"/>
                </a:xfrm>
                <a:custGeom>
                  <a:avLst/>
                  <a:gdLst>
                    <a:gd name="connsiteX0" fmla="*/ 8573 w 17145"/>
                    <a:gd name="connsiteY0" fmla="*/ 0 h 17145"/>
                    <a:gd name="connsiteX1" fmla="*/ 17145 w 17145"/>
                    <a:gd name="connsiteY1" fmla="*/ 8573 h 17145"/>
                    <a:gd name="connsiteX2" fmla="*/ 8573 w 17145"/>
                    <a:gd name="connsiteY2" fmla="*/ 17145 h 17145"/>
                    <a:gd name="connsiteX3" fmla="*/ 0 w 17145"/>
                    <a:gd name="connsiteY3" fmla="*/ 8573 h 17145"/>
                    <a:gd name="connsiteX4" fmla="*/ 8573 w 17145"/>
                    <a:gd name="connsiteY4" fmla="*/ 0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3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3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0" name="Freeform: Shape 1239">
                  <a:extLst>
                    <a:ext uri="{FF2B5EF4-FFF2-40B4-BE49-F238E27FC236}">
                      <a16:creationId xmlns:a16="http://schemas.microsoft.com/office/drawing/2014/main" id="{2308EA5E-5741-1939-8DA5-692DC8C2A173}"/>
                    </a:ext>
                  </a:extLst>
                </p:cNvPr>
                <p:cNvSpPr/>
                <p:nvPr/>
              </p:nvSpPr>
              <p:spPr>
                <a:xfrm>
                  <a:off x="2537209" y="4153961"/>
                  <a:ext cx="54100" cy="58613"/>
                </a:xfrm>
                <a:custGeom>
                  <a:avLst/>
                  <a:gdLst>
                    <a:gd name="connsiteX0" fmla="*/ 11430 w 22860"/>
                    <a:gd name="connsiteY0" fmla="*/ 0 h 22860"/>
                    <a:gd name="connsiteX1" fmla="*/ 22860 w 22860"/>
                    <a:gd name="connsiteY1" fmla="*/ 11430 h 22860"/>
                    <a:gd name="connsiteX2" fmla="*/ 11430 w 22860"/>
                    <a:gd name="connsiteY2" fmla="*/ 22860 h 22860"/>
                    <a:gd name="connsiteX3" fmla="*/ 0 w 22860"/>
                    <a:gd name="connsiteY3" fmla="*/ 11430 h 22860"/>
                    <a:gd name="connsiteX4" fmla="*/ 11430 w 22860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11430" y="0"/>
                      </a:moveTo>
                      <a:cubicBezTo>
                        <a:pt x="18098" y="0"/>
                        <a:pt x="22860" y="4763"/>
                        <a:pt x="22860" y="11430"/>
                      </a:cubicBezTo>
                      <a:cubicBezTo>
                        <a:pt x="22860" y="18098"/>
                        <a:pt x="18098" y="22860"/>
                        <a:pt x="11430" y="22860"/>
                      </a:cubicBezTo>
                      <a:cubicBezTo>
                        <a:pt x="4763" y="22860"/>
                        <a:pt x="0" y="18098"/>
                        <a:pt x="0" y="11430"/>
                      </a:cubicBezTo>
                      <a:cubicBezTo>
                        <a:pt x="0" y="5715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1" name="Freeform: Shape 1240">
                  <a:extLst>
                    <a:ext uri="{FF2B5EF4-FFF2-40B4-BE49-F238E27FC236}">
                      <a16:creationId xmlns:a16="http://schemas.microsoft.com/office/drawing/2014/main" id="{93AE6A45-CEAE-9B95-06E6-0CC7863864BD}"/>
                    </a:ext>
                  </a:extLst>
                </p:cNvPr>
                <p:cNvSpPr/>
                <p:nvPr/>
              </p:nvSpPr>
              <p:spPr>
                <a:xfrm>
                  <a:off x="2440282" y="227347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2" name="Freeform: Shape 1241">
                  <a:extLst>
                    <a:ext uri="{FF2B5EF4-FFF2-40B4-BE49-F238E27FC236}">
                      <a16:creationId xmlns:a16="http://schemas.microsoft.com/office/drawing/2014/main" id="{A1466E3E-FDF5-E669-40AB-498A17B79C0A}"/>
                    </a:ext>
                  </a:extLst>
                </p:cNvPr>
                <p:cNvSpPr/>
                <p:nvPr/>
              </p:nvSpPr>
              <p:spPr>
                <a:xfrm>
                  <a:off x="1946622" y="515037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3" name="Freeform: Shape 1242">
                  <a:extLst>
                    <a:ext uri="{FF2B5EF4-FFF2-40B4-BE49-F238E27FC236}">
                      <a16:creationId xmlns:a16="http://schemas.microsoft.com/office/drawing/2014/main" id="{2B1A4A99-186B-14D6-EABD-45D1518DBF11}"/>
                    </a:ext>
                  </a:extLst>
                </p:cNvPr>
                <p:cNvSpPr/>
                <p:nvPr/>
              </p:nvSpPr>
              <p:spPr>
                <a:xfrm>
                  <a:off x="3055664" y="5243177"/>
                  <a:ext cx="27050" cy="29304"/>
                </a:xfrm>
                <a:custGeom>
                  <a:avLst/>
                  <a:gdLst>
                    <a:gd name="connsiteX0" fmla="*/ 5715 w 11430"/>
                    <a:gd name="connsiteY0" fmla="*/ 0 h 11429"/>
                    <a:gd name="connsiteX1" fmla="*/ 11430 w 11430"/>
                    <a:gd name="connsiteY1" fmla="*/ 5715 h 11429"/>
                    <a:gd name="connsiteX2" fmla="*/ 5715 w 11430"/>
                    <a:gd name="connsiteY2" fmla="*/ 11430 h 11429"/>
                    <a:gd name="connsiteX3" fmla="*/ 0 w 11430"/>
                    <a:gd name="connsiteY3" fmla="*/ 5715 h 11429"/>
                    <a:gd name="connsiteX4" fmla="*/ 5715 w 11430"/>
                    <a:gd name="connsiteY4" fmla="*/ 0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" h="11429">
                      <a:moveTo>
                        <a:pt x="5715" y="0"/>
                      </a:moveTo>
                      <a:cubicBezTo>
                        <a:pt x="8573" y="0"/>
                        <a:pt x="11430" y="2857"/>
                        <a:pt x="11430" y="5715"/>
                      </a:cubicBezTo>
                      <a:cubicBezTo>
                        <a:pt x="11430" y="8572"/>
                        <a:pt x="8573" y="11430"/>
                        <a:pt x="5715" y="11430"/>
                      </a:cubicBezTo>
                      <a:cubicBezTo>
                        <a:pt x="2858" y="11430"/>
                        <a:pt x="0" y="8572"/>
                        <a:pt x="0" y="5715"/>
                      </a:cubicBezTo>
                      <a:cubicBezTo>
                        <a:pt x="0" y="2857"/>
                        <a:pt x="2858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4" name="Freeform: Shape 1243">
                  <a:extLst>
                    <a:ext uri="{FF2B5EF4-FFF2-40B4-BE49-F238E27FC236}">
                      <a16:creationId xmlns:a16="http://schemas.microsoft.com/office/drawing/2014/main" id="{B163AC19-9109-EADA-5D92-0D7A2B8A1EC7}"/>
                    </a:ext>
                  </a:extLst>
                </p:cNvPr>
                <p:cNvSpPr/>
                <p:nvPr/>
              </p:nvSpPr>
              <p:spPr>
                <a:xfrm>
                  <a:off x="1640058" y="503070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5" name="Freeform: Shape 1244">
                  <a:extLst>
                    <a:ext uri="{FF2B5EF4-FFF2-40B4-BE49-F238E27FC236}">
                      <a16:creationId xmlns:a16="http://schemas.microsoft.com/office/drawing/2014/main" id="{0789F68A-F5E4-4F89-A129-444EBC1102AE}"/>
                    </a:ext>
                  </a:extLst>
                </p:cNvPr>
                <p:cNvSpPr/>
                <p:nvPr/>
              </p:nvSpPr>
              <p:spPr>
                <a:xfrm>
                  <a:off x="2115685" y="180946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6" name="Freeform: Shape 1245">
                  <a:extLst>
                    <a:ext uri="{FF2B5EF4-FFF2-40B4-BE49-F238E27FC236}">
                      <a16:creationId xmlns:a16="http://schemas.microsoft.com/office/drawing/2014/main" id="{D18D800B-243E-3ED2-05E8-7FBCE6DC9CB5}"/>
                    </a:ext>
                  </a:extLst>
                </p:cNvPr>
                <p:cNvSpPr/>
                <p:nvPr/>
              </p:nvSpPr>
              <p:spPr>
                <a:xfrm>
                  <a:off x="2634139" y="5008727"/>
                  <a:ext cx="36064" cy="39075"/>
                </a:xfrm>
                <a:custGeom>
                  <a:avLst/>
                  <a:gdLst>
                    <a:gd name="connsiteX0" fmla="*/ 15240 w 15239"/>
                    <a:gd name="connsiteY0" fmla="*/ 7620 h 15240"/>
                    <a:gd name="connsiteX1" fmla="*/ 7620 w 15239"/>
                    <a:gd name="connsiteY1" fmla="*/ 15240 h 15240"/>
                    <a:gd name="connsiteX2" fmla="*/ 0 w 15239"/>
                    <a:gd name="connsiteY2" fmla="*/ 7620 h 15240"/>
                    <a:gd name="connsiteX3" fmla="*/ 7620 w 15239"/>
                    <a:gd name="connsiteY3" fmla="*/ 0 h 15240"/>
                    <a:gd name="connsiteX4" fmla="*/ 15240 w 15239"/>
                    <a:gd name="connsiteY4" fmla="*/ 762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15240" y="7620"/>
                      </a:moveTo>
                      <a:cubicBezTo>
                        <a:pt x="15240" y="11828"/>
                        <a:pt x="11828" y="15240"/>
                        <a:pt x="7620" y="15240"/>
                      </a:cubicBezTo>
                      <a:cubicBezTo>
                        <a:pt x="3412" y="15240"/>
                        <a:pt x="0" y="11828"/>
                        <a:pt x="0" y="7620"/>
                      </a:cubicBezTo>
                      <a:cubicBezTo>
                        <a:pt x="0" y="3412"/>
                        <a:pt x="3412" y="0"/>
                        <a:pt x="7620" y="0"/>
                      </a:cubicBezTo>
                      <a:cubicBezTo>
                        <a:pt x="11828" y="0"/>
                        <a:pt x="15240" y="3412"/>
                        <a:pt x="15240" y="762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7" name="Freeform: Shape 1246">
                  <a:extLst>
                    <a:ext uri="{FF2B5EF4-FFF2-40B4-BE49-F238E27FC236}">
                      <a16:creationId xmlns:a16="http://schemas.microsoft.com/office/drawing/2014/main" id="{061E9AF1-96B0-DA73-DF70-E0A5FC054B2B}"/>
                    </a:ext>
                  </a:extLst>
                </p:cNvPr>
                <p:cNvSpPr/>
                <p:nvPr/>
              </p:nvSpPr>
              <p:spPr>
                <a:xfrm>
                  <a:off x="2708525" y="245419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8" name="Freeform: Shape 1247">
                  <a:extLst>
                    <a:ext uri="{FF2B5EF4-FFF2-40B4-BE49-F238E27FC236}">
                      <a16:creationId xmlns:a16="http://schemas.microsoft.com/office/drawing/2014/main" id="{F3BC5B88-5784-24F6-FDD6-433CD8667FE3}"/>
                    </a:ext>
                  </a:extLst>
                </p:cNvPr>
                <p:cNvSpPr/>
                <p:nvPr/>
              </p:nvSpPr>
              <p:spPr>
                <a:xfrm>
                  <a:off x="2190070" y="520898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9" name="Freeform: Shape 1248">
                  <a:extLst>
                    <a:ext uri="{FF2B5EF4-FFF2-40B4-BE49-F238E27FC236}">
                      <a16:creationId xmlns:a16="http://schemas.microsoft.com/office/drawing/2014/main" id="{B4403A7A-20D7-0268-602F-EDD4E9F824D3}"/>
                    </a:ext>
                  </a:extLst>
                </p:cNvPr>
                <p:cNvSpPr/>
                <p:nvPr/>
              </p:nvSpPr>
              <p:spPr>
                <a:xfrm>
                  <a:off x="2539273" y="2869370"/>
                  <a:ext cx="72322" cy="78147"/>
                </a:xfrm>
                <a:custGeom>
                  <a:avLst/>
                  <a:gdLst>
                    <a:gd name="connsiteX0" fmla="*/ 15321 w 30560"/>
                    <a:gd name="connsiteY0" fmla="*/ 0 h 30479"/>
                    <a:gd name="connsiteX1" fmla="*/ 30561 w 30560"/>
                    <a:gd name="connsiteY1" fmla="*/ 15240 h 30479"/>
                    <a:gd name="connsiteX2" fmla="*/ 15321 w 30560"/>
                    <a:gd name="connsiteY2" fmla="*/ 30480 h 30479"/>
                    <a:gd name="connsiteX3" fmla="*/ 81 w 30560"/>
                    <a:gd name="connsiteY3" fmla="*/ 15240 h 30479"/>
                    <a:gd name="connsiteX4" fmla="*/ 15321 w 3056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79">
                      <a:moveTo>
                        <a:pt x="15321" y="0"/>
                      </a:moveTo>
                      <a:cubicBezTo>
                        <a:pt x="23893" y="0"/>
                        <a:pt x="30561" y="6667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7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" name="Freeform: Shape 1249">
                  <a:extLst>
                    <a:ext uri="{FF2B5EF4-FFF2-40B4-BE49-F238E27FC236}">
                      <a16:creationId xmlns:a16="http://schemas.microsoft.com/office/drawing/2014/main" id="{D850287C-F2FA-FF96-EA12-D331B41C2974}"/>
                    </a:ext>
                  </a:extLst>
                </p:cNvPr>
                <p:cNvSpPr/>
                <p:nvPr/>
              </p:nvSpPr>
              <p:spPr>
                <a:xfrm>
                  <a:off x="2280236" y="520410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1" name="Freeform: Shape 1250">
                  <a:extLst>
                    <a:ext uri="{FF2B5EF4-FFF2-40B4-BE49-F238E27FC236}">
                      <a16:creationId xmlns:a16="http://schemas.microsoft.com/office/drawing/2014/main" id="{B767658B-E1A2-00DA-0FCA-32435465E740}"/>
                    </a:ext>
                  </a:extLst>
                </p:cNvPr>
                <p:cNvSpPr/>
                <p:nvPr/>
              </p:nvSpPr>
              <p:spPr>
                <a:xfrm>
                  <a:off x="2514668" y="1992625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2" name="Freeform: Shape 1251">
                  <a:extLst>
                    <a:ext uri="{FF2B5EF4-FFF2-40B4-BE49-F238E27FC236}">
                      <a16:creationId xmlns:a16="http://schemas.microsoft.com/office/drawing/2014/main" id="{AE60743D-0069-EDAD-70AD-A7ADE1338677}"/>
                    </a:ext>
                  </a:extLst>
                </p:cNvPr>
                <p:cNvSpPr/>
                <p:nvPr/>
              </p:nvSpPr>
              <p:spPr>
                <a:xfrm>
                  <a:off x="2785166" y="345793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8"/>
                        <a:pt x="21908" y="28575"/>
                        <a:pt x="14288" y="28575"/>
                      </a:cubicBezTo>
                      <a:cubicBezTo>
                        <a:pt x="6668" y="28575"/>
                        <a:pt x="0" y="21908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3" name="Freeform: Shape 1252">
                  <a:extLst>
                    <a:ext uri="{FF2B5EF4-FFF2-40B4-BE49-F238E27FC236}">
                      <a16:creationId xmlns:a16="http://schemas.microsoft.com/office/drawing/2014/main" id="{A55384A2-1A4B-D0E0-EC51-29078434C7A0}"/>
                    </a:ext>
                  </a:extLst>
                </p:cNvPr>
                <p:cNvSpPr/>
                <p:nvPr/>
              </p:nvSpPr>
              <p:spPr>
                <a:xfrm>
                  <a:off x="1876743" y="497453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BBAEBF61-B1F1-12EB-D795-8C222276E70C}"/>
                    </a:ext>
                  </a:extLst>
                </p:cNvPr>
                <p:cNvSpPr/>
                <p:nvPr/>
              </p:nvSpPr>
              <p:spPr>
                <a:xfrm>
                  <a:off x="2323066" y="2583635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7 w 28575"/>
                    <a:gd name="connsiteY1" fmla="*/ 28575 h 28575"/>
                    <a:gd name="connsiteX2" fmla="*/ 0 w 28575"/>
                    <a:gd name="connsiteY2" fmla="*/ 14288 h 28575"/>
                    <a:gd name="connsiteX3" fmla="*/ 14287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7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7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B0CA8520-6637-C264-4A1C-7EFDDA70E0F6}"/>
                    </a:ext>
                  </a:extLst>
                </p:cNvPr>
                <p:cNvSpPr/>
                <p:nvPr/>
              </p:nvSpPr>
              <p:spPr>
                <a:xfrm>
                  <a:off x="2120193" y="534086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17530787-A934-6894-316E-A64C6688937F}"/>
                    </a:ext>
                  </a:extLst>
                </p:cNvPr>
                <p:cNvSpPr/>
                <p:nvPr/>
              </p:nvSpPr>
              <p:spPr>
                <a:xfrm>
                  <a:off x="2665697" y="297927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7" name="Freeform: Shape 1256">
                  <a:extLst>
                    <a:ext uri="{FF2B5EF4-FFF2-40B4-BE49-F238E27FC236}">
                      <a16:creationId xmlns:a16="http://schemas.microsoft.com/office/drawing/2014/main" id="{75B94E36-972F-C712-17BA-9E0E84CE935D}"/>
                    </a:ext>
                  </a:extLst>
                </p:cNvPr>
                <p:cNvSpPr/>
                <p:nvPr/>
              </p:nvSpPr>
              <p:spPr>
                <a:xfrm>
                  <a:off x="2492126" y="4527617"/>
                  <a:ext cx="36064" cy="39072"/>
                </a:xfrm>
                <a:custGeom>
                  <a:avLst/>
                  <a:gdLst>
                    <a:gd name="connsiteX0" fmla="*/ 7620 w 15239"/>
                    <a:gd name="connsiteY0" fmla="*/ 0 h 15239"/>
                    <a:gd name="connsiteX1" fmla="*/ 15240 w 15239"/>
                    <a:gd name="connsiteY1" fmla="*/ 7620 h 15239"/>
                    <a:gd name="connsiteX2" fmla="*/ 7620 w 15239"/>
                    <a:gd name="connsiteY2" fmla="*/ 15240 h 15239"/>
                    <a:gd name="connsiteX3" fmla="*/ 0 w 15239"/>
                    <a:gd name="connsiteY3" fmla="*/ 7620 h 15239"/>
                    <a:gd name="connsiteX4" fmla="*/ 7620 w 15239"/>
                    <a:gd name="connsiteY4" fmla="*/ 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39">
                      <a:moveTo>
                        <a:pt x="7620" y="0"/>
                      </a:moveTo>
                      <a:cubicBezTo>
                        <a:pt x="11430" y="0"/>
                        <a:pt x="15240" y="3810"/>
                        <a:pt x="15240" y="7620"/>
                      </a:cubicBezTo>
                      <a:cubicBezTo>
                        <a:pt x="15240" y="11430"/>
                        <a:pt x="11430" y="15240"/>
                        <a:pt x="7620" y="15240"/>
                      </a:cubicBezTo>
                      <a:cubicBezTo>
                        <a:pt x="3810" y="15240"/>
                        <a:pt x="0" y="11430"/>
                        <a:pt x="0" y="7620"/>
                      </a:cubicBezTo>
                      <a:cubicBezTo>
                        <a:pt x="0" y="3810"/>
                        <a:pt x="3810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8" name="Freeform: Shape 1257">
                  <a:extLst>
                    <a:ext uri="{FF2B5EF4-FFF2-40B4-BE49-F238E27FC236}">
                      <a16:creationId xmlns:a16="http://schemas.microsoft.com/office/drawing/2014/main" id="{6543540F-7B73-D752-8D2A-880241EEB96B}"/>
                    </a:ext>
                  </a:extLst>
                </p:cNvPr>
                <p:cNvSpPr/>
                <p:nvPr/>
              </p:nvSpPr>
              <p:spPr>
                <a:xfrm>
                  <a:off x="2115685" y="5506934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9" name="Freeform: Shape 1258">
                  <a:extLst>
                    <a:ext uri="{FF2B5EF4-FFF2-40B4-BE49-F238E27FC236}">
                      <a16:creationId xmlns:a16="http://schemas.microsoft.com/office/drawing/2014/main" id="{55E44668-03AA-AEFE-BF2F-BF629B6A7CFE}"/>
                    </a:ext>
                  </a:extLst>
                </p:cNvPr>
                <p:cNvSpPr/>
                <p:nvPr/>
              </p:nvSpPr>
              <p:spPr>
                <a:xfrm>
                  <a:off x="1804610" y="376809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0" name="Freeform: Shape 1259">
                  <a:extLst>
                    <a:ext uri="{FF2B5EF4-FFF2-40B4-BE49-F238E27FC236}">
                      <a16:creationId xmlns:a16="http://schemas.microsoft.com/office/drawing/2014/main" id="{33A0CFFE-6B3E-803E-86B0-09557C02F1C6}"/>
                    </a:ext>
                  </a:extLst>
                </p:cNvPr>
                <p:cNvSpPr/>
                <p:nvPr/>
              </p:nvSpPr>
              <p:spPr>
                <a:xfrm>
                  <a:off x="2009739" y="3765654"/>
                  <a:ext cx="76639" cy="83034"/>
                </a:xfrm>
                <a:custGeom>
                  <a:avLst/>
                  <a:gdLst>
                    <a:gd name="connsiteX0" fmla="*/ 32385 w 32384"/>
                    <a:gd name="connsiteY0" fmla="*/ 16193 h 32385"/>
                    <a:gd name="connsiteX1" fmla="*/ 16192 w 32384"/>
                    <a:gd name="connsiteY1" fmla="*/ 32385 h 32385"/>
                    <a:gd name="connsiteX2" fmla="*/ 0 w 32384"/>
                    <a:gd name="connsiteY2" fmla="*/ 16193 h 32385"/>
                    <a:gd name="connsiteX3" fmla="*/ 16192 w 32384"/>
                    <a:gd name="connsiteY3" fmla="*/ 0 h 32385"/>
                    <a:gd name="connsiteX4" fmla="*/ 32385 w 32384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1" name="Freeform: Shape 1260">
                  <a:extLst>
                    <a:ext uri="{FF2B5EF4-FFF2-40B4-BE49-F238E27FC236}">
                      <a16:creationId xmlns:a16="http://schemas.microsoft.com/office/drawing/2014/main" id="{33B82892-6136-FF9A-AC94-827E17239505}"/>
                    </a:ext>
                  </a:extLst>
                </p:cNvPr>
                <p:cNvSpPr/>
                <p:nvPr/>
              </p:nvSpPr>
              <p:spPr>
                <a:xfrm>
                  <a:off x="2735574" y="4891502"/>
                  <a:ext cx="31558" cy="34188"/>
                </a:xfrm>
                <a:custGeom>
                  <a:avLst/>
                  <a:gdLst>
                    <a:gd name="connsiteX0" fmla="*/ 13335 w 13335"/>
                    <a:gd name="connsiteY0" fmla="*/ 6667 h 13334"/>
                    <a:gd name="connsiteX1" fmla="*/ 6668 w 13335"/>
                    <a:gd name="connsiteY1" fmla="*/ 13335 h 13334"/>
                    <a:gd name="connsiteX2" fmla="*/ 0 w 13335"/>
                    <a:gd name="connsiteY2" fmla="*/ 6667 h 13334"/>
                    <a:gd name="connsiteX3" fmla="*/ 6668 w 13335"/>
                    <a:gd name="connsiteY3" fmla="*/ 0 h 13334"/>
                    <a:gd name="connsiteX4" fmla="*/ 13335 w 13335"/>
                    <a:gd name="connsiteY4" fmla="*/ 6667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13335" y="6667"/>
                      </a:moveTo>
                      <a:cubicBezTo>
                        <a:pt x="13335" y="10350"/>
                        <a:pt x="10350" y="13335"/>
                        <a:pt x="6668" y="13335"/>
                      </a:cubicBezTo>
                      <a:cubicBezTo>
                        <a:pt x="2985" y="13335"/>
                        <a:pt x="0" y="10350"/>
                        <a:pt x="0" y="6667"/>
                      </a:cubicBezTo>
                      <a:cubicBezTo>
                        <a:pt x="0" y="2985"/>
                        <a:pt x="2985" y="0"/>
                        <a:pt x="6668" y="0"/>
                      </a:cubicBezTo>
                      <a:cubicBezTo>
                        <a:pt x="10350" y="0"/>
                        <a:pt x="13335" y="2985"/>
                        <a:pt x="13335" y="66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2" name="Freeform: Shape 1261">
                  <a:extLst>
                    <a:ext uri="{FF2B5EF4-FFF2-40B4-BE49-F238E27FC236}">
                      <a16:creationId xmlns:a16="http://schemas.microsoft.com/office/drawing/2014/main" id="{3AB3BBCF-F9DB-0243-7F80-20EE51144215}"/>
                    </a:ext>
                  </a:extLst>
                </p:cNvPr>
                <p:cNvSpPr/>
                <p:nvPr/>
              </p:nvSpPr>
              <p:spPr>
                <a:xfrm>
                  <a:off x="1847151" y="4447024"/>
                  <a:ext cx="45369" cy="48844"/>
                </a:xfrm>
                <a:custGeom>
                  <a:avLst/>
                  <a:gdLst>
                    <a:gd name="connsiteX0" fmla="*/ 9647 w 19171"/>
                    <a:gd name="connsiteY0" fmla="*/ 0 h 19050"/>
                    <a:gd name="connsiteX1" fmla="*/ 19172 w 19171"/>
                    <a:gd name="connsiteY1" fmla="*/ 9525 h 19050"/>
                    <a:gd name="connsiteX2" fmla="*/ 9647 w 19171"/>
                    <a:gd name="connsiteY2" fmla="*/ 19050 h 19050"/>
                    <a:gd name="connsiteX3" fmla="*/ 122 w 19171"/>
                    <a:gd name="connsiteY3" fmla="*/ 9525 h 19050"/>
                    <a:gd name="connsiteX4" fmla="*/ 9647 w 19171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171" h="19050">
                      <a:moveTo>
                        <a:pt x="9647" y="0"/>
                      </a:moveTo>
                      <a:cubicBezTo>
                        <a:pt x="15362" y="0"/>
                        <a:pt x="19172" y="4763"/>
                        <a:pt x="19172" y="9525"/>
                      </a:cubicBezTo>
                      <a:cubicBezTo>
                        <a:pt x="19172" y="15240"/>
                        <a:pt x="14409" y="19050"/>
                        <a:pt x="9647" y="19050"/>
                      </a:cubicBezTo>
                      <a:cubicBezTo>
                        <a:pt x="3932" y="19050"/>
                        <a:pt x="122" y="14288"/>
                        <a:pt x="122" y="9525"/>
                      </a:cubicBezTo>
                      <a:cubicBezTo>
                        <a:pt x="-831" y="3810"/>
                        <a:pt x="3932" y="0"/>
                        <a:pt x="964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3" name="Freeform: Shape 1262">
                  <a:extLst>
                    <a:ext uri="{FF2B5EF4-FFF2-40B4-BE49-F238E27FC236}">
                      <a16:creationId xmlns:a16="http://schemas.microsoft.com/office/drawing/2014/main" id="{E2449A2E-5EBC-2915-BE0C-00745A70DEB0}"/>
                    </a:ext>
                  </a:extLst>
                </p:cNvPr>
                <p:cNvSpPr/>
                <p:nvPr/>
              </p:nvSpPr>
              <p:spPr>
                <a:xfrm>
                  <a:off x="1615264" y="2459082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4" name="Freeform: Shape 1263">
                  <a:extLst>
                    <a:ext uri="{FF2B5EF4-FFF2-40B4-BE49-F238E27FC236}">
                      <a16:creationId xmlns:a16="http://schemas.microsoft.com/office/drawing/2014/main" id="{6C627B41-C90E-ED8D-7CB1-323446A21ECF}"/>
                    </a:ext>
                  </a:extLst>
                </p:cNvPr>
                <p:cNvSpPr/>
                <p:nvPr/>
              </p:nvSpPr>
              <p:spPr>
                <a:xfrm>
                  <a:off x="1865473" y="230278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5" name="Freeform: Shape 1264">
                  <a:extLst>
                    <a:ext uri="{FF2B5EF4-FFF2-40B4-BE49-F238E27FC236}">
                      <a16:creationId xmlns:a16="http://schemas.microsoft.com/office/drawing/2014/main" id="{2EEAD97D-06CC-02AF-7983-36B2A81ED483}"/>
                    </a:ext>
                  </a:extLst>
                </p:cNvPr>
                <p:cNvSpPr/>
                <p:nvPr/>
              </p:nvSpPr>
              <p:spPr>
                <a:xfrm>
                  <a:off x="1878998" y="235895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6" name="Freeform: Shape 1265">
                  <a:extLst>
                    <a:ext uri="{FF2B5EF4-FFF2-40B4-BE49-F238E27FC236}">
                      <a16:creationId xmlns:a16="http://schemas.microsoft.com/office/drawing/2014/main" id="{701198FE-6344-1F0E-0B4C-9B9F45E48AC7}"/>
                    </a:ext>
                  </a:extLst>
                </p:cNvPr>
                <p:cNvSpPr/>
                <p:nvPr/>
              </p:nvSpPr>
              <p:spPr>
                <a:xfrm>
                  <a:off x="2676967" y="341886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7" name="Freeform: Shape 1266">
                  <a:extLst>
                    <a:ext uri="{FF2B5EF4-FFF2-40B4-BE49-F238E27FC236}">
                      <a16:creationId xmlns:a16="http://schemas.microsoft.com/office/drawing/2014/main" id="{0EEA53B2-3E9E-65F7-04C8-3A34DC92D638}"/>
                    </a:ext>
                  </a:extLst>
                </p:cNvPr>
                <p:cNvSpPr/>
                <p:nvPr/>
              </p:nvSpPr>
              <p:spPr>
                <a:xfrm>
                  <a:off x="2672458" y="223928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8" name="Freeform: Shape 1267">
                  <a:extLst>
                    <a:ext uri="{FF2B5EF4-FFF2-40B4-BE49-F238E27FC236}">
                      <a16:creationId xmlns:a16="http://schemas.microsoft.com/office/drawing/2014/main" id="{39207AA0-9E62-4B65-D529-F24320146E73}"/>
                    </a:ext>
                  </a:extLst>
                </p:cNvPr>
                <p:cNvSpPr/>
                <p:nvPr/>
              </p:nvSpPr>
              <p:spPr>
                <a:xfrm>
                  <a:off x="2239662" y="407336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9" name="Freeform: Shape 1268">
                  <a:extLst>
                    <a:ext uri="{FF2B5EF4-FFF2-40B4-BE49-F238E27FC236}">
                      <a16:creationId xmlns:a16="http://schemas.microsoft.com/office/drawing/2014/main" id="{500F5EE9-5E92-59CD-BBEE-A7D08238F5CC}"/>
                    </a:ext>
                  </a:extLst>
                </p:cNvPr>
                <p:cNvSpPr/>
                <p:nvPr/>
              </p:nvSpPr>
              <p:spPr>
                <a:xfrm>
                  <a:off x="2498675" y="2844948"/>
                  <a:ext cx="67837" cy="73266"/>
                </a:xfrm>
                <a:custGeom>
                  <a:avLst/>
                  <a:gdLst>
                    <a:gd name="connsiteX0" fmla="*/ 14378 w 28665"/>
                    <a:gd name="connsiteY0" fmla="*/ 0 h 28575"/>
                    <a:gd name="connsiteX1" fmla="*/ 28666 w 28665"/>
                    <a:gd name="connsiteY1" fmla="*/ 14288 h 28575"/>
                    <a:gd name="connsiteX2" fmla="*/ 14378 w 28665"/>
                    <a:gd name="connsiteY2" fmla="*/ 28575 h 28575"/>
                    <a:gd name="connsiteX3" fmla="*/ 91 w 28665"/>
                    <a:gd name="connsiteY3" fmla="*/ 14288 h 28575"/>
                    <a:gd name="connsiteX4" fmla="*/ 14378 w 2866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65" h="28575">
                      <a:moveTo>
                        <a:pt x="14378" y="0"/>
                      </a:moveTo>
                      <a:cubicBezTo>
                        <a:pt x="22951" y="0"/>
                        <a:pt x="28666" y="6667"/>
                        <a:pt x="28666" y="14288"/>
                      </a:cubicBezTo>
                      <a:cubicBezTo>
                        <a:pt x="28666" y="22860"/>
                        <a:pt x="21998" y="28575"/>
                        <a:pt x="14378" y="28575"/>
                      </a:cubicBezTo>
                      <a:cubicBezTo>
                        <a:pt x="5806" y="28575"/>
                        <a:pt x="91" y="21907"/>
                        <a:pt x="91" y="14288"/>
                      </a:cubicBezTo>
                      <a:cubicBezTo>
                        <a:pt x="-862" y="6667"/>
                        <a:pt x="5806" y="0"/>
                        <a:pt x="143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0" name="Freeform: Shape 1269">
                  <a:extLst>
                    <a:ext uri="{FF2B5EF4-FFF2-40B4-BE49-F238E27FC236}">
                      <a16:creationId xmlns:a16="http://schemas.microsoft.com/office/drawing/2014/main" id="{FF0019E6-096F-4DAC-9F96-7CCA4725B925}"/>
                    </a:ext>
                  </a:extLst>
                </p:cNvPr>
                <p:cNvSpPr/>
                <p:nvPr/>
              </p:nvSpPr>
              <p:spPr>
                <a:xfrm>
                  <a:off x="2296017" y="3230814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7 h 28575"/>
                    <a:gd name="connsiteX1" fmla="*/ 14288 w 28575"/>
                    <a:gd name="connsiteY1" fmla="*/ 28575 h 28575"/>
                    <a:gd name="connsiteX2" fmla="*/ 0 w 28575"/>
                    <a:gd name="connsiteY2" fmla="*/ 14287 h 28575"/>
                    <a:gd name="connsiteX3" fmla="*/ 14288 w 28575"/>
                    <a:gd name="connsiteY3" fmla="*/ 0 h 28575"/>
                    <a:gd name="connsiteX4" fmla="*/ 28575 w 28575"/>
                    <a:gd name="connsiteY4" fmla="*/ 14287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7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7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1" name="Freeform: Shape 1270">
                  <a:extLst>
                    <a:ext uri="{FF2B5EF4-FFF2-40B4-BE49-F238E27FC236}">
                      <a16:creationId xmlns:a16="http://schemas.microsoft.com/office/drawing/2014/main" id="{C37C7006-740D-8B3F-E0E7-E1574E66E114}"/>
                    </a:ext>
                  </a:extLst>
                </p:cNvPr>
                <p:cNvSpPr/>
                <p:nvPr/>
              </p:nvSpPr>
              <p:spPr>
                <a:xfrm>
                  <a:off x="2780657" y="324058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2" name="Freeform: Shape 1271">
                  <a:extLst>
                    <a:ext uri="{FF2B5EF4-FFF2-40B4-BE49-F238E27FC236}">
                      <a16:creationId xmlns:a16="http://schemas.microsoft.com/office/drawing/2014/main" id="{4ECC585D-51E3-854E-8E6E-EA9B43540F6D}"/>
                    </a:ext>
                  </a:extLst>
                </p:cNvPr>
                <p:cNvSpPr/>
                <p:nvPr/>
              </p:nvSpPr>
              <p:spPr>
                <a:xfrm>
                  <a:off x="2834757" y="3052535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3" name="Freeform: Shape 1272">
                  <a:extLst>
                    <a:ext uri="{FF2B5EF4-FFF2-40B4-BE49-F238E27FC236}">
                      <a16:creationId xmlns:a16="http://schemas.microsoft.com/office/drawing/2014/main" id="{D2F9D419-CD54-641D-A876-F3F795E26FAF}"/>
                    </a:ext>
                  </a:extLst>
                </p:cNvPr>
                <p:cNvSpPr/>
                <p:nvPr/>
              </p:nvSpPr>
              <p:spPr>
                <a:xfrm>
                  <a:off x="2341100" y="4849986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8098" y="0"/>
                        <a:pt x="22860" y="5715"/>
                        <a:pt x="22860" y="11430"/>
                      </a:cubicBezTo>
                      <a:cubicBezTo>
                        <a:pt x="22860" y="18097"/>
                        <a:pt x="17145" y="22860"/>
                        <a:pt x="11430" y="22860"/>
                      </a:cubicBezTo>
                      <a:cubicBezTo>
                        <a:pt x="4763" y="22860"/>
                        <a:pt x="0" y="17145"/>
                        <a:pt x="0" y="11430"/>
                      </a:cubicBezTo>
                      <a:cubicBezTo>
                        <a:pt x="0" y="4763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4" name="Freeform: Shape 1273">
                  <a:extLst>
                    <a:ext uri="{FF2B5EF4-FFF2-40B4-BE49-F238E27FC236}">
                      <a16:creationId xmlns:a16="http://schemas.microsoft.com/office/drawing/2014/main" id="{1F2A295D-7291-9DB0-150F-B2D6CF8C99DB}"/>
                    </a:ext>
                  </a:extLst>
                </p:cNvPr>
                <p:cNvSpPr/>
                <p:nvPr/>
              </p:nvSpPr>
              <p:spPr>
                <a:xfrm>
                  <a:off x="2395199" y="509664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5715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5" name="Freeform: Shape 1274">
                  <a:extLst>
                    <a:ext uri="{FF2B5EF4-FFF2-40B4-BE49-F238E27FC236}">
                      <a16:creationId xmlns:a16="http://schemas.microsoft.com/office/drawing/2014/main" id="{2DB13551-D8C5-C86F-F757-C2527A91DF33}"/>
                    </a:ext>
                  </a:extLst>
                </p:cNvPr>
                <p:cNvSpPr/>
                <p:nvPr/>
              </p:nvSpPr>
              <p:spPr>
                <a:xfrm>
                  <a:off x="1603992" y="2949961"/>
                  <a:ext cx="54097" cy="58613"/>
                </a:xfrm>
                <a:custGeom>
                  <a:avLst/>
                  <a:gdLst>
                    <a:gd name="connsiteX0" fmla="*/ 11430 w 22859"/>
                    <a:gd name="connsiteY0" fmla="*/ 0 h 22860"/>
                    <a:gd name="connsiteX1" fmla="*/ 22860 w 22859"/>
                    <a:gd name="connsiteY1" fmla="*/ 11430 h 22860"/>
                    <a:gd name="connsiteX2" fmla="*/ 11430 w 22859"/>
                    <a:gd name="connsiteY2" fmla="*/ 22860 h 22860"/>
                    <a:gd name="connsiteX3" fmla="*/ 0 w 22859"/>
                    <a:gd name="connsiteY3" fmla="*/ 11430 h 22860"/>
                    <a:gd name="connsiteX4" fmla="*/ 11430 w 22859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59" h="22860">
                      <a:moveTo>
                        <a:pt x="11430" y="0"/>
                      </a:moveTo>
                      <a:cubicBezTo>
                        <a:pt x="18097" y="0"/>
                        <a:pt x="22860" y="4763"/>
                        <a:pt x="22860" y="11430"/>
                      </a:cubicBezTo>
                      <a:cubicBezTo>
                        <a:pt x="22860" y="18098"/>
                        <a:pt x="18097" y="22860"/>
                        <a:pt x="11430" y="22860"/>
                      </a:cubicBezTo>
                      <a:cubicBezTo>
                        <a:pt x="4763" y="22860"/>
                        <a:pt x="0" y="18098"/>
                        <a:pt x="0" y="11430"/>
                      </a:cubicBezTo>
                      <a:cubicBezTo>
                        <a:pt x="0" y="5715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6" name="Freeform: Shape 1275">
                  <a:extLst>
                    <a:ext uri="{FF2B5EF4-FFF2-40B4-BE49-F238E27FC236}">
                      <a16:creationId xmlns:a16="http://schemas.microsoft.com/office/drawing/2014/main" id="{9C7BCF30-B8F1-9523-8F6A-0A41892B24BC}"/>
                    </a:ext>
                  </a:extLst>
                </p:cNvPr>
                <p:cNvSpPr/>
                <p:nvPr/>
              </p:nvSpPr>
              <p:spPr>
                <a:xfrm>
                  <a:off x="1635550" y="482800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7" name="Freeform: Shape 1276">
                  <a:extLst>
                    <a:ext uri="{FF2B5EF4-FFF2-40B4-BE49-F238E27FC236}">
                      <a16:creationId xmlns:a16="http://schemas.microsoft.com/office/drawing/2014/main" id="{4589AC89-9650-7000-8154-6B404BE433B6}"/>
                    </a:ext>
                  </a:extLst>
                </p:cNvPr>
                <p:cNvSpPr/>
                <p:nvPr/>
              </p:nvSpPr>
              <p:spPr>
                <a:xfrm>
                  <a:off x="2354624" y="2537232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8" name="Freeform: Shape 1277">
                  <a:extLst>
                    <a:ext uri="{FF2B5EF4-FFF2-40B4-BE49-F238E27FC236}">
                      <a16:creationId xmlns:a16="http://schemas.microsoft.com/office/drawing/2014/main" id="{6459F27F-ABC7-18AC-8A3C-98191D1DF6F7}"/>
                    </a:ext>
                  </a:extLst>
                </p:cNvPr>
                <p:cNvSpPr/>
                <p:nvPr/>
              </p:nvSpPr>
              <p:spPr>
                <a:xfrm>
                  <a:off x="2525937" y="3760770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9" name="Freeform: Shape 1278">
                  <a:extLst>
                    <a:ext uri="{FF2B5EF4-FFF2-40B4-BE49-F238E27FC236}">
                      <a16:creationId xmlns:a16="http://schemas.microsoft.com/office/drawing/2014/main" id="{4B2718B1-21FA-3663-FEF7-B3AD74554911}"/>
                    </a:ext>
                  </a:extLst>
                </p:cNvPr>
                <p:cNvSpPr/>
                <p:nvPr/>
              </p:nvSpPr>
              <p:spPr>
                <a:xfrm>
                  <a:off x="2670205" y="4263861"/>
                  <a:ext cx="40575" cy="43959"/>
                </a:xfrm>
                <a:custGeom>
                  <a:avLst/>
                  <a:gdLst>
                    <a:gd name="connsiteX0" fmla="*/ 8573 w 17145"/>
                    <a:gd name="connsiteY0" fmla="*/ 0 h 17145"/>
                    <a:gd name="connsiteX1" fmla="*/ 17145 w 17145"/>
                    <a:gd name="connsiteY1" fmla="*/ 8573 h 17145"/>
                    <a:gd name="connsiteX2" fmla="*/ 8573 w 17145"/>
                    <a:gd name="connsiteY2" fmla="*/ 17145 h 17145"/>
                    <a:gd name="connsiteX3" fmla="*/ 0 w 17145"/>
                    <a:gd name="connsiteY3" fmla="*/ 8573 h 17145"/>
                    <a:gd name="connsiteX4" fmla="*/ 8573 w 17145"/>
                    <a:gd name="connsiteY4" fmla="*/ 0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3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3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0" name="Freeform: Shape 1279">
                  <a:extLst>
                    <a:ext uri="{FF2B5EF4-FFF2-40B4-BE49-F238E27FC236}">
                      <a16:creationId xmlns:a16="http://schemas.microsoft.com/office/drawing/2014/main" id="{8FDBE829-8AD6-D6F9-1C5A-C7C013C4F6A4}"/>
                    </a:ext>
                  </a:extLst>
                </p:cNvPr>
                <p:cNvSpPr/>
                <p:nvPr/>
              </p:nvSpPr>
              <p:spPr>
                <a:xfrm>
                  <a:off x="2172037" y="361179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1" name="Freeform: Shape 1280">
                  <a:extLst>
                    <a:ext uri="{FF2B5EF4-FFF2-40B4-BE49-F238E27FC236}">
                      <a16:creationId xmlns:a16="http://schemas.microsoft.com/office/drawing/2014/main" id="{AAF8AAC9-FE7C-05C9-433B-988F7DFF8A9D}"/>
                    </a:ext>
                  </a:extLst>
                </p:cNvPr>
                <p:cNvSpPr/>
                <p:nvPr/>
              </p:nvSpPr>
              <p:spPr>
                <a:xfrm>
                  <a:off x="1660347" y="2241728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2" name="Freeform: Shape 1281">
                  <a:extLst>
                    <a:ext uri="{FF2B5EF4-FFF2-40B4-BE49-F238E27FC236}">
                      <a16:creationId xmlns:a16="http://schemas.microsoft.com/office/drawing/2014/main" id="{577D7831-8BA5-66A2-823E-4A3EEB52EEC6}"/>
                    </a:ext>
                  </a:extLst>
                </p:cNvPr>
                <p:cNvSpPr/>
                <p:nvPr/>
              </p:nvSpPr>
              <p:spPr>
                <a:xfrm>
                  <a:off x="1732479" y="486219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3" name="Freeform: Shape 1282">
                  <a:extLst>
                    <a:ext uri="{FF2B5EF4-FFF2-40B4-BE49-F238E27FC236}">
                      <a16:creationId xmlns:a16="http://schemas.microsoft.com/office/drawing/2014/main" id="{62E6D770-CC87-FAF0-C9A2-9975C071C357}"/>
                    </a:ext>
                  </a:extLst>
                </p:cNvPr>
                <p:cNvSpPr/>
                <p:nvPr/>
              </p:nvSpPr>
              <p:spPr>
                <a:xfrm>
                  <a:off x="2467332" y="5550893"/>
                  <a:ext cx="54100" cy="58610"/>
                </a:xfrm>
                <a:custGeom>
                  <a:avLst/>
                  <a:gdLst>
                    <a:gd name="connsiteX0" fmla="*/ 22860 w 22860"/>
                    <a:gd name="connsiteY0" fmla="*/ 11430 h 22859"/>
                    <a:gd name="connsiteX1" fmla="*/ 11430 w 22860"/>
                    <a:gd name="connsiteY1" fmla="*/ 22860 h 22859"/>
                    <a:gd name="connsiteX2" fmla="*/ 0 w 22860"/>
                    <a:gd name="connsiteY2" fmla="*/ 11430 h 22859"/>
                    <a:gd name="connsiteX3" fmla="*/ 11430 w 22860"/>
                    <a:gd name="connsiteY3" fmla="*/ 0 h 22859"/>
                    <a:gd name="connsiteX4" fmla="*/ 22860 w 22860"/>
                    <a:gd name="connsiteY4" fmla="*/ 1143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22860" y="11430"/>
                      </a:moveTo>
                      <a:cubicBezTo>
                        <a:pt x="22860" y="17742"/>
                        <a:pt x="17743" y="22860"/>
                        <a:pt x="11430" y="22860"/>
                      </a:cubicBezTo>
                      <a:cubicBezTo>
                        <a:pt x="5117" y="22860"/>
                        <a:pt x="0" y="17742"/>
                        <a:pt x="0" y="11430"/>
                      </a:cubicBezTo>
                      <a:cubicBezTo>
                        <a:pt x="0" y="5117"/>
                        <a:pt x="5117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4" name="Freeform: Shape 1283">
                  <a:extLst>
                    <a:ext uri="{FF2B5EF4-FFF2-40B4-BE49-F238E27FC236}">
                      <a16:creationId xmlns:a16="http://schemas.microsoft.com/office/drawing/2014/main" id="{49985AE1-6730-E376-7C20-841D007E475F}"/>
                    </a:ext>
                  </a:extLst>
                </p:cNvPr>
                <p:cNvSpPr/>
                <p:nvPr/>
              </p:nvSpPr>
              <p:spPr>
                <a:xfrm>
                  <a:off x="2284745" y="422722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5" name="Freeform: Shape 1284">
                  <a:extLst>
                    <a:ext uri="{FF2B5EF4-FFF2-40B4-BE49-F238E27FC236}">
                      <a16:creationId xmlns:a16="http://schemas.microsoft.com/office/drawing/2014/main" id="{AF94DB6C-C6E3-E33F-6828-F5565D9CD07D}"/>
                    </a:ext>
                  </a:extLst>
                </p:cNvPr>
                <p:cNvSpPr/>
                <p:nvPr/>
              </p:nvSpPr>
              <p:spPr>
                <a:xfrm>
                  <a:off x="2178799" y="403918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6" name="Freeform: Shape 1285">
                  <a:extLst>
                    <a:ext uri="{FF2B5EF4-FFF2-40B4-BE49-F238E27FC236}">
                      <a16:creationId xmlns:a16="http://schemas.microsoft.com/office/drawing/2014/main" id="{9206969E-BA58-258F-AA0F-831CC0AC7B74}"/>
                    </a:ext>
                  </a:extLst>
                </p:cNvPr>
                <p:cNvSpPr/>
                <p:nvPr/>
              </p:nvSpPr>
              <p:spPr>
                <a:xfrm>
                  <a:off x="2208104" y="5448321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7" name="Freeform: Shape 1286">
                  <a:extLst>
                    <a:ext uri="{FF2B5EF4-FFF2-40B4-BE49-F238E27FC236}">
                      <a16:creationId xmlns:a16="http://schemas.microsoft.com/office/drawing/2014/main" id="{5E2073FF-182F-2755-783F-DA209FB61A83}"/>
                    </a:ext>
                  </a:extLst>
                </p:cNvPr>
                <p:cNvSpPr/>
                <p:nvPr/>
              </p:nvSpPr>
              <p:spPr>
                <a:xfrm>
                  <a:off x="3100747" y="5497165"/>
                  <a:ext cx="27050" cy="29304"/>
                </a:xfrm>
                <a:custGeom>
                  <a:avLst/>
                  <a:gdLst>
                    <a:gd name="connsiteX0" fmla="*/ 5715 w 11430"/>
                    <a:gd name="connsiteY0" fmla="*/ 0 h 11429"/>
                    <a:gd name="connsiteX1" fmla="*/ 11430 w 11430"/>
                    <a:gd name="connsiteY1" fmla="*/ 5715 h 11429"/>
                    <a:gd name="connsiteX2" fmla="*/ 5715 w 11430"/>
                    <a:gd name="connsiteY2" fmla="*/ 11430 h 11429"/>
                    <a:gd name="connsiteX3" fmla="*/ 0 w 11430"/>
                    <a:gd name="connsiteY3" fmla="*/ 5715 h 11429"/>
                    <a:gd name="connsiteX4" fmla="*/ 5715 w 11430"/>
                    <a:gd name="connsiteY4" fmla="*/ 0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" h="11429">
                      <a:moveTo>
                        <a:pt x="5715" y="0"/>
                      </a:moveTo>
                      <a:cubicBezTo>
                        <a:pt x="8573" y="0"/>
                        <a:pt x="11430" y="1905"/>
                        <a:pt x="11430" y="5715"/>
                      </a:cubicBezTo>
                      <a:cubicBezTo>
                        <a:pt x="11430" y="8572"/>
                        <a:pt x="9525" y="11430"/>
                        <a:pt x="5715" y="11430"/>
                      </a:cubicBezTo>
                      <a:cubicBezTo>
                        <a:pt x="1905" y="11430"/>
                        <a:pt x="0" y="9525"/>
                        <a:pt x="0" y="5715"/>
                      </a:cubicBezTo>
                      <a:cubicBezTo>
                        <a:pt x="952" y="1905"/>
                        <a:pt x="2858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8" name="Freeform: Shape 1287">
                  <a:extLst>
                    <a:ext uri="{FF2B5EF4-FFF2-40B4-BE49-F238E27FC236}">
                      <a16:creationId xmlns:a16="http://schemas.microsoft.com/office/drawing/2014/main" id="{3576699C-E8E4-87DB-6220-A7CA5BCFBE43}"/>
                    </a:ext>
                  </a:extLst>
                </p:cNvPr>
                <p:cNvSpPr/>
                <p:nvPr/>
              </p:nvSpPr>
              <p:spPr>
                <a:xfrm>
                  <a:off x="2066091" y="234674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9" name="Freeform: Shape 1288">
                  <a:extLst>
                    <a:ext uri="{FF2B5EF4-FFF2-40B4-BE49-F238E27FC236}">
                      <a16:creationId xmlns:a16="http://schemas.microsoft.com/office/drawing/2014/main" id="{3BA78EE6-3651-7642-5C6E-CD62F08E4C5D}"/>
                    </a:ext>
                  </a:extLst>
                </p:cNvPr>
                <p:cNvSpPr/>
                <p:nvPr/>
              </p:nvSpPr>
              <p:spPr>
                <a:xfrm>
                  <a:off x="2068346" y="4327355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0" name="Freeform: Shape 1289">
                  <a:extLst>
                    <a:ext uri="{FF2B5EF4-FFF2-40B4-BE49-F238E27FC236}">
                      <a16:creationId xmlns:a16="http://schemas.microsoft.com/office/drawing/2014/main" id="{5B322924-DBD0-DAE2-F2A4-4651B1665EF2}"/>
                    </a:ext>
                  </a:extLst>
                </p:cNvPr>
                <p:cNvSpPr/>
                <p:nvPr/>
              </p:nvSpPr>
              <p:spPr>
                <a:xfrm>
                  <a:off x="1867728" y="439329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1" name="Freeform: Shape 1290">
                  <a:extLst>
                    <a:ext uri="{FF2B5EF4-FFF2-40B4-BE49-F238E27FC236}">
                      <a16:creationId xmlns:a16="http://schemas.microsoft.com/office/drawing/2014/main" id="{09F5EFF0-F123-CC8C-49C1-77315AD0C70E}"/>
                    </a:ext>
                  </a:extLst>
                </p:cNvPr>
                <p:cNvSpPr/>
                <p:nvPr/>
              </p:nvSpPr>
              <p:spPr>
                <a:xfrm>
                  <a:off x="2052569" y="217823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2" name="Freeform: Shape 1291">
                  <a:extLst>
                    <a:ext uri="{FF2B5EF4-FFF2-40B4-BE49-F238E27FC236}">
                      <a16:creationId xmlns:a16="http://schemas.microsoft.com/office/drawing/2014/main" id="{C777FB3D-5A93-396E-4B8D-25196EBE1D67}"/>
                    </a:ext>
                  </a:extLst>
                </p:cNvPr>
                <p:cNvSpPr/>
                <p:nvPr/>
              </p:nvSpPr>
              <p:spPr>
                <a:xfrm>
                  <a:off x="2329828" y="510641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3" name="Freeform: Shape 1292">
                  <a:extLst>
                    <a:ext uri="{FF2B5EF4-FFF2-40B4-BE49-F238E27FC236}">
                      <a16:creationId xmlns:a16="http://schemas.microsoft.com/office/drawing/2014/main" id="{86E93E24-AEEA-C6FB-28DB-33AD3F74BFEE}"/>
                    </a:ext>
                  </a:extLst>
                </p:cNvPr>
                <p:cNvSpPr/>
                <p:nvPr/>
              </p:nvSpPr>
              <p:spPr>
                <a:xfrm>
                  <a:off x="2577784" y="322837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4" name="Freeform: Shape 1293">
                  <a:extLst>
                    <a:ext uri="{FF2B5EF4-FFF2-40B4-BE49-F238E27FC236}">
                      <a16:creationId xmlns:a16="http://schemas.microsoft.com/office/drawing/2014/main" id="{3D1A8073-5D06-D4A6-8714-FBEF274164CC}"/>
                    </a:ext>
                  </a:extLst>
                </p:cNvPr>
                <p:cNvSpPr/>
                <p:nvPr/>
              </p:nvSpPr>
              <p:spPr>
                <a:xfrm>
                  <a:off x="2347861" y="389264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5" name="Freeform: Shape 1294">
                  <a:extLst>
                    <a:ext uri="{FF2B5EF4-FFF2-40B4-BE49-F238E27FC236}">
                      <a16:creationId xmlns:a16="http://schemas.microsoft.com/office/drawing/2014/main" id="{E5C7A746-D90E-2E49-2DF1-736C8FA9281F}"/>
                    </a:ext>
                  </a:extLst>
                </p:cNvPr>
                <p:cNvSpPr/>
                <p:nvPr/>
              </p:nvSpPr>
              <p:spPr>
                <a:xfrm>
                  <a:off x="1727971" y="5585084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6" name="Freeform: Shape 1295">
                  <a:extLst>
                    <a:ext uri="{FF2B5EF4-FFF2-40B4-BE49-F238E27FC236}">
                      <a16:creationId xmlns:a16="http://schemas.microsoft.com/office/drawing/2014/main" id="{59FCD19F-80F8-D3E2-1567-19854F396511}"/>
                    </a:ext>
                  </a:extLst>
                </p:cNvPr>
                <p:cNvSpPr/>
                <p:nvPr/>
              </p:nvSpPr>
              <p:spPr>
                <a:xfrm>
                  <a:off x="2271220" y="4332242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7" name="Freeform: Shape 1296">
                  <a:extLst>
                    <a:ext uri="{FF2B5EF4-FFF2-40B4-BE49-F238E27FC236}">
                      <a16:creationId xmlns:a16="http://schemas.microsoft.com/office/drawing/2014/main" id="{791A2D76-DC15-67C3-3E81-1AF1AA79ABF6}"/>
                    </a:ext>
                  </a:extLst>
                </p:cNvPr>
                <p:cNvSpPr/>
                <p:nvPr/>
              </p:nvSpPr>
              <p:spPr>
                <a:xfrm>
                  <a:off x="2383927" y="359225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8" name="Freeform: Shape 1297">
                  <a:extLst>
                    <a:ext uri="{FF2B5EF4-FFF2-40B4-BE49-F238E27FC236}">
                      <a16:creationId xmlns:a16="http://schemas.microsoft.com/office/drawing/2014/main" id="{C0CEE15F-DAA7-DA3D-7EBB-89EB61E5250D}"/>
                    </a:ext>
                  </a:extLst>
                </p:cNvPr>
                <p:cNvSpPr/>
                <p:nvPr/>
              </p:nvSpPr>
              <p:spPr>
                <a:xfrm>
                  <a:off x="1603992" y="2324760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9" name="Freeform: Shape 1298">
                  <a:extLst>
                    <a:ext uri="{FF2B5EF4-FFF2-40B4-BE49-F238E27FC236}">
                      <a16:creationId xmlns:a16="http://schemas.microsoft.com/office/drawing/2014/main" id="{C6243645-9384-2A36-C9B1-6D6336C3BE97}"/>
                    </a:ext>
                  </a:extLst>
                </p:cNvPr>
                <p:cNvSpPr/>
                <p:nvPr/>
              </p:nvSpPr>
              <p:spPr>
                <a:xfrm>
                  <a:off x="2634139" y="218311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0" name="Freeform: Shape 1299">
                  <a:extLst>
                    <a:ext uri="{FF2B5EF4-FFF2-40B4-BE49-F238E27FC236}">
                      <a16:creationId xmlns:a16="http://schemas.microsoft.com/office/drawing/2014/main" id="{C682B8C7-CFBE-F46F-1353-BAE192858885}"/>
                    </a:ext>
                  </a:extLst>
                </p:cNvPr>
                <p:cNvSpPr/>
                <p:nvPr/>
              </p:nvSpPr>
              <p:spPr>
                <a:xfrm>
                  <a:off x="1888015" y="2415123"/>
                  <a:ext cx="72133" cy="78150"/>
                </a:xfrm>
                <a:custGeom>
                  <a:avLst/>
                  <a:gdLst>
                    <a:gd name="connsiteX0" fmla="*/ 30480 w 30480"/>
                    <a:gd name="connsiteY0" fmla="*/ 15240 h 30480"/>
                    <a:gd name="connsiteX1" fmla="*/ 15240 w 30480"/>
                    <a:gd name="connsiteY1" fmla="*/ 30480 h 30480"/>
                    <a:gd name="connsiteX2" fmla="*/ 0 w 30480"/>
                    <a:gd name="connsiteY2" fmla="*/ 15240 h 30480"/>
                    <a:gd name="connsiteX3" fmla="*/ 15240 w 30480"/>
                    <a:gd name="connsiteY3" fmla="*/ 0 h 30480"/>
                    <a:gd name="connsiteX4" fmla="*/ 30480 w 30480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1" name="Freeform: Shape 1300">
                  <a:extLst>
                    <a:ext uri="{FF2B5EF4-FFF2-40B4-BE49-F238E27FC236}">
                      <a16:creationId xmlns:a16="http://schemas.microsoft.com/office/drawing/2014/main" id="{20216AC5-1CFA-0E1D-992C-F9378B8AA100}"/>
                    </a:ext>
                  </a:extLst>
                </p:cNvPr>
                <p:cNvSpPr/>
                <p:nvPr/>
              </p:nvSpPr>
              <p:spPr>
                <a:xfrm>
                  <a:off x="2510160" y="392683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8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5715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2" name="Freeform: Shape 1301">
                  <a:extLst>
                    <a:ext uri="{FF2B5EF4-FFF2-40B4-BE49-F238E27FC236}">
                      <a16:creationId xmlns:a16="http://schemas.microsoft.com/office/drawing/2014/main" id="{BC4878D4-CB18-5C07-A017-6D57A3C1F7B5}"/>
                    </a:ext>
                  </a:extLst>
                </p:cNvPr>
                <p:cNvSpPr/>
                <p:nvPr/>
              </p:nvSpPr>
              <p:spPr>
                <a:xfrm>
                  <a:off x="2805454" y="3348039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3" name="Freeform: Shape 1302">
                  <a:extLst>
                    <a:ext uri="{FF2B5EF4-FFF2-40B4-BE49-F238E27FC236}">
                      <a16:creationId xmlns:a16="http://schemas.microsoft.com/office/drawing/2014/main" id="{B2595EBF-391A-B58C-7FBD-8892DA8BFB29}"/>
                    </a:ext>
                  </a:extLst>
                </p:cNvPr>
                <p:cNvSpPr/>
                <p:nvPr/>
              </p:nvSpPr>
              <p:spPr>
                <a:xfrm>
                  <a:off x="2704016" y="265690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4" name="Freeform: Shape 1303">
                  <a:extLst>
                    <a:ext uri="{FF2B5EF4-FFF2-40B4-BE49-F238E27FC236}">
                      <a16:creationId xmlns:a16="http://schemas.microsoft.com/office/drawing/2014/main" id="{16F9FBB0-E4A5-8230-77AE-6C5F0C911499}"/>
                    </a:ext>
                  </a:extLst>
                </p:cNvPr>
                <p:cNvSpPr/>
                <p:nvPr/>
              </p:nvSpPr>
              <p:spPr>
                <a:xfrm>
                  <a:off x="2228392" y="4820680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8098" y="0"/>
                        <a:pt x="22860" y="4763"/>
                        <a:pt x="22860" y="11430"/>
                      </a:cubicBezTo>
                      <a:cubicBezTo>
                        <a:pt x="22860" y="18097"/>
                        <a:pt x="18098" y="22860"/>
                        <a:pt x="11430" y="22860"/>
                      </a:cubicBezTo>
                      <a:cubicBezTo>
                        <a:pt x="4763" y="22860"/>
                        <a:pt x="0" y="18097"/>
                        <a:pt x="0" y="11430"/>
                      </a:cubicBezTo>
                      <a:cubicBezTo>
                        <a:pt x="0" y="4763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5" name="Freeform: Shape 1304">
                  <a:extLst>
                    <a:ext uri="{FF2B5EF4-FFF2-40B4-BE49-F238E27FC236}">
                      <a16:creationId xmlns:a16="http://schemas.microsoft.com/office/drawing/2014/main" id="{FD3AC2F6-07AC-3FCD-8424-E2F887C1E41A}"/>
                    </a:ext>
                  </a:extLst>
                </p:cNvPr>
                <p:cNvSpPr/>
                <p:nvPr/>
              </p:nvSpPr>
              <p:spPr>
                <a:xfrm>
                  <a:off x="2539462" y="259584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953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6" name="Freeform: Shape 1305">
                  <a:extLst>
                    <a:ext uri="{FF2B5EF4-FFF2-40B4-BE49-F238E27FC236}">
                      <a16:creationId xmlns:a16="http://schemas.microsoft.com/office/drawing/2014/main" id="{3D4B546E-9235-A8F3-A009-7E05F57847DE}"/>
                    </a:ext>
                  </a:extLst>
                </p:cNvPr>
                <p:cNvSpPr/>
                <p:nvPr/>
              </p:nvSpPr>
              <p:spPr>
                <a:xfrm>
                  <a:off x="1876745" y="492569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7" name="Freeform: Shape 1306">
                  <a:extLst>
                    <a:ext uri="{FF2B5EF4-FFF2-40B4-BE49-F238E27FC236}">
                      <a16:creationId xmlns:a16="http://schemas.microsoft.com/office/drawing/2014/main" id="{EEBC4A78-EAE7-4071-4050-A8A354EE20E2}"/>
                    </a:ext>
                  </a:extLst>
                </p:cNvPr>
                <p:cNvSpPr/>
                <p:nvPr/>
              </p:nvSpPr>
              <p:spPr>
                <a:xfrm>
                  <a:off x="2864060" y="2148923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7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8" name="Freeform: Shape 1307">
                  <a:extLst>
                    <a:ext uri="{FF2B5EF4-FFF2-40B4-BE49-F238E27FC236}">
                      <a16:creationId xmlns:a16="http://schemas.microsoft.com/office/drawing/2014/main" id="{74CE1732-1C57-489E-1552-71D089BDC6FA}"/>
                    </a:ext>
                  </a:extLst>
                </p:cNvPr>
                <p:cNvSpPr/>
                <p:nvPr/>
              </p:nvSpPr>
              <p:spPr>
                <a:xfrm>
                  <a:off x="2451552" y="240291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9" name="Freeform: Shape 1308">
                  <a:extLst>
                    <a:ext uri="{FF2B5EF4-FFF2-40B4-BE49-F238E27FC236}">
                      <a16:creationId xmlns:a16="http://schemas.microsoft.com/office/drawing/2014/main" id="{B6E6E0BA-8DF2-9865-5443-E124D80AE3F3}"/>
                    </a:ext>
                  </a:extLst>
                </p:cNvPr>
                <p:cNvSpPr/>
                <p:nvPr/>
              </p:nvSpPr>
              <p:spPr>
                <a:xfrm>
                  <a:off x="2117938" y="395858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0" name="Freeform: Shape 1309">
                  <a:extLst>
                    <a:ext uri="{FF2B5EF4-FFF2-40B4-BE49-F238E27FC236}">
                      <a16:creationId xmlns:a16="http://schemas.microsoft.com/office/drawing/2014/main" id="{29386A3F-AB69-D3CD-CDD5-BF40613AEC09}"/>
                    </a:ext>
                  </a:extLst>
                </p:cNvPr>
                <p:cNvSpPr/>
                <p:nvPr/>
              </p:nvSpPr>
              <p:spPr>
                <a:xfrm>
                  <a:off x="2627375" y="254211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1" name="Freeform: Shape 1310">
                  <a:extLst>
                    <a:ext uri="{FF2B5EF4-FFF2-40B4-BE49-F238E27FC236}">
                      <a16:creationId xmlns:a16="http://schemas.microsoft.com/office/drawing/2014/main" id="{3AA974D0-BD03-4221-D1E6-AB162FD51EEE}"/>
                    </a:ext>
                  </a:extLst>
                </p:cNvPr>
                <p:cNvSpPr/>
                <p:nvPr/>
              </p:nvSpPr>
              <p:spPr>
                <a:xfrm>
                  <a:off x="2882095" y="3296754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2" name="Freeform: Shape 1311">
                  <a:extLst>
                    <a:ext uri="{FF2B5EF4-FFF2-40B4-BE49-F238E27FC236}">
                      <a16:creationId xmlns:a16="http://schemas.microsoft.com/office/drawing/2014/main" id="{5D5487B0-992F-6285-2386-A7420E76A8A2}"/>
                    </a:ext>
                  </a:extLst>
                </p:cNvPr>
                <p:cNvSpPr/>
                <p:nvPr/>
              </p:nvSpPr>
              <p:spPr>
                <a:xfrm>
                  <a:off x="2117938" y="352143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3" name="Freeform: Shape 1312">
                  <a:extLst>
                    <a:ext uri="{FF2B5EF4-FFF2-40B4-BE49-F238E27FC236}">
                      <a16:creationId xmlns:a16="http://schemas.microsoft.com/office/drawing/2014/main" id="{49EF6036-90B9-E98A-3BBB-A588FA3FA093}"/>
                    </a:ext>
                  </a:extLst>
                </p:cNvPr>
                <p:cNvSpPr/>
                <p:nvPr/>
              </p:nvSpPr>
              <p:spPr>
                <a:xfrm>
                  <a:off x="1721208" y="4078255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4" name="Freeform: Shape 1313">
                  <a:extLst>
                    <a:ext uri="{FF2B5EF4-FFF2-40B4-BE49-F238E27FC236}">
                      <a16:creationId xmlns:a16="http://schemas.microsoft.com/office/drawing/2014/main" id="{AA5777E8-DD25-E26C-65CA-86A1D1D23768}"/>
                    </a:ext>
                  </a:extLst>
                </p:cNvPr>
                <p:cNvSpPr/>
                <p:nvPr/>
              </p:nvSpPr>
              <p:spPr>
                <a:xfrm>
                  <a:off x="1984942" y="527736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5" name="Freeform: Shape 1314">
                  <a:extLst>
                    <a:ext uri="{FF2B5EF4-FFF2-40B4-BE49-F238E27FC236}">
                      <a16:creationId xmlns:a16="http://schemas.microsoft.com/office/drawing/2014/main" id="{3AD2D83A-FD58-1426-41E0-70CFC9C9BF37}"/>
                    </a:ext>
                  </a:extLst>
                </p:cNvPr>
                <p:cNvSpPr/>
                <p:nvPr/>
              </p:nvSpPr>
              <p:spPr>
                <a:xfrm>
                  <a:off x="2426757" y="209763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6" name="Freeform: Shape 1315">
                  <a:extLst>
                    <a:ext uri="{FF2B5EF4-FFF2-40B4-BE49-F238E27FC236}">
                      <a16:creationId xmlns:a16="http://schemas.microsoft.com/office/drawing/2014/main" id="{20136847-47BD-DEAC-CD2B-C151888F4236}"/>
                    </a:ext>
                  </a:extLst>
                </p:cNvPr>
                <p:cNvSpPr/>
                <p:nvPr/>
              </p:nvSpPr>
              <p:spPr>
                <a:xfrm>
                  <a:off x="2108921" y="4876849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7" name="Freeform: Shape 1316">
                  <a:extLst>
                    <a:ext uri="{FF2B5EF4-FFF2-40B4-BE49-F238E27FC236}">
                      <a16:creationId xmlns:a16="http://schemas.microsoft.com/office/drawing/2014/main" id="{C5EB39CB-7121-EBEC-EC13-60CD011B8309}"/>
                    </a:ext>
                  </a:extLst>
                </p:cNvPr>
                <p:cNvSpPr/>
                <p:nvPr/>
              </p:nvSpPr>
              <p:spPr>
                <a:xfrm>
                  <a:off x="1921826" y="181678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8" name="Freeform: Shape 1317">
                  <a:extLst>
                    <a:ext uri="{FF2B5EF4-FFF2-40B4-BE49-F238E27FC236}">
                      <a16:creationId xmlns:a16="http://schemas.microsoft.com/office/drawing/2014/main" id="{AD1985C5-DB67-E731-D39F-DCC9E836E42C}"/>
                    </a:ext>
                  </a:extLst>
                </p:cNvPr>
                <p:cNvSpPr/>
                <p:nvPr/>
              </p:nvSpPr>
              <p:spPr>
                <a:xfrm>
                  <a:off x="1637805" y="1963316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9" name="Freeform: Shape 1318">
                  <a:extLst>
                    <a:ext uri="{FF2B5EF4-FFF2-40B4-BE49-F238E27FC236}">
                      <a16:creationId xmlns:a16="http://schemas.microsoft.com/office/drawing/2014/main" id="{1764A476-639C-582F-D4D8-66A65A984988}"/>
                    </a:ext>
                  </a:extLst>
                </p:cNvPr>
                <p:cNvSpPr/>
                <p:nvPr/>
              </p:nvSpPr>
              <p:spPr>
                <a:xfrm>
                  <a:off x="1804610" y="495255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0" name="Freeform: Shape 1319">
                  <a:extLst>
                    <a:ext uri="{FF2B5EF4-FFF2-40B4-BE49-F238E27FC236}">
                      <a16:creationId xmlns:a16="http://schemas.microsoft.com/office/drawing/2014/main" id="{8943F9CB-BDA5-B5BB-B89A-0BB2E15045DA}"/>
                    </a:ext>
                  </a:extLst>
                </p:cNvPr>
                <p:cNvSpPr/>
                <p:nvPr/>
              </p:nvSpPr>
              <p:spPr>
                <a:xfrm>
                  <a:off x="2014247" y="2456641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8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1" name="Freeform: Shape 1320">
                  <a:extLst>
                    <a:ext uri="{FF2B5EF4-FFF2-40B4-BE49-F238E27FC236}">
                      <a16:creationId xmlns:a16="http://schemas.microsoft.com/office/drawing/2014/main" id="{B669A69D-488E-FDF1-5867-D709D0F33909}"/>
                    </a:ext>
                  </a:extLst>
                </p:cNvPr>
                <p:cNvSpPr/>
                <p:nvPr/>
              </p:nvSpPr>
              <p:spPr>
                <a:xfrm>
                  <a:off x="2334336" y="368506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2" name="Freeform: Shape 1321">
                  <a:extLst>
                    <a:ext uri="{FF2B5EF4-FFF2-40B4-BE49-F238E27FC236}">
                      <a16:creationId xmlns:a16="http://schemas.microsoft.com/office/drawing/2014/main" id="{8F9747FD-470B-4982-DA37-1C2AD662CB9F}"/>
                    </a:ext>
                  </a:extLst>
                </p:cNvPr>
                <p:cNvSpPr/>
                <p:nvPr/>
              </p:nvSpPr>
              <p:spPr>
                <a:xfrm>
                  <a:off x="2009739" y="4224786"/>
                  <a:ext cx="76639" cy="83034"/>
                </a:xfrm>
                <a:custGeom>
                  <a:avLst/>
                  <a:gdLst>
                    <a:gd name="connsiteX0" fmla="*/ 32385 w 32384"/>
                    <a:gd name="connsiteY0" fmla="*/ 16192 h 32385"/>
                    <a:gd name="connsiteX1" fmla="*/ 16192 w 32384"/>
                    <a:gd name="connsiteY1" fmla="*/ 32385 h 32385"/>
                    <a:gd name="connsiteX2" fmla="*/ 0 w 32384"/>
                    <a:gd name="connsiteY2" fmla="*/ 16192 h 32385"/>
                    <a:gd name="connsiteX3" fmla="*/ 16192 w 32384"/>
                    <a:gd name="connsiteY3" fmla="*/ 0 h 32385"/>
                    <a:gd name="connsiteX4" fmla="*/ 32385 w 32384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3" name="Freeform: Shape 1322">
                  <a:extLst>
                    <a:ext uri="{FF2B5EF4-FFF2-40B4-BE49-F238E27FC236}">
                      <a16:creationId xmlns:a16="http://schemas.microsoft.com/office/drawing/2014/main" id="{070DB9DD-7046-443F-71FA-A3AE35239078}"/>
                    </a:ext>
                  </a:extLst>
                </p:cNvPr>
                <p:cNvSpPr/>
                <p:nvPr/>
              </p:nvSpPr>
              <p:spPr>
                <a:xfrm>
                  <a:off x="2142732" y="177038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4" name="Freeform: Shape 1323">
                  <a:extLst>
                    <a:ext uri="{FF2B5EF4-FFF2-40B4-BE49-F238E27FC236}">
                      <a16:creationId xmlns:a16="http://schemas.microsoft.com/office/drawing/2014/main" id="{993F9F09-2E2A-87BD-3954-F80A4E81505F}"/>
                    </a:ext>
                  </a:extLst>
                </p:cNvPr>
                <p:cNvSpPr/>
                <p:nvPr/>
              </p:nvSpPr>
              <p:spPr>
                <a:xfrm>
                  <a:off x="1644566" y="497942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5" name="Freeform: Shape 1324">
                  <a:extLst>
                    <a:ext uri="{FF2B5EF4-FFF2-40B4-BE49-F238E27FC236}">
                      <a16:creationId xmlns:a16="http://schemas.microsoft.com/office/drawing/2014/main" id="{7C9F380F-D8C1-C964-08A0-943D7238A694}"/>
                    </a:ext>
                  </a:extLst>
                </p:cNvPr>
                <p:cNvSpPr/>
                <p:nvPr/>
              </p:nvSpPr>
              <p:spPr>
                <a:xfrm>
                  <a:off x="2740083" y="241268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6" name="Freeform: Shape 1325">
                  <a:extLst>
                    <a:ext uri="{FF2B5EF4-FFF2-40B4-BE49-F238E27FC236}">
                      <a16:creationId xmlns:a16="http://schemas.microsoft.com/office/drawing/2014/main" id="{7710F522-5BC1-AADE-5EA0-9019D4CABDED}"/>
                    </a:ext>
                  </a:extLst>
                </p:cNvPr>
                <p:cNvSpPr/>
                <p:nvPr/>
              </p:nvSpPr>
              <p:spPr>
                <a:xfrm>
                  <a:off x="2345608" y="383892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7" name="Freeform: Shape 1326">
                  <a:extLst>
                    <a:ext uri="{FF2B5EF4-FFF2-40B4-BE49-F238E27FC236}">
                      <a16:creationId xmlns:a16="http://schemas.microsoft.com/office/drawing/2014/main" id="{CA757695-D60E-1F48-E8D0-1FFB9ECF89A4}"/>
                    </a:ext>
                  </a:extLst>
                </p:cNvPr>
                <p:cNvSpPr/>
                <p:nvPr/>
              </p:nvSpPr>
              <p:spPr>
                <a:xfrm>
                  <a:off x="2460568" y="282296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8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5715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8" name="Freeform: Shape 1327">
                  <a:extLst>
                    <a:ext uri="{FF2B5EF4-FFF2-40B4-BE49-F238E27FC236}">
                      <a16:creationId xmlns:a16="http://schemas.microsoft.com/office/drawing/2014/main" id="{BF136010-0D7D-E061-C465-E51E316096D4}"/>
                    </a:ext>
                  </a:extLst>
                </p:cNvPr>
                <p:cNvSpPr/>
                <p:nvPr/>
              </p:nvSpPr>
              <p:spPr>
                <a:xfrm>
                  <a:off x="2672458" y="3824267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3 h 24764"/>
                    <a:gd name="connsiteX1" fmla="*/ 12382 w 24764"/>
                    <a:gd name="connsiteY1" fmla="*/ 24765 h 24764"/>
                    <a:gd name="connsiteX2" fmla="*/ 0 w 24764"/>
                    <a:gd name="connsiteY2" fmla="*/ 12383 h 24764"/>
                    <a:gd name="connsiteX3" fmla="*/ 12382 w 24764"/>
                    <a:gd name="connsiteY3" fmla="*/ 0 h 24764"/>
                    <a:gd name="connsiteX4" fmla="*/ 24765 w 24764"/>
                    <a:gd name="connsiteY4" fmla="*/ 12383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3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3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9" name="Freeform: Shape 1328">
                  <a:extLst>
                    <a:ext uri="{FF2B5EF4-FFF2-40B4-BE49-F238E27FC236}">
                      <a16:creationId xmlns:a16="http://schemas.microsoft.com/office/drawing/2014/main" id="{5CFAE182-908C-A1B5-098E-2DBDB6F8DC1C}"/>
                    </a:ext>
                  </a:extLst>
                </p:cNvPr>
                <p:cNvSpPr/>
                <p:nvPr/>
              </p:nvSpPr>
              <p:spPr>
                <a:xfrm>
                  <a:off x="1631042" y="5499609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0" name="Freeform: Shape 1329">
                  <a:extLst>
                    <a:ext uri="{FF2B5EF4-FFF2-40B4-BE49-F238E27FC236}">
                      <a16:creationId xmlns:a16="http://schemas.microsoft.com/office/drawing/2014/main" id="{8834401C-AE07-F4AB-4A7F-AEC8FCAC6026}"/>
                    </a:ext>
                  </a:extLst>
                </p:cNvPr>
                <p:cNvSpPr/>
                <p:nvPr/>
              </p:nvSpPr>
              <p:spPr>
                <a:xfrm>
                  <a:off x="2196834" y="2427332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1" name="Freeform: Shape 1330">
                  <a:extLst>
                    <a:ext uri="{FF2B5EF4-FFF2-40B4-BE49-F238E27FC236}">
                      <a16:creationId xmlns:a16="http://schemas.microsoft.com/office/drawing/2014/main" id="{BDD66138-62F7-D6B6-7D34-9449FE73466D}"/>
                    </a:ext>
                  </a:extLst>
                </p:cNvPr>
                <p:cNvSpPr/>
                <p:nvPr/>
              </p:nvSpPr>
              <p:spPr>
                <a:xfrm>
                  <a:off x="2861807" y="301834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2" name="Freeform: Shape 1331">
                  <a:extLst>
                    <a:ext uri="{FF2B5EF4-FFF2-40B4-BE49-F238E27FC236}">
                      <a16:creationId xmlns:a16="http://schemas.microsoft.com/office/drawing/2014/main" id="{BD80FA26-1A81-4B64-9742-99D9A15E7836}"/>
                    </a:ext>
                  </a:extLst>
                </p:cNvPr>
                <p:cNvSpPr/>
                <p:nvPr/>
              </p:nvSpPr>
              <p:spPr>
                <a:xfrm>
                  <a:off x="2365894" y="3243023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7620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3" name="Freeform: Shape 1332">
                  <a:extLst>
                    <a:ext uri="{FF2B5EF4-FFF2-40B4-BE49-F238E27FC236}">
                      <a16:creationId xmlns:a16="http://schemas.microsoft.com/office/drawing/2014/main" id="{3D647369-4213-2DD2-27E1-6EE28961FEDE}"/>
                    </a:ext>
                  </a:extLst>
                </p:cNvPr>
                <p:cNvSpPr/>
                <p:nvPr/>
              </p:nvSpPr>
              <p:spPr>
                <a:xfrm>
                  <a:off x="1897031" y="518944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4" name="Freeform: Shape 1333">
                  <a:extLst>
                    <a:ext uri="{FF2B5EF4-FFF2-40B4-BE49-F238E27FC236}">
                      <a16:creationId xmlns:a16="http://schemas.microsoft.com/office/drawing/2014/main" id="{D923D18A-52A4-8C19-0845-F2E4E34B0286}"/>
                    </a:ext>
                  </a:extLst>
                </p:cNvPr>
                <p:cNvSpPr/>
                <p:nvPr/>
              </p:nvSpPr>
              <p:spPr>
                <a:xfrm>
                  <a:off x="1734732" y="2048794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5" name="Freeform: Shape 1334">
                  <a:extLst>
                    <a:ext uri="{FF2B5EF4-FFF2-40B4-BE49-F238E27FC236}">
                      <a16:creationId xmlns:a16="http://schemas.microsoft.com/office/drawing/2014/main" id="{B8C43474-1425-DA47-5409-0FDC62F3E92C}"/>
                    </a:ext>
                  </a:extLst>
                </p:cNvPr>
                <p:cNvSpPr/>
                <p:nvPr/>
              </p:nvSpPr>
              <p:spPr>
                <a:xfrm>
                  <a:off x="2154004" y="4454352"/>
                  <a:ext cx="49591" cy="53726"/>
                </a:xfrm>
                <a:custGeom>
                  <a:avLst/>
                  <a:gdLst>
                    <a:gd name="connsiteX0" fmla="*/ 10477 w 20955"/>
                    <a:gd name="connsiteY0" fmla="*/ 0 h 20954"/>
                    <a:gd name="connsiteX1" fmla="*/ 20955 w 20955"/>
                    <a:gd name="connsiteY1" fmla="*/ 10477 h 20954"/>
                    <a:gd name="connsiteX2" fmla="*/ 10477 w 20955"/>
                    <a:gd name="connsiteY2" fmla="*/ 20955 h 20954"/>
                    <a:gd name="connsiteX3" fmla="*/ 0 w 20955"/>
                    <a:gd name="connsiteY3" fmla="*/ 10477 h 20954"/>
                    <a:gd name="connsiteX4" fmla="*/ 10477 w 20955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5" h="20954">
                      <a:moveTo>
                        <a:pt x="10477" y="0"/>
                      </a:moveTo>
                      <a:cubicBezTo>
                        <a:pt x="16193" y="0"/>
                        <a:pt x="20955" y="4763"/>
                        <a:pt x="20955" y="10477"/>
                      </a:cubicBezTo>
                      <a:cubicBezTo>
                        <a:pt x="20955" y="16192"/>
                        <a:pt x="16193" y="20955"/>
                        <a:pt x="10477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6" name="Freeform: Shape 1335">
                  <a:extLst>
                    <a:ext uri="{FF2B5EF4-FFF2-40B4-BE49-F238E27FC236}">
                      <a16:creationId xmlns:a16="http://schemas.microsoft.com/office/drawing/2014/main" id="{FF173D29-EBFA-0B1F-F160-648A4B483D6D}"/>
                    </a:ext>
                  </a:extLst>
                </p:cNvPr>
                <p:cNvSpPr/>
                <p:nvPr/>
              </p:nvSpPr>
              <p:spPr>
                <a:xfrm>
                  <a:off x="1676125" y="407825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7" name="Freeform: Shape 1336">
                  <a:extLst>
                    <a:ext uri="{FF2B5EF4-FFF2-40B4-BE49-F238E27FC236}">
                      <a16:creationId xmlns:a16="http://schemas.microsoft.com/office/drawing/2014/main" id="{D3CF01AC-C144-9661-6DA7-8F1379F5050F}"/>
                    </a:ext>
                  </a:extLst>
                </p:cNvPr>
                <p:cNvSpPr/>
                <p:nvPr/>
              </p:nvSpPr>
              <p:spPr>
                <a:xfrm>
                  <a:off x="2861807" y="1943781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7145" y="0"/>
                        <a:pt x="22860" y="4763"/>
                        <a:pt x="22860" y="11430"/>
                      </a:cubicBezTo>
                      <a:cubicBezTo>
                        <a:pt x="22860" y="17145"/>
                        <a:pt x="18098" y="22860"/>
                        <a:pt x="11430" y="22860"/>
                      </a:cubicBezTo>
                      <a:cubicBezTo>
                        <a:pt x="5715" y="22860"/>
                        <a:pt x="0" y="18097"/>
                        <a:pt x="0" y="11430"/>
                      </a:cubicBezTo>
                      <a:cubicBezTo>
                        <a:pt x="0" y="4763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8" name="Freeform: Shape 1337">
                  <a:extLst>
                    <a:ext uri="{FF2B5EF4-FFF2-40B4-BE49-F238E27FC236}">
                      <a16:creationId xmlns:a16="http://schemas.microsoft.com/office/drawing/2014/main" id="{3E0125D9-CAFE-CB88-D64C-D73601391479}"/>
                    </a:ext>
                  </a:extLst>
                </p:cNvPr>
                <p:cNvSpPr/>
                <p:nvPr/>
              </p:nvSpPr>
              <p:spPr>
                <a:xfrm>
                  <a:off x="1644566" y="389753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9" name="Freeform: Shape 1338">
                  <a:extLst>
                    <a:ext uri="{FF2B5EF4-FFF2-40B4-BE49-F238E27FC236}">
                      <a16:creationId xmlns:a16="http://schemas.microsoft.com/office/drawing/2014/main" id="{9E915EA3-8CE0-4D6E-CB95-CC27B27BBAAE}"/>
                    </a:ext>
                  </a:extLst>
                </p:cNvPr>
                <p:cNvSpPr/>
                <p:nvPr/>
              </p:nvSpPr>
              <p:spPr>
                <a:xfrm>
                  <a:off x="2129018" y="3379789"/>
                  <a:ext cx="72322" cy="78147"/>
                </a:xfrm>
                <a:custGeom>
                  <a:avLst/>
                  <a:gdLst>
                    <a:gd name="connsiteX0" fmla="*/ 15321 w 30560"/>
                    <a:gd name="connsiteY0" fmla="*/ 0 h 30479"/>
                    <a:gd name="connsiteX1" fmla="*/ 30561 w 30560"/>
                    <a:gd name="connsiteY1" fmla="*/ 15240 h 30479"/>
                    <a:gd name="connsiteX2" fmla="*/ 15321 w 30560"/>
                    <a:gd name="connsiteY2" fmla="*/ 30480 h 30479"/>
                    <a:gd name="connsiteX3" fmla="*/ 81 w 30560"/>
                    <a:gd name="connsiteY3" fmla="*/ 15240 h 30479"/>
                    <a:gd name="connsiteX4" fmla="*/ 15321 w 3056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79">
                      <a:moveTo>
                        <a:pt x="15321" y="0"/>
                      </a:moveTo>
                      <a:cubicBezTo>
                        <a:pt x="23893" y="0"/>
                        <a:pt x="30561" y="6667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7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0" name="Freeform: Shape 1339">
                  <a:extLst>
                    <a:ext uri="{FF2B5EF4-FFF2-40B4-BE49-F238E27FC236}">
                      <a16:creationId xmlns:a16="http://schemas.microsoft.com/office/drawing/2014/main" id="{51BEEE8D-8311-E42D-DE7F-BCD1A1164090}"/>
                    </a:ext>
                  </a:extLst>
                </p:cNvPr>
                <p:cNvSpPr/>
                <p:nvPr/>
              </p:nvSpPr>
              <p:spPr>
                <a:xfrm>
                  <a:off x="2566514" y="2039026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1" name="Freeform: Shape 1340">
                  <a:extLst>
                    <a:ext uri="{FF2B5EF4-FFF2-40B4-BE49-F238E27FC236}">
                      <a16:creationId xmlns:a16="http://schemas.microsoft.com/office/drawing/2014/main" id="{B6815B7F-9FFB-B427-D2F5-68D893845218}"/>
                    </a:ext>
                  </a:extLst>
                </p:cNvPr>
                <p:cNvSpPr/>
                <p:nvPr/>
              </p:nvSpPr>
              <p:spPr>
                <a:xfrm>
                  <a:off x="2900126" y="277656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2" name="Freeform: Shape 1341">
                  <a:extLst>
                    <a:ext uri="{FF2B5EF4-FFF2-40B4-BE49-F238E27FC236}">
                      <a16:creationId xmlns:a16="http://schemas.microsoft.com/office/drawing/2014/main" id="{E49C54A6-3011-98CD-9108-3B059CF68010}"/>
                    </a:ext>
                  </a:extLst>
                </p:cNvPr>
                <p:cNvSpPr/>
                <p:nvPr/>
              </p:nvSpPr>
              <p:spPr>
                <a:xfrm>
                  <a:off x="1939859" y="555089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3" name="Freeform: Shape 1342">
                  <a:extLst>
                    <a:ext uri="{FF2B5EF4-FFF2-40B4-BE49-F238E27FC236}">
                      <a16:creationId xmlns:a16="http://schemas.microsoft.com/office/drawing/2014/main" id="{4CB9E003-1925-103A-497E-F0D371CEE43C}"/>
                    </a:ext>
                  </a:extLst>
                </p:cNvPr>
                <p:cNvSpPr/>
                <p:nvPr/>
              </p:nvSpPr>
              <p:spPr>
                <a:xfrm>
                  <a:off x="2309542" y="2510369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4" name="Freeform: Shape 1343">
                  <a:extLst>
                    <a:ext uri="{FF2B5EF4-FFF2-40B4-BE49-F238E27FC236}">
                      <a16:creationId xmlns:a16="http://schemas.microsoft.com/office/drawing/2014/main" id="{BB68546C-01B3-CA95-66E2-2808384A4198}"/>
                    </a:ext>
                  </a:extLst>
                </p:cNvPr>
                <p:cNvSpPr/>
                <p:nvPr/>
              </p:nvSpPr>
              <p:spPr>
                <a:xfrm>
                  <a:off x="2449296" y="3934164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5" name="Freeform: Shape 1344">
                  <a:extLst>
                    <a:ext uri="{FF2B5EF4-FFF2-40B4-BE49-F238E27FC236}">
                      <a16:creationId xmlns:a16="http://schemas.microsoft.com/office/drawing/2014/main" id="{ECF9A591-3D2B-3E93-4994-F184DF33A8FE}"/>
                    </a:ext>
                  </a:extLst>
                </p:cNvPr>
                <p:cNvSpPr/>
                <p:nvPr/>
              </p:nvSpPr>
              <p:spPr>
                <a:xfrm>
                  <a:off x="2897873" y="2332088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5715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6" name="Freeform: Shape 1345">
                  <a:extLst>
                    <a:ext uri="{FF2B5EF4-FFF2-40B4-BE49-F238E27FC236}">
                      <a16:creationId xmlns:a16="http://schemas.microsoft.com/office/drawing/2014/main" id="{B804712C-3967-2618-83D2-752661952185}"/>
                    </a:ext>
                  </a:extLst>
                </p:cNvPr>
                <p:cNvSpPr/>
                <p:nvPr/>
              </p:nvSpPr>
              <p:spPr>
                <a:xfrm>
                  <a:off x="2426757" y="1926685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7" name="Freeform: Shape 1346">
                  <a:extLst>
                    <a:ext uri="{FF2B5EF4-FFF2-40B4-BE49-F238E27FC236}">
                      <a16:creationId xmlns:a16="http://schemas.microsoft.com/office/drawing/2014/main" id="{EA3ED2A1-24E8-2CD2-BFF8-B7EEE79ADF52}"/>
                    </a:ext>
                  </a:extLst>
                </p:cNvPr>
                <p:cNvSpPr/>
                <p:nvPr/>
              </p:nvSpPr>
              <p:spPr>
                <a:xfrm>
                  <a:off x="1682888" y="2344300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8" name="Freeform: Shape 1347">
                  <a:extLst>
                    <a:ext uri="{FF2B5EF4-FFF2-40B4-BE49-F238E27FC236}">
                      <a16:creationId xmlns:a16="http://schemas.microsoft.com/office/drawing/2014/main" id="{301EA3AA-F165-131B-1DB1-3932B00AF3A3}"/>
                    </a:ext>
                  </a:extLst>
                </p:cNvPr>
                <p:cNvSpPr/>
                <p:nvPr/>
              </p:nvSpPr>
              <p:spPr>
                <a:xfrm>
                  <a:off x="2289253" y="403918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9" name="Freeform: Shape 1348">
                  <a:extLst>
                    <a:ext uri="{FF2B5EF4-FFF2-40B4-BE49-F238E27FC236}">
                      <a16:creationId xmlns:a16="http://schemas.microsoft.com/office/drawing/2014/main" id="{A89475C9-9641-36BA-6C68-BC1F5B7868EB}"/>
                    </a:ext>
                  </a:extLst>
                </p:cNvPr>
                <p:cNvSpPr/>
                <p:nvPr/>
              </p:nvSpPr>
              <p:spPr>
                <a:xfrm>
                  <a:off x="2809960" y="1995066"/>
                  <a:ext cx="58608" cy="63497"/>
                </a:xfrm>
                <a:custGeom>
                  <a:avLst/>
                  <a:gdLst>
                    <a:gd name="connsiteX0" fmla="*/ 12383 w 24765"/>
                    <a:gd name="connsiteY0" fmla="*/ 0 h 24765"/>
                    <a:gd name="connsiteX1" fmla="*/ 24765 w 24765"/>
                    <a:gd name="connsiteY1" fmla="*/ 12382 h 24765"/>
                    <a:gd name="connsiteX2" fmla="*/ 12383 w 24765"/>
                    <a:gd name="connsiteY2" fmla="*/ 24765 h 24765"/>
                    <a:gd name="connsiteX3" fmla="*/ 0 w 24765"/>
                    <a:gd name="connsiteY3" fmla="*/ 12382 h 24765"/>
                    <a:gd name="connsiteX4" fmla="*/ 12383 w 24765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953" y="4763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0" name="Freeform: Shape 1349">
                  <a:extLst>
                    <a:ext uri="{FF2B5EF4-FFF2-40B4-BE49-F238E27FC236}">
                      <a16:creationId xmlns:a16="http://schemas.microsoft.com/office/drawing/2014/main" id="{11CDF052-FF9F-B81D-58FA-B3C8FDADC3EA}"/>
                    </a:ext>
                  </a:extLst>
                </p:cNvPr>
                <p:cNvSpPr/>
                <p:nvPr/>
              </p:nvSpPr>
              <p:spPr>
                <a:xfrm>
                  <a:off x="1800104" y="535551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1" name="Freeform: Shape 1350">
                  <a:extLst>
                    <a:ext uri="{FF2B5EF4-FFF2-40B4-BE49-F238E27FC236}">
                      <a16:creationId xmlns:a16="http://schemas.microsoft.com/office/drawing/2014/main" id="{A5B7036F-221E-0E28-DB25-507465C29197}"/>
                    </a:ext>
                  </a:extLst>
                </p:cNvPr>
                <p:cNvSpPr/>
                <p:nvPr/>
              </p:nvSpPr>
              <p:spPr>
                <a:xfrm>
                  <a:off x="1851948" y="560706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2" name="Freeform: Shape 1351">
                  <a:extLst>
                    <a:ext uri="{FF2B5EF4-FFF2-40B4-BE49-F238E27FC236}">
                      <a16:creationId xmlns:a16="http://schemas.microsoft.com/office/drawing/2014/main" id="{97B09F4A-4A8F-6C45-12B5-F6EB19928D0D}"/>
                    </a:ext>
                  </a:extLst>
                </p:cNvPr>
                <p:cNvSpPr/>
                <p:nvPr/>
              </p:nvSpPr>
              <p:spPr>
                <a:xfrm>
                  <a:off x="1924081" y="508687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3" name="Freeform: Shape 1352">
                  <a:extLst>
                    <a:ext uri="{FF2B5EF4-FFF2-40B4-BE49-F238E27FC236}">
                      <a16:creationId xmlns:a16="http://schemas.microsoft.com/office/drawing/2014/main" id="{FD8E78BE-DD3A-25C4-DA44-F256F781971D}"/>
                    </a:ext>
                  </a:extLst>
                </p:cNvPr>
                <p:cNvSpPr/>
                <p:nvPr/>
              </p:nvSpPr>
              <p:spPr>
                <a:xfrm>
                  <a:off x="2724305" y="282296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4" name="Freeform: Shape 1353">
                  <a:extLst>
                    <a:ext uri="{FF2B5EF4-FFF2-40B4-BE49-F238E27FC236}">
                      <a16:creationId xmlns:a16="http://schemas.microsoft.com/office/drawing/2014/main" id="{5E153B06-6475-0812-5F11-4799A212E764}"/>
                    </a:ext>
                  </a:extLst>
                </p:cNvPr>
                <p:cNvSpPr/>
                <p:nvPr/>
              </p:nvSpPr>
              <p:spPr>
                <a:xfrm>
                  <a:off x="2016502" y="3428632"/>
                  <a:ext cx="58605" cy="63494"/>
                </a:xfrm>
                <a:custGeom>
                  <a:avLst/>
                  <a:gdLst>
                    <a:gd name="connsiteX0" fmla="*/ 12382 w 24764"/>
                    <a:gd name="connsiteY0" fmla="*/ 0 h 24764"/>
                    <a:gd name="connsiteX1" fmla="*/ 24765 w 24764"/>
                    <a:gd name="connsiteY1" fmla="*/ 12382 h 24764"/>
                    <a:gd name="connsiteX2" fmla="*/ 12382 w 24764"/>
                    <a:gd name="connsiteY2" fmla="*/ 24765 h 24764"/>
                    <a:gd name="connsiteX3" fmla="*/ 0 w 24764"/>
                    <a:gd name="connsiteY3" fmla="*/ 12382 h 24764"/>
                    <a:gd name="connsiteX4" fmla="*/ 12382 w 24764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5" name="Freeform: Shape 1354">
                  <a:extLst>
                    <a:ext uri="{FF2B5EF4-FFF2-40B4-BE49-F238E27FC236}">
                      <a16:creationId xmlns:a16="http://schemas.microsoft.com/office/drawing/2014/main" id="{C0ACAFFC-3359-7917-8BFF-F420AFB1A55A}"/>
                    </a:ext>
                  </a:extLst>
                </p:cNvPr>
                <p:cNvSpPr/>
                <p:nvPr/>
              </p:nvSpPr>
              <p:spPr>
                <a:xfrm>
                  <a:off x="1680633" y="555577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6" name="Freeform: Shape 1355">
                  <a:extLst>
                    <a:ext uri="{FF2B5EF4-FFF2-40B4-BE49-F238E27FC236}">
                      <a16:creationId xmlns:a16="http://schemas.microsoft.com/office/drawing/2014/main" id="{EB213843-84BE-1B66-0BD8-F46EC7187CD7}"/>
                    </a:ext>
                  </a:extLst>
                </p:cNvPr>
                <p:cNvSpPr/>
                <p:nvPr/>
              </p:nvSpPr>
              <p:spPr>
                <a:xfrm>
                  <a:off x="2816724" y="319662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7" name="Freeform: Shape 1356">
                  <a:extLst>
                    <a:ext uri="{FF2B5EF4-FFF2-40B4-BE49-F238E27FC236}">
                      <a16:creationId xmlns:a16="http://schemas.microsoft.com/office/drawing/2014/main" id="{07621F4B-1580-9ECB-ABF3-026FA8ABA7C0}"/>
                    </a:ext>
                  </a:extLst>
                </p:cNvPr>
                <p:cNvSpPr/>
                <p:nvPr/>
              </p:nvSpPr>
              <p:spPr>
                <a:xfrm>
                  <a:off x="2361386" y="2781451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002" y="0"/>
                        <a:pt x="26670" y="5715"/>
                        <a:pt x="26670" y="13335"/>
                      </a:cubicBezTo>
                      <a:cubicBezTo>
                        <a:pt x="26670" y="20003"/>
                        <a:pt x="20955" y="26670"/>
                        <a:pt x="13335" y="26670"/>
                      </a:cubicBezTo>
                      <a:cubicBezTo>
                        <a:pt x="6667" y="26670"/>
                        <a:pt x="0" y="20955"/>
                        <a:pt x="0" y="13335"/>
                      </a:cubicBezTo>
                      <a:cubicBezTo>
                        <a:pt x="0" y="5715"/>
                        <a:pt x="6667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8" name="Freeform: Shape 1357">
                  <a:extLst>
                    <a:ext uri="{FF2B5EF4-FFF2-40B4-BE49-F238E27FC236}">
                      <a16:creationId xmlns:a16="http://schemas.microsoft.com/office/drawing/2014/main" id="{AE9F3B90-A5EA-A536-5003-EA2DC60923CA}"/>
                    </a:ext>
                  </a:extLst>
                </p:cNvPr>
                <p:cNvSpPr/>
                <p:nvPr/>
              </p:nvSpPr>
              <p:spPr>
                <a:xfrm>
                  <a:off x="2415485" y="4483658"/>
                  <a:ext cx="45083" cy="48844"/>
                </a:xfrm>
                <a:custGeom>
                  <a:avLst/>
                  <a:gdLst>
                    <a:gd name="connsiteX0" fmla="*/ 19050 w 19050"/>
                    <a:gd name="connsiteY0" fmla="*/ 9525 h 19050"/>
                    <a:gd name="connsiteX1" fmla="*/ 9525 w 19050"/>
                    <a:gd name="connsiteY1" fmla="*/ 19050 h 19050"/>
                    <a:gd name="connsiteX2" fmla="*/ 0 w 19050"/>
                    <a:gd name="connsiteY2" fmla="*/ 9525 h 19050"/>
                    <a:gd name="connsiteX3" fmla="*/ 9525 w 19050"/>
                    <a:gd name="connsiteY3" fmla="*/ 0 h 19050"/>
                    <a:gd name="connsiteX4" fmla="*/ 19050 w 19050"/>
                    <a:gd name="connsiteY4" fmla="*/ 9525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9050" y="9525"/>
                      </a:moveTo>
                      <a:cubicBezTo>
                        <a:pt x="19050" y="14786"/>
                        <a:pt x="14785" y="19050"/>
                        <a:pt x="9525" y="19050"/>
                      </a:cubicBezTo>
                      <a:cubicBezTo>
                        <a:pt x="4264" y="19050"/>
                        <a:pt x="0" y="14786"/>
                        <a:pt x="0" y="9525"/>
                      </a:cubicBezTo>
                      <a:cubicBezTo>
                        <a:pt x="0" y="4264"/>
                        <a:pt x="4264" y="0"/>
                        <a:pt x="9525" y="0"/>
                      </a:cubicBezTo>
                      <a:cubicBezTo>
                        <a:pt x="14785" y="0"/>
                        <a:pt x="19050" y="4264"/>
                        <a:pt x="19050" y="952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9" name="Freeform: Shape 1358">
                  <a:extLst>
                    <a:ext uri="{FF2B5EF4-FFF2-40B4-BE49-F238E27FC236}">
                      <a16:creationId xmlns:a16="http://schemas.microsoft.com/office/drawing/2014/main" id="{53E7F3D0-9F1B-C36E-9AFD-AF71B73B5EDA}"/>
                    </a:ext>
                  </a:extLst>
                </p:cNvPr>
                <p:cNvSpPr/>
                <p:nvPr/>
              </p:nvSpPr>
              <p:spPr>
                <a:xfrm>
                  <a:off x="1899284" y="387555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0" name="Freeform: Shape 1359">
                  <a:extLst>
                    <a:ext uri="{FF2B5EF4-FFF2-40B4-BE49-F238E27FC236}">
                      <a16:creationId xmlns:a16="http://schemas.microsoft.com/office/drawing/2014/main" id="{7AB54E40-2228-5291-42B7-2B16353B1C05}"/>
                    </a:ext>
                  </a:extLst>
                </p:cNvPr>
                <p:cNvSpPr/>
                <p:nvPr/>
              </p:nvSpPr>
              <p:spPr>
                <a:xfrm>
                  <a:off x="1565672" y="188272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1" name="Freeform: Shape 1360">
                  <a:extLst>
                    <a:ext uri="{FF2B5EF4-FFF2-40B4-BE49-F238E27FC236}">
                      <a16:creationId xmlns:a16="http://schemas.microsoft.com/office/drawing/2014/main" id="{371940EC-FA45-613B-B16F-0B0C0964911A}"/>
                    </a:ext>
                  </a:extLst>
                </p:cNvPr>
                <p:cNvSpPr/>
                <p:nvPr/>
              </p:nvSpPr>
              <p:spPr>
                <a:xfrm>
                  <a:off x="2320811" y="504047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2" name="Freeform: Shape 1361">
                  <a:extLst>
                    <a:ext uri="{FF2B5EF4-FFF2-40B4-BE49-F238E27FC236}">
                      <a16:creationId xmlns:a16="http://schemas.microsoft.com/office/drawing/2014/main" id="{603F509C-4B94-DBC3-A159-0A0760AD9F0E}"/>
                    </a:ext>
                  </a:extLst>
                </p:cNvPr>
                <p:cNvSpPr/>
                <p:nvPr/>
              </p:nvSpPr>
              <p:spPr>
                <a:xfrm>
                  <a:off x="2438027" y="5233409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3" name="Freeform: Shape 1362">
                  <a:extLst>
                    <a:ext uri="{FF2B5EF4-FFF2-40B4-BE49-F238E27FC236}">
                      <a16:creationId xmlns:a16="http://schemas.microsoft.com/office/drawing/2014/main" id="{916E1F5A-6738-A752-64C9-469B1D7B3930}"/>
                    </a:ext>
                  </a:extLst>
                </p:cNvPr>
                <p:cNvSpPr/>
                <p:nvPr/>
              </p:nvSpPr>
              <p:spPr>
                <a:xfrm>
                  <a:off x="1928589" y="199751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4" name="Freeform: Shape 1363">
                  <a:extLst>
                    <a:ext uri="{FF2B5EF4-FFF2-40B4-BE49-F238E27FC236}">
                      <a16:creationId xmlns:a16="http://schemas.microsoft.com/office/drawing/2014/main" id="{2C2C7C81-95FA-5A3D-3B46-6AB664740B4F}"/>
                    </a:ext>
                  </a:extLst>
                </p:cNvPr>
                <p:cNvSpPr/>
                <p:nvPr/>
              </p:nvSpPr>
              <p:spPr>
                <a:xfrm>
                  <a:off x="2627375" y="2112291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5" name="Freeform: Shape 1364">
                  <a:extLst>
                    <a:ext uri="{FF2B5EF4-FFF2-40B4-BE49-F238E27FC236}">
                      <a16:creationId xmlns:a16="http://schemas.microsoft.com/office/drawing/2014/main" id="{78DC486B-B233-F841-D10F-86182F590E8C}"/>
                    </a:ext>
                  </a:extLst>
                </p:cNvPr>
                <p:cNvSpPr/>
                <p:nvPr/>
              </p:nvSpPr>
              <p:spPr>
                <a:xfrm>
                  <a:off x="2462824" y="2036582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6" name="Freeform: Shape 1365">
                  <a:extLst>
                    <a:ext uri="{FF2B5EF4-FFF2-40B4-BE49-F238E27FC236}">
                      <a16:creationId xmlns:a16="http://schemas.microsoft.com/office/drawing/2014/main" id="{FCAC01A8-778C-C10D-9288-C2DE0AC2E2FC}"/>
                    </a:ext>
                  </a:extLst>
                </p:cNvPr>
                <p:cNvSpPr/>
                <p:nvPr/>
              </p:nvSpPr>
              <p:spPr>
                <a:xfrm>
                  <a:off x="1885762" y="5575315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7" name="Freeform: Shape 1366">
                  <a:extLst>
                    <a:ext uri="{FF2B5EF4-FFF2-40B4-BE49-F238E27FC236}">
                      <a16:creationId xmlns:a16="http://schemas.microsoft.com/office/drawing/2014/main" id="{CE623C85-DBC4-B79C-9BE4-21D036B34E46}"/>
                    </a:ext>
                  </a:extLst>
                </p:cNvPr>
                <p:cNvSpPr/>
                <p:nvPr/>
              </p:nvSpPr>
              <p:spPr>
                <a:xfrm>
                  <a:off x="2498890" y="257142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8" name="Freeform: Shape 1367">
                  <a:extLst>
                    <a:ext uri="{FF2B5EF4-FFF2-40B4-BE49-F238E27FC236}">
                      <a16:creationId xmlns:a16="http://schemas.microsoft.com/office/drawing/2014/main" id="{6475DD38-97D8-8C76-5845-E8561CCF9933}"/>
                    </a:ext>
                  </a:extLst>
                </p:cNvPr>
                <p:cNvSpPr/>
                <p:nvPr/>
              </p:nvSpPr>
              <p:spPr>
                <a:xfrm>
                  <a:off x="2444790" y="5487396"/>
                  <a:ext cx="58605" cy="63494"/>
                </a:xfrm>
                <a:custGeom>
                  <a:avLst/>
                  <a:gdLst>
                    <a:gd name="connsiteX0" fmla="*/ 12383 w 24764"/>
                    <a:gd name="connsiteY0" fmla="*/ 0 h 24764"/>
                    <a:gd name="connsiteX1" fmla="*/ 24765 w 24764"/>
                    <a:gd name="connsiteY1" fmla="*/ 12382 h 24764"/>
                    <a:gd name="connsiteX2" fmla="*/ 12383 w 24764"/>
                    <a:gd name="connsiteY2" fmla="*/ 24765 h 24764"/>
                    <a:gd name="connsiteX3" fmla="*/ 0 w 24764"/>
                    <a:gd name="connsiteY3" fmla="*/ 12382 h 24764"/>
                    <a:gd name="connsiteX4" fmla="*/ 12383 w 24764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9" name="Freeform: Shape 1368">
                  <a:extLst>
                    <a:ext uri="{FF2B5EF4-FFF2-40B4-BE49-F238E27FC236}">
                      <a16:creationId xmlns:a16="http://schemas.microsoft.com/office/drawing/2014/main" id="{EA444C5E-9CDE-F1A7-8D02-0581C8140EA8}"/>
                    </a:ext>
                  </a:extLst>
                </p:cNvPr>
                <p:cNvSpPr/>
                <p:nvPr/>
              </p:nvSpPr>
              <p:spPr>
                <a:xfrm>
                  <a:off x="2586801" y="4471446"/>
                  <a:ext cx="36064" cy="39075"/>
                </a:xfrm>
                <a:custGeom>
                  <a:avLst/>
                  <a:gdLst>
                    <a:gd name="connsiteX0" fmla="*/ 7620 w 15239"/>
                    <a:gd name="connsiteY0" fmla="*/ 0 h 15240"/>
                    <a:gd name="connsiteX1" fmla="*/ 15240 w 15239"/>
                    <a:gd name="connsiteY1" fmla="*/ 7620 h 15240"/>
                    <a:gd name="connsiteX2" fmla="*/ 7620 w 15239"/>
                    <a:gd name="connsiteY2" fmla="*/ 15240 h 15240"/>
                    <a:gd name="connsiteX3" fmla="*/ 0 w 15239"/>
                    <a:gd name="connsiteY3" fmla="*/ 7620 h 15240"/>
                    <a:gd name="connsiteX4" fmla="*/ 7620 w 15239"/>
                    <a:gd name="connsiteY4" fmla="*/ 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7620" y="0"/>
                      </a:moveTo>
                      <a:cubicBezTo>
                        <a:pt x="11430" y="0"/>
                        <a:pt x="15240" y="2858"/>
                        <a:pt x="15240" y="7620"/>
                      </a:cubicBezTo>
                      <a:cubicBezTo>
                        <a:pt x="15240" y="11430"/>
                        <a:pt x="12382" y="15240"/>
                        <a:pt x="7620" y="15240"/>
                      </a:cubicBezTo>
                      <a:cubicBezTo>
                        <a:pt x="3810" y="15240"/>
                        <a:pt x="0" y="12383"/>
                        <a:pt x="0" y="7620"/>
                      </a:cubicBezTo>
                      <a:cubicBezTo>
                        <a:pt x="0" y="2858"/>
                        <a:pt x="3810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0" name="Freeform: Shape 1369">
                  <a:extLst>
                    <a:ext uri="{FF2B5EF4-FFF2-40B4-BE49-F238E27FC236}">
                      <a16:creationId xmlns:a16="http://schemas.microsoft.com/office/drawing/2014/main" id="{346713C4-D7D9-8700-34E5-CEA0D8195DAC}"/>
                    </a:ext>
                  </a:extLst>
                </p:cNvPr>
                <p:cNvSpPr/>
                <p:nvPr/>
              </p:nvSpPr>
              <p:spPr>
                <a:xfrm>
                  <a:off x="2235153" y="536284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1" name="Freeform: Shape 1370">
                  <a:extLst>
                    <a:ext uri="{FF2B5EF4-FFF2-40B4-BE49-F238E27FC236}">
                      <a16:creationId xmlns:a16="http://schemas.microsoft.com/office/drawing/2014/main" id="{11718157-A9B5-4437-1424-EBE070BE63EA}"/>
                    </a:ext>
                  </a:extLst>
                </p:cNvPr>
                <p:cNvSpPr/>
                <p:nvPr/>
              </p:nvSpPr>
              <p:spPr>
                <a:xfrm>
                  <a:off x="2917724" y="5135721"/>
                  <a:ext cx="27485" cy="29304"/>
                </a:xfrm>
                <a:custGeom>
                  <a:avLst/>
                  <a:gdLst>
                    <a:gd name="connsiteX0" fmla="*/ 5900 w 11614"/>
                    <a:gd name="connsiteY0" fmla="*/ 0 h 11429"/>
                    <a:gd name="connsiteX1" fmla="*/ 11615 w 11614"/>
                    <a:gd name="connsiteY1" fmla="*/ 5715 h 11429"/>
                    <a:gd name="connsiteX2" fmla="*/ 5900 w 11614"/>
                    <a:gd name="connsiteY2" fmla="*/ 11430 h 11429"/>
                    <a:gd name="connsiteX3" fmla="*/ 185 w 11614"/>
                    <a:gd name="connsiteY3" fmla="*/ 5715 h 11429"/>
                    <a:gd name="connsiteX4" fmla="*/ 5900 w 11614"/>
                    <a:gd name="connsiteY4" fmla="*/ 0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614" h="11429">
                      <a:moveTo>
                        <a:pt x="5900" y="0"/>
                      </a:moveTo>
                      <a:cubicBezTo>
                        <a:pt x="9710" y="0"/>
                        <a:pt x="11615" y="2858"/>
                        <a:pt x="11615" y="5715"/>
                      </a:cubicBezTo>
                      <a:cubicBezTo>
                        <a:pt x="11615" y="9525"/>
                        <a:pt x="8757" y="11430"/>
                        <a:pt x="5900" y="11430"/>
                      </a:cubicBezTo>
                      <a:cubicBezTo>
                        <a:pt x="3042" y="11430"/>
                        <a:pt x="185" y="8573"/>
                        <a:pt x="185" y="5715"/>
                      </a:cubicBezTo>
                      <a:cubicBezTo>
                        <a:pt x="-768" y="2858"/>
                        <a:pt x="2090" y="0"/>
                        <a:pt x="590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2" name="Freeform: Shape 1371">
                  <a:extLst>
                    <a:ext uri="{FF2B5EF4-FFF2-40B4-BE49-F238E27FC236}">
                      <a16:creationId xmlns:a16="http://schemas.microsoft.com/office/drawing/2014/main" id="{03CAB28B-2898-74F7-F033-150D0EBA1F16}"/>
                    </a:ext>
                  </a:extLst>
                </p:cNvPr>
                <p:cNvSpPr/>
                <p:nvPr/>
              </p:nvSpPr>
              <p:spPr>
                <a:xfrm>
                  <a:off x="2072855" y="214159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3" name="Freeform: Shape 1372">
                  <a:extLst>
                    <a:ext uri="{FF2B5EF4-FFF2-40B4-BE49-F238E27FC236}">
                      <a16:creationId xmlns:a16="http://schemas.microsoft.com/office/drawing/2014/main" id="{5821A25B-D153-968B-7047-0AEA982C064F}"/>
                    </a:ext>
                  </a:extLst>
                </p:cNvPr>
                <p:cNvSpPr/>
                <p:nvPr/>
              </p:nvSpPr>
              <p:spPr>
                <a:xfrm>
                  <a:off x="2054822" y="5636371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4" name="Freeform: Shape 1373">
                  <a:extLst>
                    <a:ext uri="{FF2B5EF4-FFF2-40B4-BE49-F238E27FC236}">
                      <a16:creationId xmlns:a16="http://schemas.microsoft.com/office/drawing/2014/main" id="{CDA0A64C-258C-85D5-80AC-88A3EC821962}"/>
                    </a:ext>
                  </a:extLst>
                </p:cNvPr>
                <p:cNvSpPr/>
                <p:nvPr/>
              </p:nvSpPr>
              <p:spPr>
                <a:xfrm>
                  <a:off x="2296017" y="529690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5" name="Freeform: Shape 1374">
                  <a:extLst>
                    <a:ext uri="{FF2B5EF4-FFF2-40B4-BE49-F238E27FC236}">
                      <a16:creationId xmlns:a16="http://schemas.microsoft.com/office/drawing/2014/main" id="{070CF707-5995-034D-671A-8480603F4A22}"/>
                    </a:ext>
                  </a:extLst>
                </p:cNvPr>
                <p:cNvSpPr/>
                <p:nvPr/>
              </p:nvSpPr>
              <p:spPr>
                <a:xfrm>
                  <a:off x="2009739" y="3692386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6" name="Freeform: Shape 1375">
                  <a:extLst>
                    <a:ext uri="{FF2B5EF4-FFF2-40B4-BE49-F238E27FC236}">
                      <a16:creationId xmlns:a16="http://schemas.microsoft.com/office/drawing/2014/main" id="{DF6A3377-A861-1E9A-BC71-1E345929A070}"/>
                    </a:ext>
                  </a:extLst>
                </p:cNvPr>
                <p:cNvSpPr/>
                <p:nvPr/>
              </p:nvSpPr>
              <p:spPr>
                <a:xfrm>
                  <a:off x="2408724" y="2429776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7" name="Freeform: Shape 1376">
                  <a:extLst>
                    <a:ext uri="{FF2B5EF4-FFF2-40B4-BE49-F238E27FC236}">
                      <a16:creationId xmlns:a16="http://schemas.microsoft.com/office/drawing/2014/main" id="{F9939443-2C99-7D8A-E359-FE0739BA8B68}"/>
                    </a:ext>
                  </a:extLst>
                </p:cNvPr>
                <p:cNvSpPr/>
                <p:nvPr/>
              </p:nvSpPr>
              <p:spPr>
                <a:xfrm>
                  <a:off x="1982689" y="184365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8" name="Freeform: Shape 1377">
                  <a:extLst>
                    <a:ext uri="{FF2B5EF4-FFF2-40B4-BE49-F238E27FC236}">
                      <a16:creationId xmlns:a16="http://schemas.microsoft.com/office/drawing/2014/main" id="{D73F0BD1-61A6-F158-6B58-249DC97795BF}"/>
                    </a:ext>
                  </a:extLst>
                </p:cNvPr>
                <p:cNvSpPr/>
                <p:nvPr/>
              </p:nvSpPr>
              <p:spPr>
                <a:xfrm>
                  <a:off x="2406469" y="2515254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9" name="Freeform: Shape 1378">
                  <a:extLst>
                    <a:ext uri="{FF2B5EF4-FFF2-40B4-BE49-F238E27FC236}">
                      <a16:creationId xmlns:a16="http://schemas.microsoft.com/office/drawing/2014/main" id="{6A494008-F494-4C70-77BB-D1233B42E023}"/>
                    </a:ext>
                  </a:extLst>
                </p:cNvPr>
                <p:cNvSpPr/>
                <p:nvPr/>
              </p:nvSpPr>
              <p:spPr>
                <a:xfrm>
                  <a:off x="1860965" y="410023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0" name="Freeform: Shape 1379">
                  <a:extLst>
                    <a:ext uri="{FF2B5EF4-FFF2-40B4-BE49-F238E27FC236}">
                      <a16:creationId xmlns:a16="http://schemas.microsoft.com/office/drawing/2014/main" id="{5CFA5F98-530B-0CB6-3A38-E16B17D2598B}"/>
                    </a:ext>
                  </a:extLst>
                </p:cNvPr>
                <p:cNvSpPr/>
                <p:nvPr/>
              </p:nvSpPr>
              <p:spPr>
                <a:xfrm>
                  <a:off x="1829407" y="226370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1" name="Freeform: Shape 1380">
                  <a:extLst>
                    <a:ext uri="{FF2B5EF4-FFF2-40B4-BE49-F238E27FC236}">
                      <a16:creationId xmlns:a16="http://schemas.microsoft.com/office/drawing/2014/main" id="{77289A1B-9303-F542-4447-5A3F2811A0BC}"/>
                    </a:ext>
                  </a:extLst>
                </p:cNvPr>
                <p:cNvSpPr/>
                <p:nvPr/>
              </p:nvSpPr>
              <p:spPr>
                <a:xfrm>
                  <a:off x="2255440" y="513572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2" name="Freeform: Shape 1381">
                  <a:extLst>
                    <a:ext uri="{FF2B5EF4-FFF2-40B4-BE49-F238E27FC236}">
                      <a16:creationId xmlns:a16="http://schemas.microsoft.com/office/drawing/2014/main" id="{D1154133-BBA6-471E-F3B9-9A9EC90F6CBD}"/>
                    </a:ext>
                  </a:extLst>
                </p:cNvPr>
                <p:cNvSpPr/>
                <p:nvPr/>
              </p:nvSpPr>
              <p:spPr>
                <a:xfrm>
                  <a:off x="2268964" y="548739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3" name="Freeform: Shape 1382">
                  <a:extLst>
                    <a:ext uri="{FF2B5EF4-FFF2-40B4-BE49-F238E27FC236}">
                      <a16:creationId xmlns:a16="http://schemas.microsoft.com/office/drawing/2014/main" id="{380B8306-24A0-BF08-9DAD-55BE059BEEA8}"/>
                    </a:ext>
                  </a:extLst>
                </p:cNvPr>
                <p:cNvSpPr/>
                <p:nvPr/>
              </p:nvSpPr>
              <p:spPr>
                <a:xfrm>
                  <a:off x="1806865" y="5624159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4" name="Freeform: Shape 1383">
                  <a:extLst>
                    <a:ext uri="{FF2B5EF4-FFF2-40B4-BE49-F238E27FC236}">
                      <a16:creationId xmlns:a16="http://schemas.microsoft.com/office/drawing/2014/main" id="{B7BB7843-A40B-A1C2-56F6-E459A1850002}"/>
                    </a:ext>
                  </a:extLst>
                </p:cNvPr>
                <p:cNvSpPr/>
                <p:nvPr/>
              </p:nvSpPr>
              <p:spPr>
                <a:xfrm>
                  <a:off x="2643156" y="346282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5" name="Freeform: Shape 1384">
                  <a:extLst>
                    <a:ext uri="{FF2B5EF4-FFF2-40B4-BE49-F238E27FC236}">
                      <a16:creationId xmlns:a16="http://schemas.microsoft.com/office/drawing/2014/main" id="{5AD9D9B4-FCB0-EE79-BB64-B2A9700DFE9A}"/>
                    </a:ext>
                  </a:extLst>
                </p:cNvPr>
                <p:cNvSpPr/>
                <p:nvPr/>
              </p:nvSpPr>
              <p:spPr>
                <a:xfrm>
                  <a:off x="2519176" y="5509377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8 w 20954"/>
                    <a:gd name="connsiteY1" fmla="*/ 20955 h 20954"/>
                    <a:gd name="connsiteX2" fmla="*/ 0 w 20954"/>
                    <a:gd name="connsiteY2" fmla="*/ 10478 h 20954"/>
                    <a:gd name="connsiteX3" fmla="*/ 10478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6" name="Freeform: Shape 1385">
                  <a:extLst>
                    <a:ext uri="{FF2B5EF4-FFF2-40B4-BE49-F238E27FC236}">
                      <a16:creationId xmlns:a16="http://schemas.microsoft.com/office/drawing/2014/main" id="{DA8BE89F-DCCF-1774-93C0-BDE63524AB1B}"/>
                    </a:ext>
                  </a:extLst>
                </p:cNvPr>
                <p:cNvSpPr/>
                <p:nvPr/>
              </p:nvSpPr>
              <p:spPr>
                <a:xfrm>
                  <a:off x="2341100" y="2920657"/>
                  <a:ext cx="58605" cy="63494"/>
                </a:xfrm>
                <a:custGeom>
                  <a:avLst/>
                  <a:gdLst>
                    <a:gd name="connsiteX0" fmla="*/ 12382 w 24764"/>
                    <a:gd name="connsiteY0" fmla="*/ 0 h 24764"/>
                    <a:gd name="connsiteX1" fmla="*/ 24765 w 24764"/>
                    <a:gd name="connsiteY1" fmla="*/ 12383 h 24764"/>
                    <a:gd name="connsiteX2" fmla="*/ 12382 w 24764"/>
                    <a:gd name="connsiteY2" fmla="*/ 24765 h 24764"/>
                    <a:gd name="connsiteX3" fmla="*/ 0 w 24764"/>
                    <a:gd name="connsiteY3" fmla="*/ 12383 h 24764"/>
                    <a:gd name="connsiteX4" fmla="*/ 12382 w 24764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7" name="Freeform: Shape 1386">
                  <a:extLst>
                    <a:ext uri="{FF2B5EF4-FFF2-40B4-BE49-F238E27FC236}">
                      <a16:creationId xmlns:a16="http://schemas.microsoft.com/office/drawing/2014/main" id="{3BA25C27-F295-11BF-CE98-CE83097F0547}"/>
                    </a:ext>
                  </a:extLst>
                </p:cNvPr>
                <p:cNvSpPr/>
                <p:nvPr/>
              </p:nvSpPr>
              <p:spPr>
                <a:xfrm>
                  <a:off x="1903795" y="392195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8" name="Freeform: Shape 1387">
                  <a:extLst>
                    <a:ext uri="{FF2B5EF4-FFF2-40B4-BE49-F238E27FC236}">
                      <a16:creationId xmlns:a16="http://schemas.microsoft.com/office/drawing/2014/main" id="{3266FE96-DC57-D0B6-7D12-DCBFE57B3865}"/>
                    </a:ext>
                  </a:extLst>
                </p:cNvPr>
                <p:cNvSpPr/>
                <p:nvPr/>
              </p:nvSpPr>
              <p:spPr>
                <a:xfrm>
                  <a:off x="2796435" y="3509223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8"/>
                        <a:pt x="28575" y="14288"/>
                      </a:cubicBezTo>
                      <a:cubicBezTo>
                        <a:pt x="28575" y="21908"/>
                        <a:pt x="21908" y="28575"/>
                        <a:pt x="14288" y="28575"/>
                      </a:cubicBezTo>
                      <a:cubicBezTo>
                        <a:pt x="6668" y="28575"/>
                        <a:pt x="0" y="21908"/>
                        <a:pt x="0" y="14288"/>
                      </a:cubicBezTo>
                      <a:cubicBezTo>
                        <a:pt x="0" y="6668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9" name="Freeform: Shape 1388">
                  <a:extLst>
                    <a:ext uri="{FF2B5EF4-FFF2-40B4-BE49-F238E27FC236}">
                      <a16:creationId xmlns:a16="http://schemas.microsoft.com/office/drawing/2014/main" id="{2F79A3ED-2540-B298-B426-C7593EB7CDA9}"/>
                    </a:ext>
                  </a:extLst>
                </p:cNvPr>
                <p:cNvSpPr/>
                <p:nvPr/>
              </p:nvSpPr>
              <p:spPr>
                <a:xfrm>
                  <a:off x="2613850" y="2056122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0" name="Freeform: Shape 1389">
                  <a:extLst>
                    <a:ext uri="{FF2B5EF4-FFF2-40B4-BE49-F238E27FC236}">
                      <a16:creationId xmlns:a16="http://schemas.microsoft.com/office/drawing/2014/main" id="{8F61AEB8-58E4-F2E4-AF1D-1B83FF406FAA}"/>
                    </a:ext>
                  </a:extLst>
                </p:cNvPr>
                <p:cNvSpPr/>
                <p:nvPr/>
              </p:nvSpPr>
              <p:spPr>
                <a:xfrm>
                  <a:off x="2550734" y="231255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1" name="Freeform: Shape 1390">
                  <a:extLst>
                    <a:ext uri="{FF2B5EF4-FFF2-40B4-BE49-F238E27FC236}">
                      <a16:creationId xmlns:a16="http://schemas.microsoft.com/office/drawing/2014/main" id="{6FE2AC32-31D4-794B-6148-4EBBD28CD14C}"/>
                    </a:ext>
                  </a:extLst>
                </p:cNvPr>
                <p:cNvSpPr/>
                <p:nvPr/>
              </p:nvSpPr>
              <p:spPr>
                <a:xfrm>
                  <a:off x="2643156" y="279610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5717"/>
                        <a:pt x="25717" y="32385"/>
                        <a:pt x="16192" y="32385"/>
                      </a:cubicBezTo>
                      <a:cubicBezTo>
                        <a:pt x="6667" y="32385"/>
                        <a:pt x="0" y="25717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2" name="Freeform: Shape 1391">
                  <a:extLst>
                    <a:ext uri="{FF2B5EF4-FFF2-40B4-BE49-F238E27FC236}">
                      <a16:creationId xmlns:a16="http://schemas.microsoft.com/office/drawing/2014/main" id="{2FA545CB-5890-1D16-2EF9-EF6D1CB1E2E3}"/>
                    </a:ext>
                  </a:extLst>
                </p:cNvPr>
                <p:cNvSpPr/>
                <p:nvPr/>
              </p:nvSpPr>
              <p:spPr>
                <a:xfrm>
                  <a:off x="2683730" y="3897533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3 h 24764"/>
                    <a:gd name="connsiteX1" fmla="*/ 12382 w 24764"/>
                    <a:gd name="connsiteY1" fmla="*/ 24765 h 24764"/>
                    <a:gd name="connsiteX2" fmla="*/ 0 w 24764"/>
                    <a:gd name="connsiteY2" fmla="*/ 12383 h 24764"/>
                    <a:gd name="connsiteX3" fmla="*/ 12382 w 24764"/>
                    <a:gd name="connsiteY3" fmla="*/ 0 h 24764"/>
                    <a:gd name="connsiteX4" fmla="*/ 24765 w 24764"/>
                    <a:gd name="connsiteY4" fmla="*/ 12383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3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3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3" name="Freeform: Shape 1392">
                  <a:extLst>
                    <a:ext uri="{FF2B5EF4-FFF2-40B4-BE49-F238E27FC236}">
                      <a16:creationId xmlns:a16="http://schemas.microsoft.com/office/drawing/2014/main" id="{00F41354-383F-2A16-9ACA-559B893DF7E7}"/>
                    </a:ext>
                  </a:extLst>
                </p:cNvPr>
                <p:cNvSpPr/>
                <p:nvPr/>
              </p:nvSpPr>
              <p:spPr>
                <a:xfrm>
                  <a:off x="1775307" y="482800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4" name="Freeform: Shape 1393">
                  <a:extLst>
                    <a:ext uri="{FF2B5EF4-FFF2-40B4-BE49-F238E27FC236}">
                      <a16:creationId xmlns:a16="http://schemas.microsoft.com/office/drawing/2014/main" id="{C9A9C35C-D381-8168-683C-6B9BFC610041}"/>
                    </a:ext>
                  </a:extLst>
                </p:cNvPr>
                <p:cNvSpPr/>
                <p:nvPr/>
              </p:nvSpPr>
              <p:spPr>
                <a:xfrm>
                  <a:off x="2079618" y="3401767"/>
                  <a:ext cx="63114" cy="68381"/>
                </a:xfrm>
                <a:custGeom>
                  <a:avLst/>
                  <a:gdLst>
                    <a:gd name="connsiteX0" fmla="*/ 13335 w 26669"/>
                    <a:gd name="connsiteY0" fmla="*/ 0 h 26670"/>
                    <a:gd name="connsiteX1" fmla="*/ 26670 w 26669"/>
                    <a:gd name="connsiteY1" fmla="*/ 13335 h 26670"/>
                    <a:gd name="connsiteX2" fmla="*/ 13335 w 26669"/>
                    <a:gd name="connsiteY2" fmla="*/ 26670 h 26670"/>
                    <a:gd name="connsiteX3" fmla="*/ 0 w 26669"/>
                    <a:gd name="connsiteY3" fmla="*/ 13335 h 26670"/>
                    <a:gd name="connsiteX4" fmla="*/ 13335 w 26669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6667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5" name="Freeform: Shape 1394">
                  <a:extLst>
                    <a:ext uri="{FF2B5EF4-FFF2-40B4-BE49-F238E27FC236}">
                      <a16:creationId xmlns:a16="http://schemas.microsoft.com/office/drawing/2014/main" id="{D903DBBB-5529-8C25-EEA0-031590EFDA58}"/>
                    </a:ext>
                  </a:extLst>
                </p:cNvPr>
                <p:cNvSpPr/>
                <p:nvPr/>
              </p:nvSpPr>
              <p:spPr>
                <a:xfrm>
                  <a:off x="2719794" y="4014758"/>
                  <a:ext cx="49591" cy="53726"/>
                </a:xfrm>
                <a:custGeom>
                  <a:avLst/>
                  <a:gdLst>
                    <a:gd name="connsiteX0" fmla="*/ 10478 w 20955"/>
                    <a:gd name="connsiteY0" fmla="*/ 0 h 20954"/>
                    <a:gd name="connsiteX1" fmla="*/ 20955 w 20955"/>
                    <a:gd name="connsiteY1" fmla="*/ 10477 h 20954"/>
                    <a:gd name="connsiteX2" fmla="*/ 10478 w 20955"/>
                    <a:gd name="connsiteY2" fmla="*/ 20955 h 20954"/>
                    <a:gd name="connsiteX3" fmla="*/ 0 w 20955"/>
                    <a:gd name="connsiteY3" fmla="*/ 10477 h 20954"/>
                    <a:gd name="connsiteX4" fmla="*/ 10478 w 20955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5" h="20954">
                      <a:moveTo>
                        <a:pt x="10478" y="0"/>
                      </a:moveTo>
                      <a:cubicBezTo>
                        <a:pt x="16193" y="0"/>
                        <a:pt x="20955" y="4763"/>
                        <a:pt x="20955" y="10477"/>
                      </a:cubicBezTo>
                      <a:cubicBezTo>
                        <a:pt x="20955" y="16192"/>
                        <a:pt x="16193" y="20955"/>
                        <a:pt x="10478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6" name="Freeform: Shape 1395">
                  <a:extLst>
                    <a:ext uri="{FF2B5EF4-FFF2-40B4-BE49-F238E27FC236}">
                      <a16:creationId xmlns:a16="http://schemas.microsoft.com/office/drawing/2014/main" id="{FA3DAD2F-FA09-DD14-9B4B-2603DBA8468F}"/>
                    </a:ext>
                  </a:extLst>
                </p:cNvPr>
                <p:cNvSpPr/>
                <p:nvPr/>
              </p:nvSpPr>
              <p:spPr>
                <a:xfrm>
                  <a:off x="2253187" y="3240582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7 h 28575"/>
                    <a:gd name="connsiteX1" fmla="*/ 14288 w 28575"/>
                    <a:gd name="connsiteY1" fmla="*/ 28575 h 28575"/>
                    <a:gd name="connsiteX2" fmla="*/ 0 w 28575"/>
                    <a:gd name="connsiteY2" fmla="*/ 14287 h 28575"/>
                    <a:gd name="connsiteX3" fmla="*/ 14288 w 28575"/>
                    <a:gd name="connsiteY3" fmla="*/ 0 h 28575"/>
                    <a:gd name="connsiteX4" fmla="*/ 28575 w 28575"/>
                    <a:gd name="connsiteY4" fmla="*/ 14287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7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7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7" name="Freeform: Shape 1396">
                  <a:extLst>
                    <a:ext uri="{FF2B5EF4-FFF2-40B4-BE49-F238E27FC236}">
                      <a16:creationId xmlns:a16="http://schemas.microsoft.com/office/drawing/2014/main" id="{D2561601-1043-7D32-2F91-61E760BB1FFC}"/>
                    </a:ext>
                  </a:extLst>
                </p:cNvPr>
                <p:cNvSpPr/>
                <p:nvPr/>
              </p:nvSpPr>
              <p:spPr>
                <a:xfrm>
                  <a:off x="2530448" y="366552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8" name="Freeform: Shape 1397">
                  <a:extLst>
                    <a:ext uri="{FF2B5EF4-FFF2-40B4-BE49-F238E27FC236}">
                      <a16:creationId xmlns:a16="http://schemas.microsoft.com/office/drawing/2014/main" id="{F675B04E-EF31-A2F1-C289-923DE19D0663}"/>
                    </a:ext>
                  </a:extLst>
                </p:cNvPr>
                <p:cNvSpPr/>
                <p:nvPr/>
              </p:nvSpPr>
              <p:spPr>
                <a:xfrm>
                  <a:off x="2390691" y="4097792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9" name="Freeform: Shape 1398">
                  <a:extLst>
                    <a:ext uri="{FF2B5EF4-FFF2-40B4-BE49-F238E27FC236}">
                      <a16:creationId xmlns:a16="http://schemas.microsoft.com/office/drawing/2014/main" id="{ED3C545C-29D6-C68A-EA16-E0026EC0CCEC}"/>
                    </a:ext>
                  </a:extLst>
                </p:cNvPr>
                <p:cNvSpPr/>
                <p:nvPr/>
              </p:nvSpPr>
              <p:spPr>
                <a:xfrm>
                  <a:off x="2176546" y="209519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0" name="Freeform: Shape 1399">
                  <a:extLst>
                    <a:ext uri="{FF2B5EF4-FFF2-40B4-BE49-F238E27FC236}">
                      <a16:creationId xmlns:a16="http://schemas.microsoft.com/office/drawing/2014/main" id="{7CADD598-D2C8-5445-B137-B81DCBF72A34}"/>
                    </a:ext>
                  </a:extLst>
                </p:cNvPr>
                <p:cNvSpPr/>
                <p:nvPr/>
              </p:nvSpPr>
              <p:spPr>
                <a:xfrm>
                  <a:off x="1761782" y="5230968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1" name="Freeform: Shape 1400">
                  <a:extLst>
                    <a:ext uri="{FF2B5EF4-FFF2-40B4-BE49-F238E27FC236}">
                      <a16:creationId xmlns:a16="http://schemas.microsoft.com/office/drawing/2014/main" id="{25A1FC19-967C-A241-0F8B-37B27C1B1E83}"/>
                    </a:ext>
                  </a:extLst>
                </p:cNvPr>
                <p:cNvSpPr/>
                <p:nvPr/>
              </p:nvSpPr>
              <p:spPr>
                <a:xfrm>
                  <a:off x="2257695" y="381693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2" name="Freeform: Shape 1401">
                  <a:extLst>
                    <a:ext uri="{FF2B5EF4-FFF2-40B4-BE49-F238E27FC236}">
                      <a16:creationId xmlns:a16="http://schemas.microsoft.com/office/drawing/2014/main" id="{818629BC-5A51-4A85-C388-8031ADAD1AC8}"/>
                    </a:ext>
                  </a:extLst>
                </p:cNvPr>
                <p:cNvSpPr/>
                <p:nvPr/>
              </p:nvSpPr>
              <p:spPr>
                <a:xfrm>
                  <a:off x="2318558" y="4366430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3 h 24765"/>
                    <a:gd name="connsiteX2" fmla="*/ 12382 w 24764"/>
                    <a:gd name="connsiteY2" fmla="*/ 24765 h 24765"/>
                    <a:gd name="connsiteX3" fmla="*/ 0 w 24764"/>
                    <a:gd name="connsiteY3" fmla="*/ 12383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3" name="Freeform: Shape 1402">
                  <a:extLst>
                    <a:ext uri="{FF2B5EF4-FFF2-40B4-BE49-F238E27FC236}">
                      <a16:creationId xmlns:a16="http://schemas.microsoft.com/office/drawing/2014/main" id="{9A9CBB8D-CE55-3886-679B-F9E24CB6CFF6}"/>
                    </a:ext>
                  </a:extLst>
                </p:cNvPr>
                <p:cNvSpPr/>
                <p:nvPr/>
              </p:nvSpPr>
              <p:spPr>
                <a:xfrm>
                  <a:off x="2690300" y="2183113"/>
                  <a:ext cx="72322" cy="78150"/>
                </a:xfrm>
                <a:custGeom>
                  <a:avLst/>
                  <a:gdLst>
                    <a:gd name="connsiteX0" fmla="*/ 15321 w 30560"/>
                    <a:gd name="connsiteY0" fmla="*/ 0 h 30480"/>
                    <a:gd name="connsiteX1" fmla="*/ 30561 w 30560"/>
                    <a:gd name="connsiteY1" fmla="*/ 15240 h 30480"/>
                    <a:gd name="connsiteX2" fmla="*/ 15321 w 30560"/>
                    <a:gd name="connsiteY2" fmla="*/ 30480 h 30480"/>
                    <a:gd name="connsiteX3" fmla="*/ 81 w 30560"/>
                    <a:gd name="connsiteY3" fmla="*/ 15240 h 30480"/>
                    <a:gd name="connsiteX4" fmla="*/ 15321 w 3056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80">
                      <a:moveTo>
                        <a:pt x="15321" y="0"/>
                      </a:moveTo>
                      <a:cubicBezTo>
                        <a:pt x="23893" y="0"/>
                        <a:pt x="30561" y="6668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8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4" name="Freeform: Shape 1403">
                  <a:extLst>
                    <a:ext uri="{FF2B5EF4-FFF2-40B4-BE49-F238E27FC236}">
                      <a16:creationId xmlns:a16="http://schemas.microsoft.com/office/drawing/2014/main" id="{E5D6B931-739F-3089-DCDA-FC1C13B25C6C}"/>
                    </a:ext>
                  </a:extLst>
                </p:cNvPr>
                <p:cNvSpPr/>
                <p:nvPr/>
              </p:nvSpPr>
              <p:spPr>
                <a:xfrm>
                  <a:off x="2422249" y="4840218"/>
                  <a:ext cx="49589" cy="53726"/>
                </a:xfrm>
                <a:custGeom>
                  <a:avLst/>
                  <a:gdLst>
                    <a:gd name="connsiteX0" fmla="*/ 10477 w 20954"/>
                    <a:gd name="connsiteY0" fmla="*/ 0 h 20954"/>
                    <a:gd name="connsiteX1" fmla="*/ 20955 w 20954"/>
                    <a:gd name="connsiteY1" fmla="*/ 10477 h 20954"/>
                    <a:gd name="connsiteX2" fmla="*/ 10477 w 20954"/>
                    <a:gd name="connsiteY2" fmla="*/ 20955 h 20954"/>
                    <a:gd name="connsiteX3" fmla="*/ 0 w 20954"/>
                    <a:gd name="connsiteY3" fmla="*/ 10477 h 20954"/>
                    <a:gd name="connsiteX4" fmla="*/ 10477 w 20954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7"/>
                      </a:cubicBezTo>
                      <a:cubicBezTo>
                        <a:pt x="20955" y="16192"/>
                        <a:pt x="16192" y="20955"/>
                        <a:pt x="10477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952" y="3810"/>
                        <a:pt x="5715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5" name="Freeform: Shape 1404">
                  <a:extLst>
                    <a:ext uri="{FF2B5EF4-FFF2-40B4-BE49-F238E27FC236}">
                      <a16:creationId xmlns:a16="http://schemas.microsoft.com/office/drawing/2014/main" id="{C4A71994-5EBD-247F-E851-1F418AE3BA8F}"/>
                    </a:ext>
                  </a:extLst>
                </p:cNvPr>
                <p:cNvSpPr/>
                <p:nvPr/>
              </p:nvSpPr>
              <p:spPr>
                <a:xfrm>
                  <a:off x="2875332" y="2249054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7 w 28575"/>
                    <a:gd name="connsiteY1" fmla="*/ 28575 h 28575"/>
                    <a:gd name="connsiteX2" fmla="*/ 0 w 28575"/>
                    <a:gd name="connsiteY2" fmla="*/ 14288 h 28575"/>
                    <a:gd name="connsiteX3" fmla="*/ 14287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7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7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6" name="Freeform: Shape 1405">
                  <a:extLst>
                    <a:ext uri="{FF2B5EF4-FFF2-40B4-BE49-F238E27FC236}">
                      <a16:creationId xmlns:a16="http://schemas.microsoft.com/office/drawing/2014/main" id="{7DD0B300-66F1-6DBA-7307-DABF62032110}"/>
                    </a:ext>
                  </a:extLst>
                </p:cNvPr>
                <p:cNvSpPr/>
                <p:nvPr/>
              </p:nvSpPr>
              <p:spPr>
                <a:xfrm>
                  <a:off x="2638645" y="340665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7" name="Freeform: Shape 1406">
                  <a:extLst>
                    <a:ext uri="{FF2B5EF4-FFF2-40B4-BE49-F238E27FC236}">
                      <a16:creationId xmlns:a16="http://schemas.microsoft.com/office/drawing/2014/main" id="{BED90863-ABF4-7D63-12F1-12445CB56922}"/>
                    </a:ext>
                  </a:extLst>
                </p:cNvPr>
                <p:cNvSpPr/>
                <p:nvPr/>
              </p:nvSpPr>
              <p:spPr>
                <a:xfrm>
                  <a:off x="2818977" y="3863339"/>
                  <a:ext cx="49591" cy="53728"/>
                </a:xfrm>
                <a:custGeom>
                  <a:avLst/>
                  <a:gdLst>
                    <a:gd name="connsiteX0" fmla="*/ 10477 w 20955"/>
                    <a:gd name="connsiteY0" fmla="*/ 0 h 20955"/>
                    <a:gd name="connsiteX1" fmla="*/ 20955 w 20955"/>
                    <a:gd name="connsiteY1" fmla="*/ 10477 h 20955"/>
                    <a:gd name="connsiteX2" fmla="*/ 10477 w 20955"/>
                    <a:gd name="connsiteY2" fmla="*/ 20955 h 20955"/>
                    <a:gd name="connsiteX3" fmla="*/ 0 w 20955"/>
                    <a:gd name="connsiteY3" fmla="*/ 10477 h 20955"/>
                    <a:gd name="connsiteX4" fmla="*/ 10477 w 20955"/>
                    <a:gd name="connsiteY4" fmla="*/ 0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5" h="20955">
                      <a:moveTo>
                        <a:pt x="10477" y="0"/>
                      </a:moveTo>
                      <a:cubicBezTo>
                        <a:pt x="16193" y="0"/>
                        <a:pt x="20955" y="4763"/>
                        <a:pt x="20955" y="10477"/>
                      </a:cubicBezTo>
                      <a:cubicBezTo>
                        <a:pt x="20955" y="16193"/>
                        <a:pt x="16193" y="20955"/>
                        <a:pt x="10477" y="20955"/>
                      </a:cubicBezTo>
                      <a:cubicBezTo>
                        <a:pt x="4763" y="20955"/>
                        <a:pt x="0" y="16193"/>
                        <a:pt x="0" y="10477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8" name="Freeform: Shape 1407">
                  <a:extLst>
                    <a:ext uri="{FF2B5EF4-FFF2-40B4-BE49-F238E27FC236}">
                      <a16:creationId xmlns:a16="http://schemas.microsoft.com/office/drawing/2014/main" id="{758F26C9-1B73-1F3D-7170-1237E10EF702}"/>
                    </a:ext>
                  </a:extLst>
                </p:cNvPr>
                <p:cNvSpPr/>
                <p:nvPr/>
              </p:nvSpPr>
              <p:spPr>
                <a:xfrm>
                  <a:off x="2043552" y="389264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9" name="Freeform: Shape 1408">
                  <a:extLst>
                    <a:ext uri="{FF2B5EF4-FFF2-40B4-BE49-F238E27FC236}">
                      <a16:creationId xmlns:a16="http://schemas.microsoft.com/office/drawing/2014/main" id="{BE6C79BF-73C6-4478-9CD1-C8BA35BDF4A4}"/>
                    </a:ext>
                  </a:extLst>
                </p:cNvPr>
                <p:cNvSpPr/>
                <p:nvPr/>
              </p:nvSpPr>
              <p:spPr>
                <a:xfrm>
                  <a:off x="1651328" y="488661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0" name="Freeform: Shape 1409">
                  <a:extLst>
                    <a:ext uri="{FF2B5EF4-FFF2-40B4-BE49-F238E27FC236}">
                      <a16:creationId xmlns:a16="http://schemas.microsoft.com/office/drawing/2014/main" id="{FB8DBBE1-E1C4-096A-D1EE-5F1150C12209}"/>
                    </a:ext>
                  </a:extLst>
                </p:cNvPr>
                <p:cNvSpPr/>
                <p:nvPr/>
              </p:nvSpPr>
              <p:spPr>
                <a:xfrm>
                  <a:off x="2507907" y="231011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1" name="Freeform: Shape 1410">
                  <a:extLst>
                    <a:ext uri="{FF2B5EF4-FFF2-40B4-BE49-F238E27FC236}">
                      <a16:creationId xmlns:a16="http://schemas.microsoft.com/office/drawing/2014/main" id="{DD4286AC-2A31-9D1E-D6DF-B686CB856135}"/>
                    </a:ext>
                  </a:extLst>
                </p:cNvPr>
                <p:cNvSpPr/>
                <p:nvPr/>
              </p:nvSpPr>
              <p:spPr>
                <a:xfrm>
                  <a:off x="2758116" y="265934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2" name="Freeform: Shape 1411">
                  <a:extLst>
                    <a:ext uri="{FF2B5EF4-FFF2-40B4-BE49-F238E27FC236}">
                      <a16:creationId xmlns:a16="http://schemas.microsoft.com/office/drawing/2014/main" id="{855B0F40-DEE8-0514-651A-B063A08F4BF8}"/>
                    </a:ext>
                  </a:extLst>
                </p:cNvPr>
                <p:cNvSpPr/>
                <p:nvPr/>
              </p:nvSpPr>
              <p:spPr>
                <a:xfrm>
                  <a:off x="2187815" y="344572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3" name="Freeform: Shape 1412">
                  <a:extLst>
                    <a:ext uri="{FF2B5EF4-FFF2-40B4-BE49-F238E27FC236}">
                      <a16:creationId xmlns:a16="http://schemas.microsoft.com/office/drawing/2014/main" id="{6CA946A6-A49E-B42A-FAE0-B5056196F57B}"/>
                    </a:ext>
                  </a:extLst>
                </p:cNvPr>
                <p:cNvSpPr/>
                <p:nvPr/>
              </p:nvSpPr>
              <p:spPr>
                <a:xfrm>
                  <a:off x="1669361" y="253234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4" name="Freeform: Shape 1413">
                  <a:extLst>
                    <a:ext uri="{FF2B5EF4-FFF2-40B4-BE49-F238E27FC236}">
                      <a16:creationId xmlns:a16="http://schemas.microsoft.com/office/drawing/2014/main" id="{1E2542B5-ADC0-F416-8F58-1A82B3A26978}"/>
                    </a:ext>
                  </a:extLst>
                </p:cNvPr>
                <p:cNvSpPr/>
                <p:nvPr/>
              </p:nvSpPr>
              <p:spPr>
                <a:xfrm>
                  <a:off x="2753608" y="299880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5" name="Freeform: Shape 1414">
                  <a:extLst>
                    <a:ext uri="{FF2B5EF4-FFF2-40B4-BE49-F238E27FC236}">
                      <a16:creationId xmlns:a16="http://schemas.microsoft.com/office/drawing/2014/main" id="{F7821109-22A5-CAE5-688C-217C71567B9C}"/>
                    </a:ext>
                  </a:extLst>
                </p:cNvPr>
                <p:cNvSpPr/>
                <p:nvPr/>
              </p:nvSpPr>
              <p:spPr>
                <a:xfrm>
                  <a:off x="2237409" y="522852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6" name="Freeform: Shape 1415">
                  <a:extLst>
                    <a:ext uri="{FF2B5EF4-FFF2-40B4-BE49-F238E27FC236}">
                      <a16:creationId xmlns:a16="http://schemas.microsoft.com/office/drawing/2014/main" id="{AC55FCED-7D7F-3E56-7918-4F9D91EA14AE}"/>
                    </a:ext>
                  </a:extLst>
                </p:cNvPr>
                <p:cNvSpPr/>
                <p:nvPr/>
              </p:nvSpPr>
              <p:spPr>
                <a:xfrm>
                  <a:off x="1910556" y="415640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7" name="Freeform: Shape 1416">
                  <a:extLst>
                    <a:ext uri="{FF2B5EF4-FFF2-40B4-BE49-F238E27FC236}">
                      <a16:creationId xmlns:a16="http://schemas.microsoft.com/office/drawing/2014/main" id="{D0B1C5E4-8015-A381-05E8-C575C1D6D49C}"/>
                    </a:ext>
                  </a:extLst>
                </p:cNvPr>
                <p:cNvSpPr/>
                <p:nvPr/>
              </p:nvSpPr>
              <p:spPr>
                <a:xfrm>
                  <a:off x="2519176" y="240779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8" name="Freeform: Shape 1417">
                  <a:extLst>
                    <a:ext uri="{FF2B5EF4-FFF2-40B4-BE49-F238E27FC236}">
                      <a16:creationId xmlns:a16="http://schemas.microsoft.com/office/drawing/2014/main" id="{D8FABDBF-2F29-9311-AE33-F09FA989371B}"/>
                    </a:ext>
                  </a:extLst>
                </p:cNvPr>
                <p:cNvSpPr/>
                <p:nvPr/>
              </p:nvSpPr>
              <p:spPr>
                <a:xfrm>
                  <a:off x="2755863" y="335292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9" name="Freeform: Shape 1418">
                  <a:extLst>
                    <a:ext uri="{FF2B5EF4-FFF2-40B4-BE49-F238E27FC236}">
                      <a16:creationId xmlns:a16="http://schemas.microsoft.com/office/drawing/2014/main" id="{D542FB5D-63C3-DEAD-1C4E-CC33D51DFDD1}"/>
                    </a:ext>
                  </a:extLst>
                </p:cNvPr>
                <p:cNvSpPr/>
                <p:nvPr/>
              </p:nvSpPr>
              <p:spPr>
                <a:xfrm>
                  <a:off x="2122446" y="3294311"/>
                  <a:ext cx="40575" cy="43957"/>
                </a:xfrm>
                <a:custGeom>
                  <a:avLst/>
                  <a:gdLst>
                    <a:gd name="connsiteX0" fmla="*/ 8573 w 17145"/>
                    <a:gd name="connsiteY0" fmla="*/ 0 h 17144"/>
                    <a:gd name="connsiteX1" fmla="*/ 17145 w 17145"/>
                    <a:gd name="connsiteY1" fmla="*/ 8572 h 17144"/>
                    <a:gd name="connsiteX2" fmla="*/ 8573 w 17145"/>
                    <a:gd name="connsiteY2" fmla="*/ 17145 h 17144"/>
                    <a:gd name="connsiteX3" fmla="*/ 0 w 17145"/>
                    <a:gd name="connsiteY3" fmla="*/ 8572 h 17144"/>
                    <a:gd name="connsiteX4" fmla="*/ 8573 w 17145"/>
                    <a:gd name="connsiteY4" fmla="*/ 0 h 1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4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2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2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0" name="Freeform: Shape 1419">
                  <a:extLst>
                    <a:ext uri="{FF2B5EF4-FFF2-40B4-BE49-F238E27FC236}">
                      <a16:creationId xmlns:a16="http://schemas.microsoft.com/office/drawing/2014/main" id="{CA698C3A-911B-A653-87CD-D0AFB9E23CEA}"/>
                    </a:ext>
                  </a:extLst>
                </p:cNvPr>
                <p:cNvSpPr/>
                <p:nvPr/>
              </p:nvSpPr>
              <p:spPr>
                <a:xfrm>
                  <a:off x="2223881" y="370215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1" name="Freeform: Shape 1420">
                  <a:extLst>
                    <a:ext uri="{FF2B5EF4-FFF2-40B4-BE49-F238E27FC236}">
                      <a16:creationId xmlns:a16="http://schemas.microsoft.com/office/drawing/2014/main" id="{20346414-E77B-B32C-6C10-6C92998C0A71}"/>
                    </a:ext>
                  </a:extLst>
                </p:cNvPr>
                <p:cNvSpPr/>
                <p:nvPr/>
              </p:nvSpPr>
              <p:spPr>
                <a:xfrm>
                  <a:off x="2361386" y="4234555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2" name="Freeform: Shape 1421">
                  <a:extLst>
                    <a:ext uri="{FF2B5EF4-FFF2-40B4-BE49-F238E27FC236}">
                      <a16:creationId xmlns:a16="http://schemas.microsoft.com/office/drawing/2014/main" id="{BDDB55D9-06D9-2447-CFCF-3F6D95DFECA9}"/>
                    </a:ext>
                  </a:extLst>
                </p:cNvPr>
                <p:cNvSpPr/>
                <p:nvPr/>
              </p:nvSpPr>
              <p:spPr>
                <a:xfrm>
                  <a:off x="2377166" y="2967057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2 h 24764"/>
                    <a:gd name="connsiteX1" fmla="*/ 12382 w 24764"/>
                    <a:gd name="connsiteY1" fmla="*/ 24765 h 24764"/>
                    <a:gd name="connsiteX2" fmla="*/ 0 w 24764"/>
                    <a:gd name="connsiteY2" fmla="*/ 12382 h 24764"/>
                    <a:gd name="connsiteX3" fmla="*/ 12382 w 24764"/>
                    <a:gd name="connsiteY3" fmla="*/ 0 h 24764"/>
                    <a:gd name="connsiteX4" fmla="*/ 24765 w 24764"/>
                    <a:gd name="connsiteY4" fmla="*/ 12382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2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2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3" name="Freeform: Shape 1422">
                  <a:extLst>
                    <a:ext uri="{FF2B5EF4-FFF2-40B4-BE49-F238E27FC236}">
                      <a16:creationId xmlns:a16="http://schemas.microsoft.com/office/drawing/2014/main" id="{6CF4B3F8-2506-AE91-3A1B-225C55A95751}"/>
                    </a:ext>
                  </a:extLst>
                </p:cNvPr>
                <p:cNvSpPr/>
                <p:nvPr/>
              </p:nvSpPr>
              <p:spPr>
                <a:xfrm>
                  <a:off x="1714446" y="252257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4" name="Freeform: Shape 1423">
                  <a:extLst>
                    <a:ext uri="{FF2B5EF4-FFF2-40B4-BE49-F238E27FC236}">
                      <a16:creationId xmlns:a16="http://schemas.microsoft.com/office/drawing/2014/main" id="{FE916197-8713-FF9A-77D3-FB9EC81A3C65}"/>
                    </a:ext>
                  </a:extLst>
                </p:cNvPr>
                <p:cNvSpPr/>
                <p:nvPr/>
              </p:nvSpPr>
              <p:spPr>
                <a:xfrm>
                  <a:off x="1811373" y="246396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5" name="Freeform: Shape 1424">
                  <a:extLst>
                    <a:ext uri="{FF2B5EF4-FFF2-40B4-BE49-F238E27FC236}">
                      <a16:creationId xmlns:a16="http://schemas.microsoft.com/office/drawing/2014/main" id="{989D0989-D836-03B4-526A-10B9D725D8AE}"/>
                    </a:ext>
                  </a:extLst>
                </p:cNvPr>
                <p:cNvSpPr/>
                <p:nvPr/>
              </p:nvSpPr>
              <p:spPr>
                <a:xfrm>
                  <a:off x="2210357" y="4339567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952" y="6668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6" name="Freeform: Shape 1425">
                  <a:extLst>
                    <a:ext uri="{FF2B5EF4-FFF2-40B4-BE49-F238E27FC236}">
                      <a16:creationId xmlns:a16="http://schemas.microsoft.com/office/drawing/2014/main" id="{874F7EC7-202B-FA64-F06F-E5B701D9C95E}"/>
                    </a:ext>
                  </a:extLst>
                </p:cNvPr>
                <p:cNvSpPr/>
                <p:nvPr/>
              </p:nvSpPr>
              <p:spPr>
                <a:xfrm>
                  <a:off x="1971419" y="510397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7" name="Freeform: Shape 1426">
                  <a:extLst>
                    <a:ext uri="{FF2B5EF4-FFF2-40B4-BE49-F238E27FC236}">
                      <a16:creationId xmlns:a16="http://schemas.microsoft.com/office/drawing/2014/main" id="{E81F5F8F-7BAC-1B0B-69CD-B6430F25859E}"/>
                    </a:ext>
                  </a:extLst>
                </p:cNvPr>
                <p:cNvSpPr/>
                <p:nvPr/>
              </p:nvSpPr>
              <p:spPr>
                <a:xfrm>
                  <a:off x="2072855" y="4469005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7 w 20954"/>
                    <a:gd name="connsiteY1" fmla="*/ 20955 h 20954"/>
                    <a:gd name="connsiteX2" fmla="*/ 0 w 20954"/>
                    <a:gd name="connsiteY2" fmla="*/ 10478 h 20954"/>
                    <a:gd name="connsiteX3" fmla="*/ 10477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7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7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8" name="Freeform: Shape 1427">
                  <a:extLst>
                    <a:ext uri="{FF2B5EF4-FFF2-40B4-BE49-F238E27FC236}">
                      <a16:creationId xmlns:a16="http://schemas.microsoft.com/office/drawing/2014/main" id="{C40B4D9B-0AC0-656B-76D5-0C25BDC454D4}"/>
                    </a:ext>
                  </a:extLst>
                </p:cNvPr>
                <p:cNvSpPr/>
                <p:nvPr/>
              </p:nvSpPr>
              <p:spPr>
                <a:xfrm>
                  <a:off x="1874490" y="4251649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9" name="Freeform: Shape 1428">
                  <a:extLst>
                    <a:ext uri="{FF2B5EF4-FFF2-40B4-BE49-F238E27FC236}">
                      <a16:creationId xmlns:a16="http://schemas.microsoft.com/office/drawing/2014/main" id="{C7167A58-F02A-6317-4ED8-CD19D377F402}"/>
                    </a:ext>
                  </a:extLst>
                </p:cNvPr>
                <p:cNvSpPr/>
                <p:nvPr/>
              </p:nvSpPr>
              <p:spPr>
                <a:xfrm>
                  <a:off x="1691905" y="196331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0" name="Freeform: Shape 1429">
                  <a:extLst>
                    <a:ext uri="{FF2B5EF4-FFF2-40B4-BE49-F238E27FC236}">
                      <a16:creationId xmlns:a16="http://schemas.microsoft.com/office/drawing/2014/main" id="{DDCC6ABA-4F89-7801-6FD1-D23C5F424BA8}"/>
                    </a:ext>
                  </a:extLst>
                </p:cNvPr>
                <p:cNvSpPr/>
                <p:nvPr/>
              </p:nvSpPr>
              <p:spPr>
                <a:xfrm>
                  <a:off x="1840679" y="5035593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1" name="Freeform: Shape 1430">
                  <a:extLst>
                    <a:ext uri="{FF2B5EF4-FFF2-40B4-BE49-F238E27FC236}">
                      <a16:creationId xmlns:a16="http://schemas.microsoft.com/office/drawing/2014/main" id="{9FC5C6E8-3B7C-1332-E431-68AD9387541F}"/>
                    </a:ext>
                  </a:extLst>
                </p:cNvPr>
                <p:cNvSpPr/>
                <p:nvPr/>
              </p:nvSpPr>
              <p:spPr>
                <a:xfrm>
                  <a:off x="1651328" y="394637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2" name="Freeform: Shape 1431">
                  <a:extLst>
                    <a:ext uri="{FF2B5EF4-FFF2-40B4-BE49-F238E27FC236}">
                      <a16:creationId xmlns:a16="http://schemas.microsoft.com/office/drawing/2014/main" id="{61EC02AE-A673-1E5E-685B-4A94ED987AA7}"/>
                    </a:ext>
                  </a:extLst>
                </p:cNvPr>
                <p:cNvSpPr/>
                <p:nvPr/>
              </p:nvSpPr>
              <p:spPr>
                <a:xfrm>
                  <a:off x="1960147" y="3506782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8" y="28575"/>
                        <a:pt x="0" y="21908"/>
                        <a:pt x="0" y="14288"/>
                      </a:cubicBezTo>
                      <a:cubicBezTo>
                        <a:pt x="0" y="6667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3" name="Freeform: Shape 1432">
                  <a:extLst>
                    <a:ext uri="{FF2B5EF4-FFF2-40B4-BE49-F238E27FC236}">
                      <a16:creationId xmlns:a16="http://schemas.microsoft.com/office/drawing/2014/main" id="{7C044C4E-0EB6-3CE1-722D-69B98FCAC895}"/>
                    </a:ext>
                  </a:extLst>
                </p:cNvPr>
                <p:cNvSpPr/>
                <p:nvPr/>
              </p:nvSpPr>
              <p:spPr>
                <a:xfrm>
                  <a:off x="2081871" y="1948666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4" name="Freeform: Shape 1433">
                  <a:extLst>
                    <a:ext uri="{FF2B5EF4-FFF2-40B4-BE49-F238E27FC236}">
                      <a16:creationId xmlns:a16="http://schemas.microsoft.com/office/drawing/2014/main" id="{77AA373A-CC8A-028B-BC6F-08EB01AEF88C}"/>
                    </a:ext>
                  </a:extLst>
                </p:cNvPr>
                <p:cNvSpPr/>
                <p:nvPr/>
              </p:nvSpPr>
              <p:spPr>
                <a:xfrm>
                  <a:off x="2169784" y="5480071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5" name="Freeform: Shape 1434">
                  <a:extLst>
                    <a:ext uri="{FF2B5EF4-FFF2-40B4-BE49-F238E27FC236}">
                      <a16:creationId xmlns:a16="http://schemas.microsoft.com/office/drawing/2014/main" id="{C6469DDE-33EB-48BB-AAC1-39B85734646E}"/>
                    </a:ext>
                  </a:extLst>
                </p:cNvPr>
                <p:cNvSpPr/>
                <p:nvPr/>
              </p:nvSpPr>
              <p:spPr>
                <a:xfrm>
                  <a:off x="2805454" y="258119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6" name="Freeform: Shape 1435">
                  <a:extLst>
                    <a:ext uri="{FF2B5EF4-FFF2-40B4-BE49-F238E27FC236}">
                      <a16:creationId xmlns:a16="http://schemas.microsoft.com/office/drawing/2014/main" id="{41B734FD-1C8F-6982-DEC6-F254FC6ECDC4}"/>
                    </a:ext>
                  </a:extLst>
                </p:cNvPr>
                <p:cNvSpPr/>
                <p:nvPr/>
              </p:nvSpPr>
              <p:spPr>
                <a:xfrm>
                  <a:off x="2359130" y="2866926"/>
                  <a:ext cx="58608" cy="63497"/>
                </a:xfrm>
                <a:custGeom>
                  <a:avLst/>
                  <a:gdLst>
                    <a:gd name="connsiteX0" fmla="*/ 12383 w 24765"/>
                    <a:gd name="connsiteY0" fmla="*/ 0 h 24765"/>
                    <a:gd name="connsiteX1" fmla="*/ 24765 w 24765"/>
                    <a:gd name="connsiteY1" fmla="*/ 12382 h 24765"/>
                    <a:gd name="connsiteX2" fmla="*/ 12383 w 24765"/>
                    <a:gd name="connsiteY2" fmla="*/ 24765 h 24765"/>
                    <a:gd name="connsiteX3" fmla="*/ 0 w 24765"/>
                    <a:gd name="connsiteY3" fmla="*/ 12382 h 24765"/>
                    <a:gd name="connsiteX4" fmla="*/ 12383 w 24765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7" name="Freeform: Shape 1436">
                  <a:extLst>
                    <a:ext uri="{FF2B5EF4-FFF2-40B4-BE49-F238E27FC236}">
                      <a16:creationId xmlns:a16="http://schemas.microsoft.com/office/drawing/2014/main" id="{8E957672-EB8D-8B91-CAA7-49154533299B}"/>
                    </a:ext>
                  </a:extLst>
                </p:cNvPr>
                <p:cNvSpPr/>
                <p:nvPr/>
              </p:nvSpPr>
              <p:spPr>
                <a:xfrm>
                  <a:off x="2192326" y="3338270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8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6668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8" name="Freeform: Shape 1437">
                  <a:extLst>
                    <a:ext uri="{FF2B5EF4-FFF2-40B4-BE49-F238E27FC236}">
                      <a16:creationId xmlns:a16="http://schemas.microsoft.com/office/drawing/2014/main" id="{3A8F1C9E-1267-78ED-8031-5C2DFFB40B79}"/>
                    </a:ext>
                  </a:extLst>
                </p:cNvPr>
                <p:cNvSpPr/>
                <p:nvPr/>
              </p:nvSpPr>
              <p:spPr>
                <a:xfrm>
                  <a:off x="2199087" y="414175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9" name="Freeform: Shape 1438">
                  <a:extLst>
                    <a:ext uri="{FF2B5EF4-FFF2-40B4-BE49-F238E27FC236}">
                      <a16:creationId xmlns:a16="http://schemas.microsoft.com/office/drawing/2014/main" id="{4271EC17-60B6-AC5A-0322-0ADDAF77B832}"/>
                    </a:ext>
                  </a:extLst>
                </p:cNvPr>
                <p:cNvSpPr/>
                <p:nvPr/>
              </p:nvSpPr>
              <p:spPr>
                <a:xfrm>
                  <a:off x="2277981" y="236627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0" name="Freeform: Shape 1439">
                  <a:extLst>
                    <a:ext uri="{FF2B5EF4-FFF2-40B4-BE49-F238E27FC236}">
                      <a16:creationId xmlns:a16="http://schemas.microsoft.com/office/drawing/2014/main" id="{03DFAD49-0211-85E4-F6F6-C0CBE5131866}"/>
                    </a:ext>
                  </a:extLst>
                </p:cNvPr>
                <p:cNvSpPr/>
                <p:nvPr/>
              </p:nvSpPr>
              <p:spPr>
                <a:xfrm>
                  <a:off x="2228392" y="337246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1" name="Freeform: Shape 1440">
                  <a:extLst>
                    <a:ext uri="{FF2B5EF4-FFF2-40B4-BE49-F238E27FC236}">
                      <a16:creationId xmlns:a16="http://schemas.microsoft.com/office/drawing/2014/main" id="{0A7AB2D5-EE11-57E1-1CE9-790674612A71}"/>
                    </a:ext>
                  </a:extLst>
                </p:cNvPr>
                <p:cNvSpPr/>
                <p:nvPr/>
              </p:nvSpPr>
              <p:spPr>
                <a:xfrm>
                  <a:off x="2095396" y="379007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2" name="Freeform: Shape 1441">
                  <a:extLst>
                    <a:ext uri="{FF2B5EF4-FFF2-40B4-BE49-F238E27FC236}">
                      <a16:creationId xmlns:a16="http://schemas.microsoft.com/office/drawing/2014/main" id="{A287CD52-7CF4-89B6-B966-6F5173DC07C5}"/>
                    </a:ext>
                  </a:extLst>
                </p:cNvPr>
                <p:cNvSpPr/>
                <p:nvPr/>
              </p:nvSpPr>
              <p:spPr>
                <a:xfrm>
                  <a:off x="1822645" y="233697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3" name="Freeform: Shape 1442">
                  <a:extLst>
                    <a:ext uri="{FF2B5EF4-FFF2-40B4-BE49-F238E27FC236}">
                      <a16:creationId xmlns:a16="http://schemas.microsoft.com/office/drawing/2014/main" id="{A0642E1B-594E-2601-25D7-2A22762BED34}"/>
                    </a:ext>
                  </a:extLst>
                </p:cNvPr>
                <p:cNvSpPr/>
                <p:nvPr/>
              </p:nvSpPr>
              <p:spPr>
                <a:xfrm>
                  <a:off x="2106668" y="5565546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4" name="Freeform: Shape 1443">
                  <a:extLst>
                    <a:ext uri="{FF2B5EF4-FFF2-40B4-BE49-F238E27FC236}">
                      <a16:creationId xmlns:a16="http://schemas.microsoft.com/office/drawing/2014/main" id="{E3F15766-63C9-14E3-AC24-94C00C7633AB}"/>
                    </a:ext>
                  </a:extLst>
                </p:cNvPr>
                <p:cNvSpPr/>
                <p:nvPr/>
              </p:nvSpPr>
              <p:spPr>
                <a:xfrm>
                  <a:off x="2422249" y="201948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5" name="Freeform: Shape 1444">
                  <a:extLst>
                    <a:ext uri="{FF2B5EF4-FFF2-40B4-BE49-F238E27FC236}">
                      <a16:creationId xmlns:a16="http://schemas.microsoft.com/office/drawing/2014/main" id="{B00DAB49-56B6-2ED6-5619-311E382A92A4}"/>
                    </a:ext>
                  </a:extLst>
                </p:cNvPr>
                <p:cNvSpPr/>
                <p:nvPr/>
              </p:nvSpPr>
              <p:spPr>
                <a:xfrm>
                  <a:off x="2476349" y="368750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6" name="Freeform: Shape 1445">
                  <a:extLst>
                    <a:ext uri="{FF2B5EF4-FFF2-40B4-BE49-F238E27FC236}">
                      <a16:creationId xmlns:a16="http://schemas.microsoft.com/office/drawing/2014/main" id="{37801B29-44A9-F7D9-D6DA-6723804D5E1E}"/>
                    </a:ext>
                  </a:extLst>
                </p:cNvPr>
                <p:cNvSpPr/>
                <p:nvPr/>
              </p:nvSpPr>
              <p:spPr>
                <a:xfrm>
                  <a:off x="2014247" y="404650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7" name="Freeform: Shape 1446">
                  <a:extLst>
                    <a:ext uri="{FF2B5EF4-FFF2-40B4-BE49-F238E27FC236}">
                      <a16:creationId xmlns:a16="http://schemas.microsoft.com/office/drawing/2014/main" id="{07730152-0DC4-3804-7738-08BD4D6D2633}"/>
                    </a:ext>
                  </a:extLst>
                </p:cNvPr>
                <p:cNvSpPr/>
                <p:nvPr/>
              </p:nvSpPr>
              <p:spPr>
                <a:xfrm>
                  <a:off x="1955639" y="229545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8" name="Freeform: Shape 1447">
                  <a:extLst>
                    <a:ext uri="{FF2B5EF4-FFF2-40B4-BE49-F238E27FC236}">
                      <a16:creationId xmlns:a16="http://schemas.microsoft.com/office/drawing/2014/main" id="{49B8862D-14A3-B380-91AB-B79805D34781}"/>
                    </a:ext>
                  </a:extLst>
                </p:cNvPr>
                <p:cNvSpPr/>
                <p:nvPr/>
              </p:nvSpPr>
              <p:spPr>
                <a:xfrm>
                  <a:off x="1633297" y="240535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9" name="Freeform: Shape 1448">
                  <a:extLst>
                    <a:ext uri="{FF2B5EF4-FFF2-40B4-BE49-F238E27FC236}">
                      <a16:creationId xmlns:a16="http://schemas.microsoft.com/office/drawing/2014/main" id="{37CC3E28-3E7A-BAF0-ECCB-EB41FD6F98BF}"/>
                    </a:ext>
                  </a:extLst>
                </p:cNvPr>
                <p:cNvSpPr/>
                <p:nvPr/>
              </p:nvSpPr>
              <p:spPr>
                <a:xfrm>
                  <a:off x="2070602" y="394393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0" name="Freeform: Shape 1449">
                  <a:extLst>
                    <a:ext uri="{FF2B5EF4-FFF2-40B4-BE49-F238E27FC236}">
                      <a16:creationId xmlns:a16="http://schemas.microsoft.com/office/drawing/2014/main" id="{9BCBAC00-6C12-7B9D-38D5-7D23E73AA4F1}"/>
                    </a:ext>
                  </a:extLst>
                </p:cNvPr>
                <p:cNvSpPr/>
                <p:nvPr/>
              </p:nvSpPr>
              <p:spPr>
                <a:xfrm>
                  <a:off x="2255440" y="4288283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1" name="Freeform: Shape 1450">
                  <a:extLst>
                    <a:ext uri="{FF2B5EF4-FFF2-40B4-BE49-F238E27FC236}">
                      <a16:creationId xmlns:a16="http://schemas.microsoft.com/office/drawing/2014/main" id="{F838A785-F1F2-6823-AF43-8F23274D9EFC}"/>
                    </a:ext>
                  </a:extLst>
                </p:cNvPr>
                <p:cNvSpPr/>
                <p:nvPr/>
              </p:nvSpPr>
              <p:spPr>
                <a:xfrm>
                  <a:off x="2604834" y="4197921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4763"/>
                        <a:pt x="4763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2" name="Freeform: Shape 1451">
                  <a:extLst>
                    <a:ext uri="{FF2B5EF4-FFF2-40B4-BE49-F238E27FC236}">
                      <a16:creationId xmlns:a16="http://schemas.microsoft.com/office/drawing/2014/main" id="{E7664421-7836-8E59-791B-033921AA3FDE}"/>
                    </a:ext>
                  </a:extLst>
                </p:cNvPr>
                <p:cNvSpPr/>
                <p:nvPr/>
              </p:nvSpPr>
              <p:spPr>
                <a:xfrm>
                  <a:off x="1791087" y="428583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3" name="Freeform: Shape 1452">
                  <a:extLst>
                    <a:ext uri="{FF2B5EF4-FFF2-40B4-BE49-F238E27FC236}">
                      <a16:creationId xmlns:a16="http://schemas.microsoft.com/office/drawing/2014/main" id="{E8BD48B5-7D8F-B8FA-4975-F469E5E501CF}"/>
                    </a:ext>
                  </a:extLst>
                </p:cNvPr>
                <p:cNvSpPr/>
                <p:nvPr/>
              </p:nvSpPr>
              <p:spPr>
                <a:xfrm>
                  <a:off x="2699508" y="325523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4" name="Freeform: Shape 1453">
                  <a:extLst>
                    <a:ext uri="{FF2B5EF4-FFF2-40B4-BE49-F238E27FC236}">
                      <a16:creationId xmlns:a16="http://schemas.microsoft.com/office/drawing/2014/main" id="{52E2E9C4-E180-38C2-2E22-B33FDDA7A031}"/>
                    </a:ext>
                  </a:extLst>
                </p:cNvPr>
                <p:cNvSpPr/>
                <p:nvPr/>
              </p:nvSpPr>
              <p:spPr>
                <a:xfrm>
                  <a:off x="1860965" y="420768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5" name="Freeform: Shape 1454">
                  <a:extLst>
                    <a:ext uri="{FF2B5EF4-FFF2-40B4-BE49-F238E27FC236}">
                      <a16:creationId xmlns:a16="http://schemas.microsoft.com/office/drawing/2014/main" id="{3AA5337A-8762-BBDE-D057-1CED05FA7487}"/>
                    </a:ext>
                  </a:extLst>
                </p:cNvPr>
                <p:cNvSpPr/>
                <p:nvPr/>
              </p:nvSpPr>
              <p:spPr>
                <a:xfrm>
                  <a:off x="2307286" y="2278360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6" name="Freeform: Shape 1455">
                  <a:extLst>
                    <a:ext uri="{FF2B5EF4-FFF2-40B4-BE49-F238E27FC236}">
                      <a16:creationId xmlns:a16="http://schemas.microsoft.com/office/drawing/2014/main" id="{1C8A1C8A-EAB6-E6CC-14D5-A9D240D8ACD0}"/>
                    </a:ext>
                  </a:extLst>
                </p:cNvPr>
                <p:cNvSpPr/>
                <p:nvPr/>
              </p:nvSpPr>
              <p:spPr>
                <a:xfrm>
                  <a:off x="2861807" y="265934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7" name="Freeform: Shape 1456">
                  <a:extLst>
                    <a:ext uri="{FF2B5EF4-FFF2-40B4-BE49-F238E27FC236}">
                      <a16:creationId xmlns:a16="http://schemas.microsoft.com/office/drawing/2014/main" id="{82F8060D-7E4A-C21D-71DD-0F47272C6228}"/>
                    </a:ext>
                  </a:extLst>
                </p:cNvPr>
                <p:cNvSpPr/>
                <p:nvPr/>
              </p:nvSpPr>
              <p:spPr>
                <a:xfrm>
                  <a:off x="1856456" y="535307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8" name="Freeform: Shape 1457">
                  <a:extLst>
                    <a:ext uri="{FF2B5EF4-FFF2-40B4-BE49-F238E27FC236}">
                      <a16:creationId xmlns:a16="http://schemas.microsoft.com/office/drawing/2014/main" id="{88D739C0-89D8-9701-0FB0-60697A8405E5}"/>
                    </a:ext>
                  </a:extLst>
                </p:cNvPr>
                <p:cNvSpPr/>
                <p:nvPr/>
              </p:nvSpPr>
              <p:spPr>
                <a:xfrm>
                  <a:off x="2343353" y="1958435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9" name="Freeform: Shape 1458">
                  <a:extLst>
                    <a:ext uri="{FF2B5EF4-FFF2-40B4-BE49-F238E27FC236}">
                      <a16:creationId xmlns:a16="http://schemas.microsoft.com/office/drawing/2014/main" id="{D44B741F-9EDD-5117-AFF8-885D359E8A53}"/>
                    </a:ext>
                  </a:extLst>
                </p:cNvPr>
                <p:cNvSpPr/>
                <p:nvPr/>
              </p:nvSpPr>
              <p:spPr>
                <a:xfrm>
                  <a:off x="1606245" y="251525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0" name="Freeform: Shape 1459">
                  <a:extLst>
                    <a:ext uri="{FF2B5EF4-FFF2-40B4-BE49-F238E27FC236}">
                      <a16:creationId xmlns:a16="http://schemas.microsoft.com/office/drawing/2014/main" id="{0DA9FD4B-17B5-FB91-E821-F0DBA7A087FB}"/>
                    </a:ext>
                  </a:extLst>
                </p:cNvPr>
                <p:cNvSpPr/>
                <p:nvPr/>
              </p:nvSpPr>
              <p:spPr>
                <a:xfrm>
                  <a:off x="2210357" y="398789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1" name="Freeform: Shape 1460">
                  <a:extLst>
                    <a:ext uri="{FF2B5EF4-FFF2-40B4-BE49-F238E27FC236}">
                      <a16:creationId xmlns:a16="http://schemas.microsoft.com/office/drawing/2014/main" id="{3FBEFF5D-F2BF-D82C-C398-C4D2018B9678}"/>
                    </a:ext>
                  </a:extLst>
                </p:cNvPr>
                <p:cNvSpPr/>
                <p:nvPr/>
              </p:nvSpPr>
              <p:spPr>
                <a:xfrm>
                  <a:off x="1957894" y="223196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2" name="Freeform: Shape 1461">
                  <a:extLst>
                    <a:ext uri="{FF2B5EF4-FFF2-40B4-BE49-F238E27FC236}">
                      <a16:creationId xmlns:a16="http://schemas.microsoft.com/office/drawing/2014/main" id="{DC651499-FF8A-5A1A-F489-2AFB5CF01574}"/>
                    </a:ext>
                  </a:extLst>
                </p:cNvPr>
                <p:cNvSpPr/>
                <p:nvPr/>
              </p:nvSpPr>
              <p:spPr>
                <a:xfrm>
                  <a:off x="2372658" y="3294311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3" name="Freeform: Shape 1462">
                  <a:extLst>
                    <a:ext uri="{FF2B5EF4-FFF2-40B4-BE49-F238E27FC236}">
                      <a16:creationId xmlns:a16="http://schemas.microsoft.com/office/drawing/2014/main" id="{2594714A-1E13-C229-3ACB-CE87C819AABC}"/>
                    </a:ext>
                  </a:extLst>
                </p:cNvPr>
                <p:cNvSpPr/>
                <p:nvPr/>
              </p:nvSpPr>
              <p:spPr>
                <a:xfrm>
                  <a:off x="2059330" y="405627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4" name="Freeform: Shape 1463">
                  <a:extLst>
                    <a:ext uri="{FF2B5EF4-FFF2-40B4-BE49-F238E27FC236}">
                      <a16:creationId xmlns:a16="http://schemas.microsoft.com/office/drawing/2014/main" id="{FED48317-FF74-EC29-1F65-E8C5B42D8B08}"/>
                    </a:ext>
                  </a:extLst>
                </p:cNvPr>
                <p:cNvSpPr/>
                <p:nvPr/>
              </p:nvSpPr>
              <p:spPr>
                <a:xfrm>
                  <a:off x="2183309" y="526515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5" name="Freeform: Shape 1464">
                  <a:extLst>
                    <a:ext uri="{FF2B5EF4-FFF2-40B4-BE49-F238E27FC236}">
                      <a16:creationId xmlns:a16="http://schemas.microsoft.com/office/drawing/2014/main" id="{422D319F-7544-044C-E6D3-81C101DCE5E8}"/>
                    </a:ext>
                  </a:extLst>
                </p:cNvPr>
                <p:cNvSpPr/>
                <p:nvPr/>
              </p:nvSpPr>
              <p:spPr>
                <a:xfrm>
                  <a:off x="2352154" y="3106261"/>
                  <a:ext cx="63329" cy="68381"/>
                </a:xfrm>
                <a:custGeom>
                  <a:avLst/>
                  <a:gdLst>
                    <a:gd name="connsiteX0" fmla="*/ 13426 w 26760"/>
                    <a:gd name="connsiteY0" fmla="*/ 0 h 26670"/>
                    <a:gd name="connsiteX1" fmla="*/ 26761 w 26760"/>
                    <a:gd name="connsiteY1" fmla="*/ 13335 h 26670"/>
                    <a:gd name="connsiteX2" fmla="*/ 13426 w 26760"/>
                    <a:gd name="connsiteY2" fmla="*/ 26670 h 26670"/>
                    <a:gd name="connsiteX3" fmla="*/ 91 w 26760"/>
                    <a:gd name="connsiteY3" fmla="*/ 13335 h 26670"/>
                    <a:gd name="connsiteX4" fmla="*/ 13426 w 2676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760" h="26670">
                      <a:moveTo>
                        <a:pt x="13426" y="0"/>
                      </a:moveTo>
                      <a:cubicBezTo>
                        <a:pt x="21046" y="0"/>
                        <a:pt x="26761" y="5715"/>
                        <a:pt x="26761" y="13335"/>
                      </a:cubicBezTo>
                      <a:cubicBezTo>
                        <a:pt x="26761" y="20955"/>
                        <a:pt x="21046" y="26670"/>
                        <a:pt x="13426" y="26670"/>
                      </a:cubicBezTo>
                      <a:cubicBezTo>
                        <a:pt x="5806" y="26670"/>
                        <a:pt x="91" y="20955"/>
                        <a:pt x="91" y="13335"/>
                      </a:cubicBezTo>
                      <a:cubicBezTo>
                        <a:pt x="-861" y="5715"/>
                        <a:pt x="5806" y="0"/>
                        <a:pt x="1342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6" name="Freeform: Shape 1465">
                  <a:extLst>
                    <a:ext uri="{FF2B5EF4-FFF2-40B4-BE49-F238E27FC236}">
                      <a16:creationId xmlns:a16="http://schemas.microsoft.com/office/drawing/2014/main" id="{D9DF2881-85E3-AB67-4559-647F0AFF7962}"/>
                    </a:ext>
                  </a:extLst>
                </p:cNvPr>
                <p:cNvSpPr/>
                <p:nvPr/>
              </p:nvSpPr>
              <p:spPr>
                <a:xfrm>
                  <a:off x="1827151" y="238581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7" name="Freeform: Shape 1466">
                  <a:extLst>
                    <a:ext uri="{FF2B5EF4-FFF2-40B4-BE49-F238E27FC236}">
                      <a16:creationId xmlns:a16="http://schemas.microsoft.com/office/drawing/2014/main" id="{E69804FD-1AAB-215D-E182-61D880C77AA3}"/>
                    </a:ext>
                  </a:extLst>
                </p:cNvPr>
                <p:cNvSpPr/>
                <p:nvPr/>
              </p:nvSpPr>
              <p:spPr>
                <a:xfrm>
                  <a:off x="2106668" y="411977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8" name="Freeform: Shape 1467">
                  <a:extLst>
                    <a:ext uri="{FF2B5EF4-FFF2-40B4-BE49-F238E27FC236}">
                      <a16:creationId xmlns:a16="http://schemas.microsoft.com/office/drawing/2014/main" id="{375054E6-AE83-F3D3-F243-8DB7543605C0}"/>
                    </a:ext>
                  </a:extLst>
                </p:cNvPr>
                <p:cNvSpPr/>
                <p:nvPr/>
              </p:nvSpPr>
              <p:spPr>
                <a:xfrm>
                  <a:off x="1700921" y="423699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9" name="Freeform: Shape 1468">
                  <a:extLst>
                    <a:ext uri="{FF2B5EF4-FFF2-40B4-BE49-F238E27FC236}">
                      <a16:creationId xmlns:a16="http://schemas.microsoft.com/office/drawing/2014/main" id="{AF8B44D9-233A-7ADA-6882-E7E32A6C9F75}"/>
                    </a:ext>
                  </a:extLst>
                </p:cNvPr>
                <p:cNvSpPr/>
                <p:nvPr/>
              </p:nvSpPr>
              <p:spPr>
                <a:xfrm>
                  <a:off x="1842932" y="386822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0" name="Freeform: Shape 1469">
                  <a:extLst>
                    <a:ext uri="{FF2B5EF4-FFF2-40B4-BE49-F238E27FC236}">
                      <a16:creationId xmlns:a16="http://schemas.microsoft.com/office/drawing/2014/main" id="{9C7E97B1-C89F-5830-1A55-AAF99DDFC117}"/>
                    </a:ext>
                  </a:extLst>
                </p:cNvPr>
                <p:cNvSpPr/>
                <p:nvPr/>
              </p:nvSpPr>
              <p:spPr>
                <a:xfrm>
                  <a:off x="2706272" y="250060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1" name="Freeform: Shape 1470">
                  <a:extLst>
                    <a:ext uri="{FF2B5EF4-FFF2-40B4-BE49-F238E27FC236}">
                      <a16:creationId xmlns:a16="http://schemas.microsoft.com/office/drawing/2014/main" id="{E97A10A2-43BD-6525-F54B-943A3DAED071}"/>
                    </a:ext>
                  </a:extLst>
                </p:cNvPr>
                <p:cNvSpPr/>
                <p:nvPr/>
              </p:nvSpPr>
              <p:spPr>
                <a:xfrm>
                  <a:off x="2740083" y="2141597"/>
                  <a:ext cx="67624" cy="73263"/>
                </a:xfrm>
                <a:custGeom>
                  <a:avLst/>
                  <a:gdLst>
                    <a:gd name="connsiteX0" fmla="*/ 14288 w 28575"/>
                    <a:gd name="connsiteY0" fmla="*/ 0 h 28574"/>
                    <a:gd name="connsiteX1" fmla="*/ 28575 w 28575"/>
                    <a:gd name="connsiteY1" fmla="*/ 14287 h 28574"/>
                    <a:gd name="connsiteX2" fmla="*/ 14288 w 28575"/>
                    <a:gd name="connsiteY2" fmla="*/ 28575 h 28574"/>
                    <a:gd name="connsiteX3" fmla="*/ 0 w 28575"/>
                    <a:gd name="connsiteY3" fmla="*/ 14287 h 28574"/>
                    <a:gd name="connsiteX4" fmla="*/ 14288 w 28575"/>
                    <a:gd name="connsiteY4" fmla="*/ 0 h 28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4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7"/>
                      </a:cubicBezTo>
                      <a:cubicBezTo>
                        <a:pt x="28575" y="21908"/>
                        <a:pt x="21908" y="28575"/>
                        <a:pt x="14288" y="28575"/>
                      </a:cubicBezTo>
                      <a:cubicBezTo>
                        <a:pt x="6668" y="28575"/>
                        <a:pt x="0" y="21908"/>
                        <a:pt x="0" y="14287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2" name="Freeform: Shape 1471">
                  <a:extLst>
                    <a:ext uri="{FF2B5EF4-FFF2-40B4-BE49-F238E27FC236}">
                      <a16:creationId xmlns:a16="http://schemas.microsoft.com/office/drawing/2014/main" id="{F6E431E2-3268-2199-501F-CDB6FD451F29}"/>
                    </a:ext>
                  </a:extLst>
                </p:cNvPr>
                <p:cNvSpPr/>
                <p:nvPr/>
              </p:nvSpPr>
              <p:spPr>
                <a:xfrm>
                  <a:off x="2144987" y="399766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3" name="Freeform: Shape 1472">
                  <a:extLst>
                    <a:ext uri="{FF2B5EF4-FFF2-40B4-BE49-F238E27FC236}">
                      <a16:creationId xmlns:a16="http://schemas.microsoft.com/office/drawing/2014/main" id="{245AEA69-60E9-0A43-564B-D56DE4C07145}"/>
                    </a:ext>
                  </a:extLst>
                </p:cNvPr>
                <p:cNvSpPr/>
                <p:nvPr/>
              </p:nvSpPr>
              <p:spPr>
                <a:xfrm>
                  <a:off x="1696413" y="501605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4" name="Freeform: Shape 1473">
                  <a:extLst>
                    <a:ext uri="{FF2B5EF4-FFF2-40B4-BE49-F238E27FC236}">
                      <a16:creationId xmlns:a16="http://schemas.microsoft.com/office/drawing/2014/main" id="{862C0B44-593B-9AB0-83F8-B755149C13E2}"/>
                    </a:ext>
                  </a:extLst>
                </p:cNvPr>
                <p:cNvSpPr/>
                <p:nvPr/>
              </p:nvSpPr>
              <p:spPr>
                <a:xfrm>
                  <a:off x="1642313" y="2178229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5" name="Freeform: Shape 1474">
                  <a:extLst>
                    <a:ext uri="{FF2B5EF4-FFF2-40B4-BE49-F238E27FC236}">
                      <a16:creationId xmlns:a16="http://schemas.microsoft.com/office/drawing/2014/main" id="{69A7959B-33DF-2213-5A44-DBBDC851A036}"/>
                    </a:ext>
                  </a:extLst>
                </p:cNvPr>
                <p:cNvSpPr/>
                <p:nvPr/>
              </p:nvSpPr>
              <p:spPr>
                <a:xfrm>
                  <a:off x="1590467" y="199995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6" name="Freeform: Shape 1475">
                  <a:extLst>
                    <a:ext uri="{FF2B5EF4-FFF2-40B4-BE49-F238E27FC236}">
                      <a16:creationId xmlns:a16="http://schemas.microsoft.com/office/drawing/2014/main" id="{D23952A0-0D8D-4671-A87F-142005EBE220}"/>
                    </a:ext>
                  </a:extLst>
                </p:cNvPr>
                <p:cNvSpPr/>
                <p:nvPr/>
              </p:nvSpPr>
              <p:spPr>
                <a:xfrm>
                  <a:off x="2293761" y="240779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7" name="Freeform: Shape 1476">
                  <a:extLst>
                    <a:ext uri="{FF2B5EF4-FFF2-40B4-BE49-F238E27FC236}">
                      <a16:creationId xmlns:a16="http://schemas.microsoft.com/office/drawing/2014/main" id="{BEB6FDEA-ABB0-BC2A-5D82-D1810B7F73E4}"/>
                    </a:ext>
                  </a:extLst>
                </p:cNvPr>
                <p:cNvSpPr/>
                <p:nvPr/>
              </p:nvSpPr>
              <p:spPr>
                <a:xfrm>
                  <a:off x="2769388" y="2082985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8" name="Freeform: Shape 1477">
                  <a:extLst>
                    <a:ext uri="{FF2B5EF4-FFF2-40B4-BE49-F238E27FC236}">
                      <a16:creationId xmlns:a16="http://schemas.microsoft.com/office/drawing/2014/main" id="{55E8BC22-09F7-6565-C5F2-85B31F1843A5}"/>
                    </a:ext>
                  </a:extLst>
                </p:cNvPr>
                <p:cNvSpPr/>
                <p:nvPr/>
              </p:nvSpPr>
              <p:spPr>
                <a:xfrm>
                  <a:off x="2821232" y="2268591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9" name="Freeform: Shape 1478">
                  <a:extLst>
                    <a:ext uri="{FF2B5EF4-FFF2-40B4-BE49-F238E27FC236}">
                      <a16:creationId xmlns:a16="http://schemas.microsoft.com/office/drawing/2014/main" id="{BA242A01-2067-FF9A-527D-C82837789E03}"/>
                    </a:ext>
                  </a:extLst>
                </p:cNvPr>
                <p:cNvSpPr/>
                <p:nvPr/>
              </p:nvSpPr>
              <p:spPr>
                <a:xfrm>
                  <a:off x="1928589" y="550204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0" name="Freeform: Shape 1479">
                  <a:extLst>
                    <a:ext uri="{FF2B5EF4-FFF2-40B4-BE49-F238E27FC236}">
                      <a16:creationId xmlns:a16="http://schemas.microsoft.com/office/drawing/2014/main" id="{3FB89997-19C1-4965-362D-DAC81F4EDAFD}"/>
                    </a:ext>
                  </a:extLst>
                </p:cNvPr>
                <p:cNvSpPr/>
                <p:nvPr/>
              </p:nvSpPr>
              <p:spPr>
                <a:xfrm>
                  <a:off x="1903795" y="428828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1" name="Freeform: Shape 1480">
                  <a:extLst>
                    <a:ext uri="{FF2B5EF4-FFF2-40B4-BE49-F238E27FC236}">
                      <a16:creationId xmlns:a16="http://schemas.microsoft.com/office/drawing/2014/main" id="{00C74902-71FC-B2A4-F8E2-6C18F70531C2}"/>
                    </a:ext>
                  </a:extLst>
                </p:cNvPr>
                <p:cNvSpPr/>
                <p:nvPr/>
              </p:nvSpPr>
              <p:spPr>
                <a:xfrm>
                  <a:off x="2904637" y="3465264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6667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2" name="Freeform: Shape 1481">
                  <a:extLst>
                    <a:ext uri="{FF2B5EF4-FFF2-40B4-BE49-F238E27FC236}">
                      <a16:creationId xmlns:a16="http://schemas.microsoft.com/office/drawing/2014/main" id="{42F23EF1-13A5-B5A8-6A27-1AE2BBF13BA9}"/>
                    </a:ext>
                  </a:extLst>
                </p:cNvPr>
                <p:cNvSpPr/>
                <p:nvPr/>
              </p:nvSpPr>
              <p:spPr>
                <a:xfrm>
                  <a:off x="2404213" y="1802134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7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3" name="Freeform: Shape 1482">
                  <a:extLst>
                    <a:ext uri="{FF2B5EF4-FFF2-40B4-BE49-F238E27FC236}">
                      <a16:creationId xmlns:a16="http://schemas.microsoft.com/office/drawing/2014/main" id="{089E59C7-D05A-E5F4-CCF2-5462B5AE9525}"/>
                    </a:ext>
                  </a:extLst>
                </p:cNvPr>
                <p:cNvSpPr/>
                <p:nvPr/>
              </p:nvSpPr>
              <p:spPr>
                <a:xfrm>
                  <a:off x="2541718" y="2703301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4" name="Freeform: Shape 1483">
                  <a:extLst>
                    <a:ext uri="{FF2B5EF4-FFF2-40B4-BE49-F238E27FC236}">
                      <a16:creationId xmlns:a16="http://schemas.microsoft.com/office/drawing/2014/main" id="{2B912644-34ED-774F-FFC2-CCEE849068F3}"/>
                    </a:ext>
                  </a:extLst>
                </p:cNvPr>
                <p:cNvSpPr/>
                <p:nvPr/>
              </p:nvSpPr>
              <p:spPr>
                <a:xfrm>
                  <a:off x="1840679" y="5399477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5" name="Freeform: Shape 1484">
                  <a:extLst>
                    <a:ext uri="{FF2B5EF4-FFF2-40B4-BE49-F238E27FC236}">
                      <a16:creationId xmlns:a16="http://schemas.microsoft.com/office/drawing/2014/main" id="{1C9406EC-E87D-2E88-AE7F-656D21257DD0}"/>
                    </a:ext>
                  </a:extLst>
                </p:cNvPr>
                <p:cNvSpPr/>
                <p:nvPr/>
              </p:nvSpPr>
              <p:spPr>
                <a:xfrm>
                  <a:off x="1770799" y="441527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6" name="Freeform: Shape 1485">
                  <a:extLst>
                    <a:ext uri="{FF2B5EF4-FFF2-40B4-BE49-F238E27FC236}">
                      <a16:creationId xmlns:a16="http://schemas.microsoft.com/office/drawing/2014/main" id="{0993CE8C-C604-E887-214A-753EA833F3DD}"/>
                    </a:ext>
                  </a:extLst>
                </p:cNvPr>
                <p:cNvSpPr/>
                <p:nvPr/>
              </p:nvSpPr>
              <p:spPr>
                <a:xfrm>
                  <a:off x="2469585" y="230522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7" name="Freeform: Shape 1486">
                  <a:extLst>
                    <a:ext uri="{FF2B5EF4-FFF2-40B4-BE49-F238E27FC236}">
                      <a16:creationId xmlns:a16="http://schemas.microsoft.com/office/drawing/2014/main" id="{566A7C4A-B700-6EBA-5A78-63945B1DB723}"/>
                    </a:ext>
                  </a:extLst>
                </p:cNvPr>
                <p:cNvSpPr/>
                <p:nvPr/>
              </p:nvSpPr>
              <p:spPr>
                <a:xfrm>
                  <a:off x="2027772" y="206344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8" name="Freeform: Shape 1487">
                  <a:extLst>
                    <a:ext uri="{FF2B5EF4-FFF2-40B4-BE49-F238E27FC236}">
                      <a16:creationId xmlns:a16="http://schemas.microsoft.com/office/drawing/2014/main" id="{FE7ACF22-924D-1244-B045-C3D5F5027970}"/>
                    </a:ext>
                  </a:extLst>
                </p:cNvPr>
                <p:cNvSpPr/>
                <p:nvPr/>
              </p:nvSpPr>
              <p:spPr>
                <a:xfrm>
                  <a:off x="2634139" y="332605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9" name="Freeform: Shape 1488">
                  <a:extLst>
                    <a:ext uri="{FF2B5EF4-FFF2-40B4-BE49-F238E27FC236}">
                      <a16:creationId xmlns:a16="http://schemas.microsoft.com/office/drawing/2014/main" id="{A54E195B-DC43-982F-DFEC-1729511C8A4C}"/>
                    </a:ext>
                  </a:extLst>
                </p:cNvPr>
                <p:cNvSpPr/>
                <p:nvPr/>
              </p:nvSpPr>
              <p:spPr>
                <a:xfrm>
                  <a:off x="2460568" y="2595845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0" name="Freeform: Shape 1489">
                  <a:extLst>
                    <a:ext uri="{FF2B5EF4-FFF2-40B4-BE49-F238E27FC236}">
                      <a16:creationId xmlns:a16="http://schemas.microsoft.com/office/drawing/2014/main" id="{853C5DCB-3461-DEF2-8F84-81923A34AF16}"/>
                    </a:ext>
                  </a:extLst>
                </p:cNvPr>
                <p:cNvSpPr/>
                <p:nvPr/>
              </p:nvSpPr>
              <p:spPr>
                <a:xfrm>
                  <a:off x="2897873" y="306474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1" name="Freeform: Shape 1490">
                  <a:extLst>
                    <a:ext uri="{FF2B5EF4-FFF2-40B4-BE49-F238E27FC236}">
                      <a16:creationId xmlns:a16="http://schemas.microsoft.com/office/drawing/2014/main" id="{04EE19B1-243F-8954-A3E8-05F285C659CA}"/>
                    </a:ext>
                  </a:extLst>
                </p:cNvPr>
                <p:cNvSpPr/>
                <p:nvPr/>
              </p:nvSpPr>
              <p:spPr>
                <a:xfrm>
                  <a:off x="1917317" y="225149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2" name="Freeform: Shape 1491">
                  <a:extLst>
                    <a:ext uri="{FF2B5EF4-FFF2-40B4-BE49-F238E27FC236}">
                      <a16:creationId xmlns:a16="http://schemas.microsoft.com/office/drawing/2014/main" id="{1BB640EA-B278-991D-C8A9-A1A29F6A8146}"/>
                    </a:ext>
                  </a:extLst>
                </p:cNvPr>
                <p:cNvSpPr/>
                <p:nvPr/>
              </p:nvSpPr>
              <p:spPr>
                <a:xfrm>
                  <a:off x="2566514" y="3787633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3" name="Freeform: Shape 1492">
                  <a:extLst>
                    <a:ext uri="{FF2B5EF4-FFF2-40B4-BE49-F238E27FC236}">
                      <a16:creationId xmlns:a16="http://schemas.microsoft.com/office/drawing/2014/main" id="{A6A635CB-F833-4C0C-B0CB-8B263076E0B3}"/>
                    </a:ext>
                  </a:extLst>
                </p:cNvPr>
                <p:cNvSpPr/>
                <p:nvPr/>
              </p:nvSpPr>
              <p:spPr>
                <a:xfrm>
                  <a:off x="2084127" y="491836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4" name="Freeform: Shape 1493">
                  <a:extLst>
                    <a:ext uri="{FF2B5EF4-FFF2-40B4-BE49-F238E27FC236}">
                      <a16:creationId xmlns:a16="http://schemas.microsoft.com/office/drawing/2014/main" id="{02B305FD-8ADA-5F16-4A74-AFE3A3599854}"/>
                    </a:ext>
                  </a:extLst>
                </p:cNvPr>
                <p:cNvSpPr/>
                <p:nvPr/>
              </p:nvSpPr>
              <p:spPr>
                <a:xfrm>
                  <a:off x="2264459" y="208786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5" name="Freeform: Shape 1494">
                  <a:extLst>
                    <a:ext uri="{FF2B5EF4-FFF2-40B4-BE49-F238E27FC236}">
                      <a16:creationId xmlns:a16="http://schemas.microsoft.com/office/drawing/2014/main" id="{E34EE417-2820-6D01-6ED1-9A698CA2E680}"/>
                    </a:ext>
                  </a:extLst>
                </p:cNvPr>
                <p:cNvSpPr/>
                <p:nvPr/>
              </p:nvSpPr>
              <p:spPr>
                <a:xfrm>
                  <a:off x="1732479" y="1811903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6" name="Freeform: Shape 1495">
                  <a:extLst>
                    <a:ext uri="{FF2B5EF4-FFF2-40B4-BE49-F238E27FC236}">
                      <a16:creationId xmlns:a16="http://schemas.microsoft.com/office/drawing/2014/main" id="{7270E8EB-D945-7825-49C3-860C96A85780}"/>
                    </a:ext>
                  </a:extLst>
                </p:cNvPr>
                <p:cNvSpPr/>
                <p:nvPr/>
              </p:nvSpPr>
              <p:spPr>
                <a:xfrm>
                  <a:off x="2546226" y="4056274"/>
                  <a:ext cx="58605" cy="63494"/>
                </a:xfrm>
                <a:custGeom>
                  <a:avLst/>
                  <a:gdLst>
                    <a:gd name="connsiteX0" fmla="*/ 12383 w 24764"/>
                    <a:gd name="connsiteY0" fmla="*/ 0 h 24764"/>
                    <a:gd name="connsiteX1" fmla="*/ 24765 w 24764"/>
                    <a:gd name="connsiteY1" fmla="*/ 12383 h 24764"/>
                    <a:gd name="connsiteX2" fmla="*/ 12383 w 24764"/>
                    <a:gd name="connsiteY2" fmla="*/ 24765 h 24764"/>
                    <a:gd name="connsiteX3" fmla="*/ 0 w 24764"/>
                    <a:gd name="connsiteY3" fmla="*/ 12383 h 24764"/>
                    <a:gd name="connsiteX4" fmla="*/ 12383 w 24764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4763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7" name="Freeform: Shape 1496">
                  <a:extLst>
                    <a:ext uri="{FF2B5EF4-FFF2-40B4-BE49-F238E27FC236}">
                      <a16:creationId xmlns:a16="http://schemas.microsoft.com/office/drawing/2014/main" id="{3FAF4EE8-ACA1-7B3D-678A-2C1010CA9749}"/>
                    </a:ext>
                  </a:extLst>
                </p:cNvPr>
                <p:cNvSpPr/>
                <p:nvPr/>
              </p:nvSpPr>
              <p:spPr>
                <a:xfrm>
                  <a:off x="1984944" y="397079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8" name="Freeform: Shape 1497">
                  <a:extLst>
                    <a:ext uri="{FF2B5EF4-FFF2-40B4-BE49-F238E27FC236}">
                      <a16:creationId xmlns:a16="http://schemas.microsoft.com/office/drawing/2014/main" id="{E69BFFCA-002E-3795-1095-6B612577EBD4}"/>
                    </a:ext>
                  </a:extLst>
                </p:cNvPr>
                <p:cNvSpPr/>
                <p:nvPr/>
              </p:nvSpPr>
              <p:spPr>
                <a:xfrm>
                  <a:off x="2453807" y="1797250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2 h 24765"/>
                    <a:gd name="connsiteX2" fmla="*/ 12382 w 24764"/>
                    <a:gd name="connsiteY2" fmla="*/ 24765 h 24765"/>
                    <a:gd name="connsiteX3" fmla="*/ 0 w 24764"/>
                    <a:gd name="connsiteY3" fmla="*/ 12382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9" name="Freeform: Shape 1498">
                  <a:extLst>
                    <a:ext uri="{FF2B5EF4-FFF2-40B4-BE49-F238E27FC236}">
                      <a16:creationId xmlns:a16="http://schemas.microsoft.com/office/drawing/2014/main" id="{6603020F-22C9-05D1-A8C1-777A9CBF008E}"/>
                    </a:ext>
                  </a:extLst>
                </p:cNvPr>
                <p:cNvSpPr/>
                <p:nvPr/>
              </p:nvSpPr>
              <p:spPr>
                <a:xfrm>
                  <a:off x="1599483" y="217578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0" name="Freeform: Shape 1499">
                  <a:extLst>
                    <a:ext uri="{FF2B5EF4-FFF2-40B4-BE49-F238E27FC236}">
                      <a16:creationId xmlns:a16="http://schemas.microsoft.com/office/drawing/2014/main" id="{68BF8552-C2B0-3460-84B7-0F6146BD70BA}"/>
                    </a:ext>
                  </a:extLst>
                </p:cNvPr>
                <p:cNvSpPr/>
                <p:nvPr/>
              </p:nvSpPr>
              <p:spPr>
                <a:xfrm>
                  <a:off x="2753608" y="310137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1" name="Freeform: Shape 1500">
                  <a:extLst>
                    <a:ext uri="{FF2B5EF4-FFF2-40B4-BE49-F238E27FC236}">
                      <a16:creationId xmlns:a16="http://schemas.microsoft.com/office/drawing/2014/main" id="{5DC6D391-E8F8-F012-635C-9C283F5B2CF0}"/>
                    </a:ext>
                  </a:extLst>
                </p:cNvPr>
                <p:cNvSpPr/>
                <p:nvPr/>
              </p:nvSpPr>
              <p:spPr>
                <a:xfrm>
                  <a:off x="1736988" y="513083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2" name="Freeform: Shape 1501">
                  <a:extLst>
                    <a:ext uri="{FF2B5EF4-FFF2-40B4-BE49-F238E27FC236}">
                      <a16:creationId xmlns:a16="http://schemas.microsoft.com/office/drawing/2014/main" id="{C711E00E-A25A-C121-4732-3EEE81336E79}"/>
                    </a:ext>
                  </a:extLst>
                </p:cNvPr>
                <p:cNvSpPr/>
                <p:nvPr/>
              </p:nvSpPr>
              <p:spPr>
                <a:xfrm>
                  <a:off x="2598073" y="343107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3" name="Freeform: Shape 1502">
                  <a:extLst>
                    <a:ext uri="{FF2B5EF4-FFF2-40B4-BE49-F238E27FC236}">
                      <a16:creationId xmlns:a16="http://schemas.microsoft.com/office/drawing/2014/main" id="{F365F73C-DBE0-9163-8FAC-D94165DEECD7}"/>
                    </a:ext>
                  </a:extLst>
                </p:cNvPr>
                <p:cNvSpPr/>
                <p:nvPr/>
              </p:nvSpPr>
              <p:spPr>
                <a:xfrm>
                  <a:off x="2124701" y="2009719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4" name="Freeform: Shape 1503">
                  <a:extLst>
                    <a:ext uri="{FF2B5EF4-FFF2-40B4-BE49-F238E27FC236}">
                      <a16:creationId xmlns:a16="http://schemas.microsoft.com/office/drawing/2014/main" id="{C29F6FBE-A836-554C-88DE-40C43B479A09}"/>
                    </a:ext>
                  </a:extLst>
                </p:cNvPr>
                <p:cNvSpPr/>
                <p:nvPr/>
              </p:nvSpPr>
              <p:spPr>
                <a:xfrm>
                  <a:off x="2163021" y="537749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5" name="Freeform: Shape 1504">
                  <a:extLst>
                    <a:ext uri="{FF2B5EF4-FFF2-40B4-BE49-F238E27FC236}">
                      <a16:creationId xmlns:a16="http://schemas.microsoft.com/office/drawing/2014/main" id="{CD7EF86B-975A-AC5F-82FC-F5A1B33C6AE8}"/>
                    </a:ext>
                  </a:extLst>
                </p:cNvPr>
                <p:cNvSpPr/>
                <p:nvPr/>
              </p:nvSpPr>
              <p:spPr>
                <a:xfrm>
                  <a:off x="1687396" y="1821672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6" name="Freeform: Shape 1505">
                  <a:extLst>
                    <a:ext uri="{FF2B5EF4-FFF2-40B4-BE49-F238E27FC236}">
                      <a16:creationId xmlns:a16="http://schemas.microsoft.com/office/drawing/2014/main" id="{9B5B3606-50CE-B479-299F-6DDA6EE96368}"/>
                    </a:ext>
                  </a:extLst>
                </p:cNvPr>
                <p:cNvSpPr/>
                <p:nvPr/>
              </p:nvSpPr>
              <p:spPr>
                <a:xfrm>
                  <a:off x="2640900" y="4644842"/>
                  <a:ext cx="31558" cy="34188"/>
                </a:xfrm>
                <a:custGeom>
                  <a:avLst/>
                  <a:gdLst>
                    <a:gd name="connsiteX0" fmla="*/ 6668 w 13335"/>
                    <a:gd name="connsiteY0" fmla="*/ 0 h 13334"/>
                    <a:gd name="connsiteX1" fmla="*/ 13335 w 13335"/>
                    <a:gd name="connsiteY1" fmla="*/ 6667 h 13334"/>
                    <a:gd name="connsiteX2" fmla="*/ 6668 w 13335"/>
                    <a:gd name="connsiteY2" fmla="*/ 13335 h 13334"/>
                    <a:gd name="connsiteX3" fmla="*/ 0 w 13335"/>
                    <a:gd name="connsiteY3" fmla="*/ 6667 h 13334"/>
                    <a:gd name="connsiteX4" fmla="*/ 6668 w 13335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6668" y="0"/>
                      </a:moveTo>
                      <a:cubicBezTo>
                        <a:pt x="10478" y="0"/>
                        <a:pt x="13335" y="2857"/>
                        <a:pt x="13335" y="6667"/>
                      </a:cubicBezTo>
                      <a:cubicBezTo>
                        <a:pt x="13335" y="10477"/>
                        <a:pt x="10478" y="13335"/>
                        <a:pt x="6668" y="13335"/>
                      </a:cubicBez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7" name="Freeform: Shape 1506">
                  <a:extLst>
                    <a:ext uri="{FF2B5EF4-FFF2-40B4-BE49-F238E27FC236}">
                      <a16:creationId xmlns:a16="http://schemas.microsoft.com/office/drawing/2014/main" id="{7E851BF5-33EC-8DD7-115C-236F63B2A432}"/>
                    </a:ext>
                  </a:extLst>
                </p:cNvPr>
                <p:cNvSpPr/>
                <p:nvPr/>
              </p:nvSpPr>
              <p:spPr>
                <a:xfrm>
                  <a:off x="1696411" y="227591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8" name="Freeform: Shape 1507">
                  <a:extLst>
                    <a:ext uri="{FF2B5EF4-FFF2-40B4-BE49-F238E27FC236}">
                      <a16:creationId xmlns:a16="http://schemas.microsoft.com/office/drawing/2014/main" id="{FFFE365C-EF44-7597-F00C-6FB108EBB157}"/>
                    </a:ext>
                  </a:extLst>
                </p:cNvPr>
                <p:cNvSpPr/>
                <p:nvPr/>
              </p:nvSpPr>
              <p:spPr>
                <a:xfrm>
                  <a:off x="2034533" y="2109848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9" name="Freeform: Shape 1508">
                  <a:extLst>
                    <a:ext uri="{FF2B5EF4-FFF2-40B4-BE49-F238E27FC236}">
                      <a16:creationId xmlns:a16="http://schemas.microsoft.com/office/drawing/2014/main" id="{2F96275B-94C3-0620-9694-9AE337BB1E20}"/>
                    </a:ext>
                  </a:extLst>
                </p:cNvPr>
                <p:cNvSpPr/>
                <p:nvPr/>
              </p:nvSpPr>
              <p:spPr>
                <a:xfrm>
                  <a:off x="1718952" y="481579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0" name="Freeform: Shape 1509">
                  <a:extLst>
                    <a:ext uri="{FF2B5EF4-FFF2-40B4-BE49-F238E27FC236}">
                      <a16:creationId xmlns:a16="http://schemas.microsoft.com/office/drawing/2014/main" id="{FB272C2A-7FD2-374D-952A-C8CB474F446C}"/>
                    </a:ext>
                  </a:extLst>
                </p:cNvPr>
                <p:cNvSpPr/>
                <p:nvPr/>
              </p:nvSpPr>
              <p:spPr>
                <a:xfrm>
                  <a:off x="2178799" y="4886618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003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6668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1" name="Freeform: Shape 1510">
                  <a:extLst>
                    <a:ext uri="{FF2B5EF4-FFF2-40B4-BE49-F238E27FC236}">
                      <a16:creationId xmlns:a16="http://schemas.microsoft.com/office/drawing/2014/main" id="{B4A4F778-2E97-E871-4D9D-484A6F8739C7}"/>
                    </a:ext>
                  </a:extLst>
                </p:cNvPr>
                <p:cNvSpPr/>
                <p:nvPr/>
              </p:nvSpPr>
              <p:spPr>
                <a:xfrm>
                  <a:off x="2613850" y="3367576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2" name="Freeform: Shape 1511">
                  <a:extLst>
                    <a:ext uri="{FF2B5EF4-FFF2-40B4-BE49-F238E27FC236}">
                      <a16:creationId xmlns:a16="http://schemas.microsoft.com/office/drawing/2014/main" id="{FF82BFF6-48BA-944F-C506-9518EFD14CE8}"/>
                    </a:ext>
                  </a:extLst>
                </p:cNvPr>
                <p:cNvSpPr/>
                <p:nvPr/>
              </p:nvSpPr>
              <p:spPr>
                <a:xfrm>
                  <a:off x="2726558" y="1853419"/>
                  <a:ext cx="54100" cy="58613"/>
                </a:xfrm>
                <a:custGeom>
                  <a:avLst/>
                  <a:gdLst>
                    <a:gd name="connsiteX0" fmla="*/ 11430 w 22860"/>
                    <a:gd name="connsiteY0" fmla="*/ 0 h 22860"/>
                    <a:gd name="connsiteX1" fmla="*/ 22860 w 22860"/>
                    <a:gd name="connsiteY1" fmla="*/ 11430 h 22860"/>
                    <a:gd name="connsiteX2" fmla="*/ 11430 w 22860"/>
                    <a:gd name="connsiteY2" fmla="*/ 22860 h 22860"/>
                    <a:gd name="connsiteX3" fmla="*/ 0 w 22860"/>
                    <a:gd name="connsiteY3" fmla="*/ 11430 h 22860"/>
                    <a:gd name="connsiteX4" fmla="*/ 11430 w 22860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11430" y="0"/>
                      </a:moveTo>
                      <a:cubicBezTo>
                        <a:pt x="18098" y="0"/>
                        <a:pt x="22860" y="4763"/>
                        <a:pt x="22860" y="11430"/>
                      </a:cubicBezTo>
                      <a:cubicBezTo>
                        <a:pt x="22860" y="18098"/>
                        <a:pt x="18098" y="22860"/>
                        <a:pt x="11430" y="22860"/>
                      </a:cubicBezTo>
                      <a:cubicBezTo>
                        <a:pt x="4763" y="22860"/>
                        <a:pt x="0" y="18098"/>
                        <a:pt x="0" y="11430"/>
                      </a:cubicBezTo>
                      <a:cubicBezTo>
                        <a:pt x="0" y="4763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3" name="Freeform: Shape 1512">
                  <a:extLst>
                    <a:ext uri="{FF2B5EF4-FFF2-40B4-BE49-F238E27FC236}">
                      <a16:creationId xmlns:a16="http://schemas.microsoft.com/office/drawing/2014/main" id="{E84CFB0A-B439-DD58-2E59-20A8B8507184}"/>
                    </a:ext>
                  </a:extLst>
                </p:cNvPr>
                <p:cNvSpPr/>
                <p:nvPr/>
              </p:nvSpPr>
              <p:spPr>
                <a:xfrm>
                  <a:off x="2611597" y="2923098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4" name="Freeform: Shape 1513">
                  <a:extLst>
                    <a:ext uri="{FF2B5EF4-FFF2-40B4-BE49-F238E27FC236}">
                      <a16:creationId xmlns:a16="http://schemas.microsoft.com/office/drawing/2014/main" id="{D8C39F1E-8491-24F2-8A33-F6F76D2C27C2}"/>
                    </a:ext>
                  </a:extLst>
                </p:cNvPr>
                <p:cNvSpPr/>
                <p:nvPr/>
              </p:nvSpPr>
              <p:spPr>
                <a:xfrm>
                  <a:off x="2755863" y="2014604"/>
                  <a:ext cx="63114" cy="68381"/>
                </a:xfrm>
                <a:custGeom>
                  <a:avLst/>
                  <a:gdLst>
                    <a:gd name="connsiteX0" fmla="*/ 13335 w 26669"/>
                    <a:gd name="connsiteY0" fmla="*/ 0 h 26670"/>
                    <a:gd name="connsiteX1" fmla="*/ 26670 w 26669"/>
                    <a:gd name="connsiteY1" fmla="*/ 13335 h 26670"/>
                    <a:gd name="connsiteX2" fmla="*/ 13335 w 26669"/>
                    <a:gd name="connsiteY2" fmla="*/ 26670 h 26670"/>
                    <a:gd name="connsiteX3" fmla="*/ 0 w 26669"/>
                    <a:gd name="connsiteY3" fmla="*/ 13335 h 26670"/>
                    <a:gd name="connsiteX4" fmla="*/ 13335 w 26669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5" name="Freeform: Shape 1514">
                  <a:extLst>
                    <a:ext uri="{FF2B5EF4-FFF2-40B4-BE49-F238E27FC236}">
                      <a16:creationId xmlns:a16="http://schemas.microsoft.com/office/drawing/2014/main" id="{ED01F4EB-1A8F-E56E-E3CF-05EBFD4B1EAE}"/>
                    </a:ext>
                  </a:extLst>
                </p:cNvPr>
                <p:cNvSpPr/>
                <p:nvPr/>
              </p:nvSpPr>
              <p:spPr>
                <a:xfrm>
                  <a:off x="2552990" y="4605767"/>
                  <a:ext cx="31558" cy="34188"/>
                </a:xfrm>
                <a:custGeom>
                  <a:avLst/>
                  <a:gdLst>
                    <a:gd name="connsiteX0" fmla="*/ 13335 w 13335"/>
                    <a:gd name="connsiteY0" fmla="*/ 6667 h 13334"/>
                    <a:gd name="connsiteX1" fmla="*/ 6668 w 13335"/>
                    <a:gd name="connsiteY1" fmla="*/ 13335 h 13334"/>
                    <a:gd name="connsiteX2" fmla="*/ 0 w 13335"/>
                    <a:gd name="connsiteY2" fmla="*/ 6667 h 13334"/>
                    <a:gd name="connsiteX3" fmla="*/ 6668 w 13335"/>
                    <a:gd name="connsiteY3" fmla="*/ 0 h 13334"/>
                    <a:gd name="connsiteX4" fmla="*/ 13335 w 13335"/>
                    <a:gd name="connsiteY4" fmla="*/ 6667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13335" y="6667"/>
                      </a:moveTo>
                      <a:cubicBezTo>
                        <a:pt x="13335" y="10350"/>
                        <a:pt x="10350" y="13335"/>
                        <a:pt x="6668" y="13335"/>
                      </a:cubicBezTo>
                      <a:cubicBezTo>
                        <a:pt x="2985" y="13335"/>
                        <a:pt x="0" y="10350"/>
                        <a:pt x="0" y="6667"/>
                      </a:cubicBezTo>
                      <a:cubicBezTo>
                        <a:pt x="0" y="2985"/>
                        <a:pt x="2985" y="0"/>
                        <a:pt x="6668" y="0"/>
                      </a:cubicBezTo>
                      <a:cubicBezTo>
                        <a:pt x="10350" y="0"/>
                        <a:pt x="13335" y="2985"/>
                        <a:pt x="13335" y="66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6" name="Freeform: Shape 1515">
                  <a:extLst>
                    <a:ext uri="{FF2B5EF4-FFF2-40B4-BE49-F238E27FC236}">
                      <a16:creationId xmlns:a16="http://schemas.microsoft.com/office/drawing/2014/main" id="{51F30DE1-34B5-648E-8261-3A72F5E67E1A}"/>
                    </a:ext>
                  </a:extLst>
                </p:cNvPr>
                <p:cNvSpPr/>
                <p:nvPr/>
              </p:nvSpPr>
              <p:spPr>
                <a:xfrm>
                  <a:off x="2250934" y="554845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7" name="Freeform: Shape 1516">
                  <a:extLst>
                    <a:ext uri="{FF2B5EF4-FFF2-40B4-BE49-F238E27FC236}">
                      <a16:creationId xmlns:a16="http://schemas.microsoft.com/office/drawing/2014/main" id="{8CC798E6-0714-CBBA-33AA-1A29E129888B}"/>
                    </a:ext>
                  </a:extLst>
                </p:cNvPr>
                <p:cNvSpPr/>
                <p:nvPr/>
              </p:nvSpPr>
              <p:spPr>
                <a:xfrm>
                  <a:off x="1759529" y="247373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8" name="Freeform: Shape 1517">
                  <a:extLst>
                    <a:ext uri="{FF2B5EF4-FFF2-40B4-BE49-F238E27FC236}">
                      <a16:creationId xmlns:a16="http://schemas.microsoft.com/office/drawing/2014/main" id="{58C3293B-9513-5ABB-58EC-1DA59F5D13B4}"/>
                    </a:ext>
                  </a:extLst>
                </p:cNvPr>
                <p:cNvSpPr/>
                <p:nvPr/>
              </p:nvSpPr>
              <p:spPr>
                <a:xfrm>
                  <a:off x="2789674" y="294507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9" name="Freeform: Shape 1518">
                  <a:extLst>
                    <a:ext uri="{FF2B5EF4-FFF2-40B4-BE49-F238E27FC236}">
                      <a16:creationId xmlns:a16="http://schemas.microsoft.com/office/drawing/2014/main" id="{04A325C4-CAE8-D384-41BE-595C7544C9AA}"/>
                    </a:ext>
                  </a:extLst>
                </p:cNvPr>
                <p:cNvSpPr/>
                <p:nvPr/>
              </p:nvSpPr>
              <p:spPr>
                <a:xfrm>
                  <a:off x="1775307" y="3675292"/>
                  <a:ext cx="63114" cy="68381"/>
                </a:xfrm>
                <a:custGeom>
                  <a:avLst/>
                  <a:gdLst>
                    <a:gd name="connsiteX0" fmla="*/ 26670 w 26669"/>
                    <a:gd name="connsiteY0" fmla="*/ 13335 h 26670"/>
                    <a:gd name="connsiteX1" fmla="*/ 13335 w 26669"/>
                    <a:gd name="connsiteY1" fmla="*/ 26670 h 26670"/>
                    <a:gd name="connsiteX2" fmla="*/ 0 w 26669"/>
                    <a:gd name="connsiteY2" fmla="*/ 13335 h 26670"/>
                    <a:gd name="connsiteX3" fmla="*/ 13335 w 26669"/>
                    <a:gd name="connsiteY3" fmla="*/ 0 h 26670"/>
                    <a:gd name="connsiteX4" fmla="*/ 26670 w 26669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0" name="Freeform: Shape 1519">
                  <a:extLst>
                    <a:ext uri="{FF2B5EF4-FFF2-40B4-BE49-F238E27FC236}">
                      <a16:creationId xmlns:a16="http://schemas.microsoft.com/office/drawing/2014/main" id="{C486E80C-D479-360D-0607-1B9F3EB73FD2}"/>
                    </a:ext>
                  </a:extLst>
                </p:cNvPr>
                <p:cNvSpPr/>
                <p:nvPr/>
              </p:nvSpPr>
              <p:spPr>
                <a:xfrm>
                  <a:off x="1867728" y="3973239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1" name="Freeform: Shape 1520">
                  <a:extLst>
                    <a:ext uri="{FF2B5EF4-FFF2-40B4-BE49-F238E27FC236}">
                      <a16:creationId xmlns:a16="http://schemas.microsoft.com/office/drawing/2014/main" id="{018EB0A2-7EC4-4E6E-A0AF-A08CE55B2E97}"/>
                    </a:ext>
                  </a:extLst>
                </p:cNvPr>
                <p:cNvSpPr/>
                <p:nvPr/>
              </p:nvSpPr>
              <p:spPr>
                <a:xfrm>
                  <a:off x="2419994" y="348480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2" name="Freeform: Shape 1521">
                  <a:extLst>
                    <a:ext uri="{FF2B5EF4-FFF2-40B4-BE49-F238E27FC236}">
                      <a16:creationId xmlns:a16="http://schemas.microsoft.com/office/drawing/2014/main" id="{5474AEFF-9D5D-D7BD-F02C-B4EBD08DD989}"/>
                    </a:ext>
                  </a:extLst>
                </p:cNvPr>
                <p:cNvSpPr/>
                <p:nvPr/>
              </p:nvSpPr>
              <p:spPr>
                <a:xfrm>
                  <a:off x="2000722" y="3907301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3" name="Freeform: Shape 1522">
                  <a:extLst>
                    <a:ext uri="{FF2B5EF4-FFF2-40B4-BE49-F238E27FC236}">
                      <a16:creationId xmlns:a16="http://schemas.microsoft.com/office/drawing/2014/main" id="{8D4DC69A-DB9A-2BAA-57E1-3A2FE5CA51B3}"/>
                    </a:ext>
                  </a:extLst>
                </p:cNvPr>
                <p:cNvSpPr/>
                <p:nvPr/>
              </p:nvSpPr>
              <p:spPr>
                <a:xfrm>
                  <a:off x="2104413" y="390485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4" name="Freeform: Shape 1523">
                  <a:extLst>
                    <a:ext uri="{FF2B5EF4-FFF2-40B4-BE49-F238E27FC236}">
                      <a16:creationId xmlns:a16="http://schemas.microsoft.com/office/drawing/2014/main" id="{7AC06BB1-31A6-4670-370D-F1D8F8729709}"/>
                    </a:ext>
                  </a:extLst>
                </p:cNvPr>
                <p:cNvSpPr/>
                <p:nvPr/>
              </p:nvSpPr>
              <p:spPr>
                <a:xfrm>
                  <a:off x="2305033" y="2757029"/>
                  <a:ext cx="49589" cy="53728"/>
                </a:xfrm>
                <a:custGeom>
                  <a:avLst/>
                  <a:gdLst>
                    <a:gd name="connsiteX0" fmla="*/ 10477 w 20954"/>
                    <a:gd name="connsiteY0" fmla="*/ 0 h 20955"/>
                    <a:gd name="connsiteX1" fmla="*/ 20955 w 20954"/>
                    <a:gd name="connsiteY1" fmla="*/ 10478 h 20955"/>
                    <a:gd name="connsiteX2" fmla="*/ 10477 w 20954"/>
                    <a:gd name="connsiteY2" fmla="*/ 20955 h 20955"/>
                    <a:gd name="connsiteX3" fmla="*/ 0 w 20954"/>
                    <a:gd name="connsiteY3" fmla="*/ 10478 h 20955"/>
                    <a:gd name="connsiteX4" fmla="*/ 10477 w 20954"/>
                    <a:gd name="connsiteY4" fmla="*/ 0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5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8"/>
                      </a:cubicBezTo>
                      <a:cubicBezTo>
                        <a:pt x="20955" y="16193"/>
                        <a:pt x="16192" y="20955"/>
                        <a:pt x="10477" y="20955"/>
                      </a:cubicBezTo>
                      <a:cubicBezTo>
                        <a:pt x="4763" y="20955"/>
                        <a:pt x="0" y="16193"/>
                        <a:pt x="0" y="10478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5" name="Freeform: Shape 1524">
                  <a:extLst>
                    <a:ext uri="{FF2B5EF4-FFF2-40B4-BE49-F238E27FC236}">
                      <a16:creationId xmlns:a16="http://schemas.microsoft.com/office/drawing/2014/main" id="{08794CEC-F532-0840-32B6-9CA4AD1DB056}"/>
                    </a:ext>
                  </a:extLst>
                </p:cNvPr>
                <p:cNvSpPr/>
                <p:nvPr/>
              </p:nvSpPr>
              <p:spPr>
                <a:xfrm>
                  <a:off x="1743749" y="5040477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6" name="Freeform: Shape 1525">
                  <a:extLst>
                    <a:ext uri="{FF2B5EF4-FFF2-40B4-BE49-F238E27FC236}">
                      <a16:creationId xmlns:a16="http://schemas.microsoft.com/office/drawing/2014/main" id="{EDBBB16B-E18B-F3D1-7AAB-58633E8447EB}"/>
                    </a:ext>
                  </a:extLst>
                </p:cNvPr>
                <p:cNvSpPr/>
                <p:nvPr/>
              </p:nvSpPr>
              <p:spPr>
                <a:xfrm>
                  <a:off x="2156257" y="219532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7" name="Freeform: Shape 1526">
                  <a:extLst>
                    <a:ext uri="{FF2B5EF4-FFF2-40B4-BE49-F238E27FC236}">
                      <a16:creationId xmlns:a16="http://schemas.microsoft.com/office/drawing/2014/main" id="{EE83FEBD-BFBE-C2DD-3F6E-42F29ECDBF66}"/>
                    </a:ext>
                  </a:extLst>
                </p:cNvPr>
                <p:cNvSpPr/>
                <p:nvPr/>
              </p:nvSpPr>
              <p:spPr>
                <a:xfrm>
                  <a:off x="2480857" y="1938897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8" name="Freeform: Shape 1527">
                  <a:extLst>
                    <a:ext uri="{FF2B5EF4-FFF2-40B4-BE49-F238E27FC236}">
                      <a16:creationId xmlns:a16="http://schemas.microsoft.com/office/drawing/2014/main" id="{20C8E52E-5F70-55A4-A645-E6F5BB09552E}"/>
                    </a:ext>
                  </a:extLst>
                </p:cNvPr>
                <p:cNvSpPr/>
                <p:nvPr/>
              </p:nvSpPr>
              <p:spPr>
                <a:xfrm>
                  <a:off x="2187815" y="420280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9" name="Freeform: Shape 1528">
                  <a:extLst>
                    <a:ext uri="{FF2B5EF4-FFF2-40B4-BE49-F238E27FC236}">
                      <a16:creationId xmlns:a16="http://schemas.microsoft.com/office/drawing/2014/main" id="{99CBE634-8CFD-7476-F63D-CE3BD1BA43E0}"/>
                    </a:ext>
                  </a:extLst>
                </p:cNvPr>
                <p:cNvSpPr/>
                <p:nvPr/>
              </p:nvSpPr>
              <p:spPr>
                <a:xfrm>
                  <a:off x="2794182" y="5121068"/>
                  <a:ext cx="31558" cy="34188"/>
                </a:xfrm>
                <a:custGeom>
                  <a:avLst/>
                  <a:gdLst>
                    <a:gd name="connsiteX0" fmla="*/ 13335 w 13335"/>
                    <a:gd name="connsiteY0" fmla="*/ 6668 h 13334"/>
                    <a:gd name="connsiteX1" fmla="*/ 6668 w 13335"/>
                    <a:gd name="connsiteY1" fmla="*/ 13335 h 13334"/>
                    <a:gd name="connsiteX2" fmla="*/ 0 w 13335"/>
                    <a:gd name="connsiteY2" fmla="*/ 6668 h 13334"/>
                    <a:gd name="connsiteX3" fmla="*/ 6668 w 13335"/>
                    <a:gd name="connsiteY3" fmla="*/ 0 h 13334"/>
                    <a:gd name="connsiteX4" fmla="*/ 13335 w 13335"/>
                    <a:gd name="connsiteY4" fmla="*/ 6668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13335" y="6668"/>
                      </a:moveTo>
                      <a:cubicBezTo>
                        <a:pt x="13335" y="10350"/>
                        <a:pt x="10350" y="13335"/>
                        <a:pt x="6668" y="13335"/>
                      </a:cubicBezTo>
                      <a:cubicBezTo>
                        <a:pt x="2985" y="13335"/>
                        <a:pt x="0" y="10350"/>
                        <a:pt x="0" y="6668"/>
                      </a:cubicBezTo>
                      <a:cubicBezTo>
                        <a:pt x="0" y="2985"/>
                        <a:pt x="2985" y="0"/>
                        <a:pt x="6668" y="0"/>
                      </a:cubicBezTo>
                      <a:cubicBezTo>
                        <a:pt x="10350" y="0"/>
                        <a:pt x="13335" y="2985"/>
                        <a:pt x="13335" y="666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0" name="Freeform: Shape 1529">
                  <a:extLst>
                    <a:ext uri="{FF2B5EF4-FFF2-40B4-BE49-F238E27FC236}">
                      <a16:creationId xmlns:a16="http://schemas.microsoft.com/office/drawing/2014/main" id="{C6E0FD76-DDCE-33A8-9AF1-F1DCD867B7E2}"/>
                    </a:ext>
                  </a:extLst>
                </p:cNvPr>
                <p:cNvSpPr/>
                <p:nvPr/>
              </p:nvSpPr>
              <p:spPr>
                <a:xfrm>
                  <a:off x="2298270" y="551425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1" name="Freeform: Shape 1530">
                  <a:extLst>
                    <a:ext uri="{FF2B5EF4-FFF2-40B4-BE49-F238E27FC236}">
                      <a16:creationId xmlns:a16="http://schemas.microsoft.com/office/drawing/2014/main" id="{4ABE4CCC-F19C-F266-574E-B8A6856591E6}"/>
                    </a:ext>
                  </a:extLst>
                </p:cNvPr>
                <p:cNvSpPr/>
                <p:nvPr/>
              </p:nvSpPr>
              <p:spPr>
                <a:xfrm>
                  <a:off x="1732479" y="563148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2" name="Freeform: Shape 1531">
                  <a:extLst>
                    <a:ext uri="{FF2B5EF4-FFF2-40B4-BE49-F238E27FC236}">
                      <a16:creationId xmlns:a16="http://schemas.microsoft.com/office/drawing/2014/main" id="{38CE6B64-1983-FBC6-B64E-D9F547CB7217}"/>
                    </a:ext>
                  </a:extLst>
                </p:cNvPr>
                <p:cNvSpPr/>
                <p:nvPr/>
              </p:nvSpPr>
              <p:spPr>
                <a:xfrm>
                  <a:off x="1966911" y="524073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3" name="Freeform: Shape 1532">
                  <a:extLst>
                    <a:ext uri="{FF2B5EF4-FFF2-40B4-BE49-F238E27FC236}">
                      <a16:creationId xmlns:a16="http://schemas.microsoft.com/office/drawing/2014/main" id="{18CCA232-6A7E-60C7-7797-59A7E76224D5}"/>
                    </a:ext>
                  </a:extLst>
                </p:cNvPr>
                <p:cNvSpPr/>
                <p:nvPr/>
              </p:nvSpPr>
              <p:spPr>
                <a:xfrm>
                  <a:off x="2498890" y="225149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4" name="Freeform: Shape 1533">
                  <a:extLst>
                    <a:ext uri="{FF2B5EF4-FFF2-40B4-BE49-F238E27FC236}">
                      <a16:creationId xmlns:a16="http://schemas.microsoft.com/office/drawing/2014/main" id="{159C5D7D-AD73-FAED-67F5-30976F49E080}"/>
                    </a:ext>
                  </a:extLst>
                </p:cNvPr>
                <p:cNvSpPr/>
                <p:nvPr/>
              </p:nvSpPr>
              <p:spPr>
                <a:xfrm>
                  <a:off x="2568767" y="347259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5" name="Freeform: Shape 1534">
                  <a:extLst>
                    <a:ext uri="{FF2B5EF4-FFF2-40B4-BE49-F238E27FC236}">
                      <a16:creationId xmlns:a16="http://schemas.microsoft.com/office/drawing/2014/main" id="{CD8E3EA8-E905-C52B-0F8E-BB96F7A23D9F}"/>
                    </a:ext>
                  </a:extLst>
                </p:cNvPr>
                <p:cNvSpPr/>
                <p:nvPr/>
              </p:nvSpPr>
              <p:spPr>
                <a:xfrm>
                  <a:off x="2681475" y="234674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6" name="Freeform: Shape 1535">
                  <a:extLst>
                    <a:ext uri="{FF2B5EF4-FFF2-40B4-BE49-F238E27FC236}">
                      <a16:creationId xmlns:a16="http://schemas.microsoft.com/office/drawing/2014/main" id="{4CDA20B6-9C0E-A764-C579-70D9571B0394}"/>
                    </a:ext>
                  </a:extLst>
                </p:cNvPr>
                <p:cNvSpPr/>
                <p:nvPr/>
              </p:nvSpPr>
              <p:spPr>
                <a:xfrm>
                  <a:off x="2016502" y="361912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7" name="Freeform: Shape 1536">
                  <a:extLst>
                    <a:ext uri="{FF2B5EF4-FFF2-40B4-BE49-F238E27FC236}">
                      <a16:creationId xmlns:a16="http://schemas.microsoft.com/office/drawing/2014/main" id="{5C13D4FB-3CC8-AD0E-6E7A-BF32FAB63EC7}"/>
                    </a:ext>
                  </a:extLst>
                </p:cNvPr>
                <p:cNvSpPr/>
                <p:nvPr/>
              </p:nvSpPr>
              <p:spPr>
                <a:xfrm>
                  <a:off x="2462824" y="247862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8" name="Freeform: Shape 1537">
                  <a:extLst>
                    <a:ext uri="{FF2B5EF4-FFF2-40B4-BE49-F238E27FC236}">
                      <a16:creationId xmlns:a16="http://schemas.microsoft.com/office/drawing/2014/main" id="{747CF693-B46F-C183-FF4B-24C6E44C0CF4}"/>
                    </a:ext>
                  </a:extLst>
                </p:cNvPr>
                <p:cNvSpPr/>
                <p:nvPr/>
              </p:nvSpPr>
              <p:spPr>
                <a:xfrm>
                  <a:off x="1804610" y="392683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9" name="Freeform: Shape 1538">
                  <a:extLst>
                    <a:ext uri="{FF2B5EF4-FFF2-40B4-BE49-F238E27FC236}">
                      <a16:creationId xmlns:a16="http://schemas.microsoft.com/office/drawing/2014/main" id="{C0291512-6F86-90CC-EA2F-E79121063247}"/>
                    </a:ext>
                  </a:extLst>
                </p:cNvPr>
                <p:cNvSpPr/>
                <p:nvPr/>
              </p:nvSpPr>
              <p:spPr>
                <a:xfrm>
                  <a:off x="2217120" y="386333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0" name="Freeform: Shape 1539">
                  <a:extLst>
                    <a:ext uri="{FF2B5EF4-FFF2-40B4-BE49-F238E27FC236}">
                      <a16:creationId xmlns:a16="http://schemas.microsoft.com/office/drawing/2014/main" id="{804805AA-610A-C3B1-ECA2-27E7DA059BC7}"/>
                    </a:ext>
                  </a:extLst>
                </p:cNvPr>
                <p:cNvSpPr/>
                <p:nvPr/>
              </p:nvSpPr>
              <p:spPr>
                <a:xfrm>
                  <a:off x="2410977" y="5411690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1" name="Freeform: Shape 1540">
                  <a:extLst>
                    <a:ext uri="{FF2B5EF4-FFF2-40B4-BE49-F238E27FC236}">
                      <a16:creationId xmlns:a16="http://schemas.microsoft.com/office/drawing/2014/main" id="{B33F1857-7C52-3955-73E5-38121D2A88FA}"/>
                    </a:ext>
                  </a:extLst>
                </p:cNvPr>
                <p:cNvSpPr/>
                <p:nvPr/>
              </p:nvSpPr>
              <p:spPr>
                <a:xfrm>
                  <a:off x="2230645" y="360691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2" name="Freeform: Shape 1541">
                  <a:extLst>
                    <a:ext uri="{FF2B5EF4-FFF2-40B4-BE49-F238E27FC236}">
                      <a16:creationId xmlns:a16="http://schemas.microsoft.com/office/drawing/2014/main" id="{97E1C43A-3BF9-B3DE-73CB-7BB4344F2DF1}"/>
                    </a:ext>
                  </a:extLst>
                </p:cNvPr>
                <p:cNvSpPr/>
                <p:nvPr/>
              </p:nvSpPr>
              <p:spPr>
                <a:xfrm>
                  <a:off x="2753608" y="3755883"/>
                  <a:ext cx="58608" cy="63497"/>
                </a:xfrm>
                <a:custGeom>
                  <a:avLst/>
                  <a:gdLst>
                    <a:gd name="connsiteX0" fmla="*/ 12383 w 24765"/>
                    <a:gd name="connsiteY0" fmla="*/ 0 h 24765"/>
                    <a:gd name="connsiteX1" fmla="*/ 24765 w 24765"/>
                    <a:gd name="connsiteY1" fmla="*/ 12383 h 24765"/>
                    <a:gd name="connsiteX2" fmla="*/ 12383 w 24765"/>
                    <a:gd name="connsiteY2" fmla="*/ 24765 h 24765"/>
                    <a:gd name="connsiteX3" fmla="*/ 0 w 24765"/>
                    <a:gd name="connsiteY3" fmla="*/ 12383 h 24765"/>
                    <a:gd name="connsiteX4" fmla="*/ 12383 w 24765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3" name="Freeform: Shape 1542">
                  <a:extLst>
                    <a:ext uri="{FF2B5EF4-FFF2-40B4-BE49-F238E27FC236}">
                      <a16:creationId xmlns:a16="http://schemas.microsoft.com/office/drawing/2014/main" id="{FE47C154-06D2-3C3B-4345-31A1E0D7944C}"/>
                    </a:ext>
                  </a:extLst>
                </p:cNvPr>
                <p:cNvSpPr/>
                <p:nvPr/>
              </p:nvSpPr>
              <p:spPr>
                <a:xfrm>
                  <a:off x="2575531" y="252990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4" name="Freeform: Shape 1543">
                  <a:extLst>
                    <a:ext uri="{FF2B5EF4-FFF2-40B4-BE49-F238E27FC236}">
                      <a16:creationId xmlns:a16="http://schemas.microsoft.com/office/drawing/2014/main" id="{FFB51009-DFD7-589D-83BE-7087EB11195C}"/>
                    </a:ext>
                  </a:extLst>
                </p:cNvPr>
                <p:cNvSpPr/>
                <p:nvPr/>
              </p:nvSpPr>
              <p:spPr>
                <a:xfrm>
                  <a:off x="1809118" y="411244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5" name="Freeform: Shape 1544">
                  <a:extLst>
                    <a:ext uri="{FF2B5EF4-FFF2-40B4-BE49-F238E27FC236}">
                      <a16:creationId xmlns:a16="http://schemas.microsoft.com/office/drawing/2014/main" id="{9F5AFDAA-7581-0F53-1465-33D1A6F2C156}"/>
                    </a:ext>
                  </a:extLst>
                </p:cNvPr>
                <p:cNvSpPr/>
                <p:nvPr/>
              </p:nvSpPr>
              <p:spPr>
                <a:xfrm>
                  <a:off x="2061585" y="189005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6" name="Freeform: Shape 1545">
                  <a:extLst>
                    <a:ext uri="{FF2B5EF4-FFF2-40B4-BE49-F238E27FC236}">
                      <a16:creationId xmlns:a16="http://schemas.microsoft.com/office/drawing/2014/main" id="{F755A4D5-52C8-5193-5FF3-0EFFA073C4D0}"/>
                    </a:ext>
                  </a:extLst>
                </p:cNvPr>
                <p:cNvSpPr/>
                <p:nvPr/>
              </p:nvSpPr>
              <p:spPr>
                <a:xfrm>
                  <a:off x="2442535" y="3868226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7" name="Freeform: Shape 1546">
                  <a:extLst>
                    <a:ext uri="{FF2B5EF4-FFF2-40B4-BE49-F238E27FC236}">
                      <a16:creationId xmlns:a16="http://schemas.microsoft.com/office/drawing/2014/main" id="{0A44204A-A81C-6FB1-6C10-48321E861AE5}"/>
                    </a:ext>
                  </a:extLst>
                </p:cNvPr>
                <p:cNvSpPr/>
                <p:nvPr/>
              </p:nvSpPr>
              <p:spPr>
                <a:xfrm>
                  <a:off x="2837012" y="5238293"/>
                  <a:ext cx="31558" cy="34191"/>
                </a:xfrm>
                <a:custGeom>
                  <a:avLst/>
                  <a:gdLst>
                    <a:gd name="connsiteX0" fmla="*/ 6667 w 13335"/>
                    <a:gd name="connsiteY0" fmla="*/ 0 h 13335"/>
                    <a:gd name="connsiteX1" fmla="*/ 13335 w 13335"/>
                    <a:gd name="connsiteY1" fmla="*/ 6668 h 13335"/>
                    <a:gd name="connsiteX2" fmla="*/ 6667 w 13335"/>
                    <a:gd name="connsiteY2" fmla="*/ 13335 h 13335"/>
                    <a:gd name="connsiteX3" fmla="*/ 0 w 13335"/>
                    <a:gd name="connsiteY3" fmla="*/ 6668 h 13335"/>
                    <a:gd name="connsiteX4" fmla="*/ 6667 w 13335"/>
                    <a:gd name="connsiteY4" fmla="*/ 0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5">
                      <a:moveTo>
                        <a:pt x="6667" y="0"/>
                      </a:moveTo>
                      <a:cubicBezTo>
                        <a:pt x="10477" y="0"/>
                        <a:pt x="13335" y="2858"/>
                        <a:pt x="13335" y="6668"/>
                      </a:cubicBezTo>
                      <a:cubicBezTo>
                        <a:pt x="13335" y="10478"/>
                        <a:pt x="10477" y="13335"/>
                        <a:pt x="6667" y="13335"/>
                      </a:cubicBezTo>
                      <a:cubicBezTo>
                        <a:pt x="2857" y="13335"/>
                        <a:pt x="0" y="10478"/>
                        <a:pt x="0" y="6668"/>
                      </a:cubicBezTo>
                      <a:cubicBezTo>
                        <a:pt x="0" y="2858"/>
                        <a:pt x="3810" y="0"/>
                        <a:pt x="666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8" name="Freeform: Shape 1547">
                  <a:extLst>
                    <a:ext uri="{FF2B5EF4-FFF2-40B4-BE49-F238E27FC236}">
                      <a16:creationId xmlns:a16="http://schemas.microsoft.com/office/drawing/2014/main" id="{1DEC3B1A-C1F8-2CDD-8A70-5815C722E408}"/>
                    </a:ext>
                  </a:extLst>
                </p:cNvPr>
                <p:cNvSpPr/>
                <p:nvPr/>
              </p:nvSpPr>
              <p:spPr>
                <a:xfrm>
                  <a:off x="2760371" y="3553183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9" name="Freeform: Shape 1548">
                  <a:extLst>
                    <a:ext uri="{FF2B5EF4-FFF2-40B4-BE49-F238E27FC236}">
                      <a16:creationId xmlns:a16="http://schemas.microsoft.com/office/drawing/2014/main" id="{BBEE7CBA-BC98-33D3-636B-1BCADCA2B885}"/>
                    </a:ext>
                  </a:extLst>
                </p:cNvPr>
                <p:cNvSpPr/>
                <p:nvPr/>
              </p:nvSpPr>
              <p:spPr>
                <a:xfrm>
                  <a:off x="2575531" y="4766952"/>
                  <a:ext cx="31558" cy="34188"/>
                </a:xfrm>
                <a:custGeom>
                  <a:avLst/>
                  <a:gdLst>
                    <a:gd name="connsiteX0" fmla="*/ 13335 w 13335"/>
                    <a:gd name="connsiteY0" fmla="*/ 6668 h 13334"/>
                    <a:gd name="connsiteX1" fmla="*/ 6668 w 13335"/>
                    <a:gd name="connsiteY1" fmla="*/ 13335 h 13334"/>
                    <a:gd name="connsiteX2" fmla="*/ 0 w 13335"/>
                    <a:gd name="connsiteY2" fmla="*/ 6668 h 13334"/>
                    <a:gd name="connsiteX3" fmla="*/ 6668 w 13335"/>
                    <a:gd name="connsiteY3" fmla="*/ 0 h 13334"/>
                    <a:gd name="connsiteX4" fmla="*/ 13335 w 13335"/>
                    <a:gd name="connsiteY4" fmla="*/ 6668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13335" y="6668"/>
                      </a:moveTo>
                      <a:cubicBezTo>
                        <a:pt x="13335" y="10350"/>
                        <a:pt x="10350" y="13335"/>
                        <a:pt x="6668" y="13335"/>
                      </a:cubicBezTo>
                      <a:cubicBezTo>
                        <a:pt x="2985" y="13335"/>
                        <a:pt x="0" y="10350"/>
                        <a:pt x="0" y="6668"/>
                      </a:cubicBezTo>
                      <a:cubicBezTo>
                        <a:pt x="0" y="2985"/>
                        <a:pt x="2985" y="0"/>
                        <a:pt x="6668" y="0"/>
                      </a:cubicBezTo>
                      <a:cubicBezTo>
                        <a:pt x="10350" y="0"/>
                        <a:pt x="13335" y="2985"/>
                        <a:pt x="13335" y="666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0" name="Freeform: Shape 1549">
                  <a:extLst>
                    <a:ext uri="{FF2B5EF4-FFF2-40B4-BE49-F238E27FC236}">
                      <a16:creationId xmlns:a16="http://schemas.microsoft.com/office/drawing/2014/main" id="{657B7687-E58F-CF0B-21DC-7DC1B9DC0889}"/>
                    </a:ext>
                  </a:extLst>
                </p:cNvPr>
                <p:cNvSpPr/>
                <p:nvPr/>
              </p:nvSpPr>
              <p:spPr>
                <a:xfrm>
                  <a:off x="2043552" y="381449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1" name="Freeform: Shape 1550">
                  <a:extLst>
                    <a:ext uri="{FF2B5EF4-FFF2-40B4-BE49-F238E27FC236}">
                      <a16:creationId xmlns:a16="http://schemas.microsoft.com/office/drawing/2014/main" id="{91026D65-1C61-F490-B6BB-7B67A54B062E}"/>
                    </a:ext>
                  </a:extLst>
                </p:cNvPr>
                <p:cNvSpPr/>
                <p:nvPr/>
              </p:nvSpPr>
              <p:spPr>
                <a:xfrm>
                  <a:off x="2426755" y="4913483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8098" y="0"/>
                        <a:pt x="22860" y="4763"/>
                        <a:pt x="22860" y="11430"/>
                      </a:cubicBezTo>
                      <a:cubicBezTo>
                        <a:pt x="22860" y="18097"/>
                        <a:pt x="18098" y="22860"/>
                        <a:pt x="11430" y="22860"/>
                      </a:cubicBezTo>
                      <a:cubicBezTo>
                        <a:pt x="4763" y="22860"/>
                        <a:pt x="0" y="18097"/>
                        <a:pt x="0" y="11430"/>
                      </a:cubicBezTo>
                      <a:cubicBezTo>
                        <a:pt x="0" y="4763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2" name="Freeform: Shape 1551">
                  <a:extLst>
                    <a:ext uri="{FF2B5EF4-FFF2-40B4-BE49-F238E27FC236}">
                      <a16:creationId xmlns:a16="http://schemas.microsoft.com/office/drawing/2014/main" id="{6C57C297-5926-F58E-C48F-D2D19107FD8E}"/>
                    </a:ext>
                  </a:extLst>
                </p:cNvPr>
                <p:cNvSpPr/>
                <p:nvPr/>
              </p:nvSpPr>
              <p:spPr>
                <a:xfrm>
                  <a:off x="2133718" y="422234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3" name="Freeform: Shape 1552">
                  <a:extLst>
                    <a:ext uri="{FF2B5EF4-FFF2-40B4-BE49-F238E27FC236}">
                      <a16:creationId xmlns:a16="http://schemas.microsoft.com/office/drawing/2014/main" id="{EFF6AB5B-2220-4617-F8C9-5345073CD524}"/>
                    </a:ext>
                  </a:extLst>
                </p:cNvPr>
                <p:cNvSpPr/>
                <p:nvPr/>
              </p:nvSpPr>
              <p:spPr>
                <a:xfrm>
                  <a:off x="2124701" y="524317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4" name="Freeform: Shape 1553">
                  <a:extLst>
                    <a:ext uri="{FF2B5EF4-FFF2-40B4-BE49-F238E27FC236}">
                      <a16:creationId xmlns:a16="http://schemas.microsoft.com/office/drawing/2014/main" id="{3BB9FE1B-5E42-CBD3-6993-AC499B129EEA}"/>
                    </a:ext>
                  </a:extLst>
                </p:cNvPr>
                <p:cNvSpPr/>
                <p:nvPr/>
              </p:nvSpPr>
              <p:spPr>
                <a:xfrm>
                  <a:off x="1930845" y="3755883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5" name="Freeform: Shape 1554">
                  <a:extLst>
                    <a:ext uri="{FF2B5EF4-FFF2-40B4-BE49-F238E27FC236}">
                      <a16:creationId xmlns:a16="http://schemas.microsoft.com/office/drawing/2014/main" id="{5B4AA0A3-AAC8-D063-FFB4-3DEEE5F29CA5}"/>
                    </a:ext>
                  </a:extLst>
                </p:cNvPr>
                <p:cNvSpPr/>
                <p:nvPr/>
              </p:nvSpPr>
              <p:spPr>
                <a:xfrm>
                  <a:off x="1736988" y="4979421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6" name="Freeform: Shape 1555">
                  <a:extLst>
                    <a:ext uri="{FF2B5EF4-FFF2-40B4-BE49-F238E27FC236}">
                      <a16:creationId xmlns:a16="http://schemas.microsoft.com/office/drawing/2014/main" id="{4F60FFBE-8796-A920-A550-2065E5EF01FE}"/>
                    </a:ext>
                  </a:extLst>
                </p:cNvPr>
                <p:cNvSpPr/>
                <p:nvPr/>
              </p:nvSpPr>
              <p:spPr>
                <a:xfrm>
                  <a:off x="1833915" y="5094205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7" name="Freeform: Shape 1556">
                  <a:extLst>
                    <a:ext uri="{FF2B5EF4-FFF2-40B4-BE49-F238E27FC236}">
                      <a16:creationId xmlns:a16="http://schemas.microsoft.com/office/drawing/2014/main" id="{74047A49-17BD-9FC6-3470-FDF5BCC5E0D4}"/>
                    </a:ext>
                  </a:extLst>
                </p:cNvPr>
                <p:cNvSpPr/>
                <p:nvPr/>
              </p:nvSpPr>
              <p:spPr>
                <a:xfrm>
                  <a:off x="1626533" y="4349336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8" name="Freeform: Shape 1557">
                  <a:extLst>
                    <a:ext uri="{FF2B5EF4-FFF2-40B4-BE49-F238E27FC236}">
                      <a16:creationId xmlns:a16="http://schemas.microsoft.com/office/drawing/2014/main" id="{684BA580-5C0A-221B-F003-F6DB40FE2F57}"/>
                    </a:ext>
                  </a:extLst>
                </p:cNvPr>
                <p:cNvSpPr/>
                <p:nvPr/>
              </p:nvSpPr>
              <p:spPr>
                <a:xfrm>
                  <a:off x="2007483" y="501361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9" name="Freeform: Shape 1558">
                  <a:extLst>
                    <a:ext uri="{FF2B5EF4-FFF2-40B4-BE49-F238E27FC236}">
                      <a16:creationId xmlns:a16="http://schemas.microsoft.com/office/drawing/2014/main" id="{19025B26-8557-C9A3-CADC-2FEBDF3C8101}"/>
                    </a:ext>
                  </a:extLst>
                </p:cNvPr>
                <p:cNvSpPr/>
                <p:nvPr/>
              </p:nvSpPr>
              <p:spPr>
                <a:xfrm>
                  <a:off x="2359133" y="223928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0" name="Freeform: Shape 1559">
                  <a:extLst>
                    <a:ext uri="{FF2B5EF4-FFF2-40B4-BE49-F238E27FC236}">
                      <a16:creationId xmlns:a16="http://schemas.microsoft.com/office/drawing/2014/main" id="{5EA6219B-7EA3-B18D-642E-E17F91E19093}"/>
                    </a:ext>
                  </a:extLst>
                </p:cNvPr>
                <p:cNvSpPr/>
                <p:nvPr/>
              </p:nvSpPr>
              <p:spPr>
                <a:xfrm>
                  <a:off x="1973672" y="217578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1" name="Freeform: Shape 1560">
                  <a:extLst>
                    <a:ext uri="{FF2B5EF4-FFF2-40B4-BE49-F238E27FC236}">
                      <a16:creationId xmlns:a16="http://schemas.microsoft.com/office/drawing/2014/main" id="{F440C4BB-A87E-C970-C001-A94FB6541E6E}"/>
                    </a:ext>
                  </a:extLst>
                </p:cNvPr>
                <p:cNvSpPr/>
                <p:nvPr/>
              </p:nvSpPr>
              <p:spPr>
                <a:xfrm>
                  <a:off x="2622867" y="268132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2" name="Freeform: Shape 1561">
                  <a:extLst>
                    <a:ext uri="{FF2B5EF4-FFF2-40B4-BE49-F238E27FC236}">
                      <a16:creationId xmlns:a16="http://schemas.microsoft.com/office/drawing/2014/main" id="{6DC11A80-98FC-72BD-5A35-829DFF749489}"/>
                    </a:ext>
                  </a:extLst>
                </p:cNvPr>
                <p:cNvSpPr/>
                <p:nvPr/>
              </p:nvSpPr>
              <p:spPr>
                <a:xfrm>
                  <a:off x="2273130" y="2918214"/>
                  <a:ext cx="40918" cy="43957"/>
                </a:xfrm>
                <a:custGeom>
                  <a:avLst/>
                  <a:gdLst>
                    <a:gd name="connsiteX0" fmla="*/ 8718 w 17290"/>
                    <a:gd name="connsiteY0" fmla="*/ 0 h 17144"/>
                    <a:gd name="connsiteX1" fmla="*/ 17291 w 17290"/>
                    <a:gd name="connsiteY1" fmla="*/ 8572 h 17144"/>
                    <a:gd name="connsiteX2" fmla="*/ 8718 w 17290"/>
                    <a:gd name="connsiteY2" fmla="*/ 17145 h 17144"/>
                    <a:gd name="connsiteX3" fmla="*/ 146 w 17290"/>
                    <a:gd name="connsiteY3" fmla="*/ 8572 h 17144"/>
                    <a:gd name="connsiteX4" fmla="*/ 8718 w 17290"/>
                    <a:gd name="connsiteY4" fmla="*/ 0 h 1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90" h="17144">
                      <a:moveTo>
                        <a:pt x="8718" y="0"/>
                      </a:moveTo>
                      <a:cubicBezTo>
                        <a:pt x="13481" y="0"/>
                        <a:pt x="17291" y="3810"/>
                        <a:pt x="17291" y="8572"/>
                      </a:cubicBezTo>
                      <a:cubicBezTo>
                        <a:pt x="17291" y="13335"/>
                        <a:pt x="13481" y="17145"/>
                        <a:pt x="8718" y="17145"/>
                      </a:cubicBezTo>
                      <a:cubicBezTo>
                        <a:pt x="3956" y="17145"/>
                        <a:pt x="146" y="13335"/>
                        <a:pt x="146" y="8572"/>
                      </a:cubicBezTo>
                      <a:cubicBezTo>
                        <a:pt x="-807" y="4763"/>
                        <a:pt x="3003" y="0"/>
                        <a:pt x="871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3" name="Freeform: Shape 1562">
                  <a:extLst>
                    <a:ext uri="{FF2B5EF4-FFF2-40B4-BE49-F238E27FC236}">
                      <a16:creationId xmlns:a16="http://schemas.microsoft.com/office/drawing/2014/main" id="{A298D154-8FCC-0A5A-33E7-3D7C4ECD8A7F}"/>
                    </a:ext>
                  </a:extLst>
                </p:cNvPr>
                <p:cNvSpPr/>
                <p:nvPr/>
              </p:nvSpPr>
              <p:spPr>
                <a:xfrm>
                  <a:off x="2097649" y="539947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4" name="Freeform: Shape 1563">
                  <a:extLst>
                    <a:ext uri="{FF2B5EF4-FFF2-40B4-BE49-F238E27FC236}">
                      <a16:creationId xmlns:a16="http://schemas.microsoft.com/office/drawing/2014/main" id="{CA36F956-ACA4-4B22-C2E9-5C5A27A3691A}"/>
                    </a:ext>
                  </a:extLst>
                </p:cNvPr>
                <p:cNvSpPr/>
                <p:nvPr/>
              </p:nvSpPr>
              <p:spPr>
                <a:xfrm>
                  <a:off x="2386183" y="2725282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952" y="5715"/>
                        <a:pt x="6667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5" name="Freeform: Shape 1564">
                  <a:extLst>
                    <a:ext uri="{FF2B5EF4-FFF2-40B4-BE49-F238E27FC236}">
                      <a16:creationId xmlns:a16="http://schemas.microsoft.com/office/drawing/2014/main" id="{7A8BD1FB-E1E2-D729-3FA7-FC08465BB08A}"/>
                    </a:ext>
                  </a:extLst>
                </p:cNvPr>
                <p:cNvSpPr/>
                <p:nvPr/>
              </p:nvSpPr>
              <p:spPr>
                <a:xfrm>
                  <a:off x="2140479" y="342130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6" name="Freeform: Shape 1565">
                  <a:extLst>
                    <a:ext uri="{FF2B5EF4-FFF2-40B4-BE49-F238E27FC236}">
                      <a16:creationId xmlns:a16="http://schemas.microsoft.com/office/drawing/2014/main" id="{CABD5F2B-4E02-25BB-F7C7-615D9429A108}"/>
                    </a:ext>
                  </a:extLst>
                </p:cNvPr>
                <p:cNvSpPr/>
                <p:nvPr/>
              </p:nvSpPr>
              <p:spPr>
                <a:xfrm>
                  <a:off x="2158512" y="5135721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7" name="Freeform: Shape 1566">
                  <a:extLst>
                    <a:ext uri="{FF2B5EF4-FFF2-40B4-BE49-F238E27FC236}">
                      <a16:creationId xmlns:a16="http://schemas.microsoft.com/office/drawing/2014/main" id="{DBD98430-ED88-B333-54CF-F7F41C8807EF}"/>
                    </a:ext>
                  </a:extLst>
                </p:cNvPr>
                <p:cNvSpPr/>
                <p:nvPr/>
              </p:nvSpPr>
              <p:spPr>
                <a:xfrm>
                  <a:off x="1939859" y="4832890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6668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8" name="Freeform: Shape 1567">
                  <a:extLst>
                    <a:ext uri="{FF2B5EF4-FFF2-40B4-BE49-F238E27FC236}">
                      <a16:creationId xmlns:a16="http://schemas.microsoft.com/office/drawing/2014/main" id="{EB406C5D-7C59-7268-47D5-2CCF0A96AF05}"/>
                    </a:ext>
                  </a:extLst>
                </p:cNvPr>
                <p:cNvSpPr/>
                <p:nvPr/>
              </p:nvSpPr>
              <p:spPr>
                <a:xfrm>
                  <a:off x="1777562" y="371192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9" name="Freeform: Shape 1568">
                  <a:extLst>
                    <a:ext uri="{FF2B5EF4-FFF2-40B4-BE49-F238E27FC236}">
                      <a16:creationId xmlns:a16="http://schemas.microsoft.com/office/drawing/2014/main" id="{9B5325AD-C633-ACCB-2E0A-B3E38460C30F}"/>
                    </a:ext>
                  </a:extLst>
                </p:cNvPr>
                <p:cNvSpPr/>
                <p:nvPr/>
              </p:nvSpPr>
              <p:spPr>
                <a:xfrm>
                  <a:off x="1766290" y="489883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0" name="Freeform: Shape 1569">
                  <a:extLst>
                    <a:ext uri="{FF2B5EF4-FFF2-40B4-BE49-F238E27FC236}">
                      <a16:creationId xmlns:a16="http://schemas.microsoft.com/office/drawing/2014/main" id="{50FA7EA5-D68D-3D59-4F71-21A9043C7085}"/>
                    </a:ext>
                  </a:extLst>
                </p:cNvPr>
                <p:cNvSpPr/>
                <p:nvPr/>
              </p:nvSpPr>
              <p:spPr>
                <a:xfrm>
                  <a:off x="1975927" y="1897379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1" name="Freeform: Shape 1570">
                  <a:extLst>
                    <a:ext uri="{FF2B5EF4-FFF2-40B4-BE49-F238E27FC236}">
                      <a16:creationId xmlns:a16="http://schemas.microsoft.com/office/drawing/2014/main" id="{D4AE6DC9-FF86-D459-1802-7098583319E0}"/>
                    </a:ext>
                  </a:extLst>
                </p:cNvPr>
                <p:cNvSpPr/>
                <p:nvPr/>
              </p:nvSpPr>
              <p:spPr>
                <a:xfrm>
                  <a:off x="2316303" y="316487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6667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2" name="Freeform: Shape 1571">
                  <a:extLst>
                    <a:ext uri="{FF2B5EF4-FFF2-40B4-BE49-F238E27FC236}">
                      <a16:creationId xmlns:a16="http://schemas.microsoft.com/office/drawing/2014/main" id="{DE5F616A-9FB9-F100-D3F5-DBE857317F23}"/>
                    </a:ext>
                  </a:extLst>
                </p:cNvPr>
                <p:cNvSpPr/>
                <p:nvPr/>
              </p:nvSpPr>
              <p:spPr>
                <a:xfrm>
                  <a:off x="2451552" y="4972096"/>
                  <a:ext cx="54097" cy="58610"/>
                </a:xfrm>
                <a:custGeom>
                  <a:avLst/>
                  <a:gdLst>
                    <a:gd name="connsiteX0" fmla="*/ 11430 w 22859"/>
                    <a:gd name="connsiteY0" fmla="*/ 0 h 22859"/>
                    <a:gd name="connsiteX1" fmla="*/ 22860 w 22859"/>
                    <a:gd name="connsiteY1" fmla="*/ 11430 h 22859"/>
                    <a:gd name="connsiteX2" fmla="*/ 11430 w 22859"/>
                    <a:gd name="connsiteY2" fmla="*/ 22860 h 22859"/>
                    <a:gd name="connsiteX3" fmla="*/ 0 w 22859"/>
                    <a:gd name="connsiteY3" fmla="*/ 11430 h 22859"/>
                    <a:gd name="connsiteX4" fmla="*/ 11430 w 22859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59" h="22859">
                      <a:moveTo>
                        <a:pt x="11430" y="0"/>
                      </a:moveTo>
                      <a:cubicBezTo>
                        <a:pt x="17145" y="0"/>
                        <a:pt x="22860" y="4763"/>
                        <a:pt x="22860" y="11430"/>
                      </a:cubicBezTo>
                      <a:cubicBezTo>
                        <a:pt x="22860" y="17145"/>
                        <a:pt x="18097" y="22860"/>
                        <a:pt x="11430" y="22860"/>
                      </a:cubicBezTo>
                      <a:cubicBezTo>
                        <a:pt x="5715" y="22860"/>
                        <a:pt x="0" y="18097"/>
                        <a:pt x="0" y="11430"/>
                      </a:cubicBezTo>
                      <a:cubicBezTo>
                        <a:pt x="0" y="4763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3" name="Freeform: Shape 1572">
                  <a:extLst>
                    <a:ext uri="{FF2B5EF4-FFF2-40B4-BE49-F238E27FC236}">
                      <a16:creationId xmlns:a16="http://schemas.microsoft.com/office/drawing/2014/main" id="{2EE8A057-95BD-3E32-020B-021C77F7108B}"/>
                    </a:ext>
                  </a:extLst>
                </p:cNvPr>
                <p:cNvSpPr/>
                <p:nvPr/>
              </p:nvSpPr>
              <p:spPr>
                <a:xfrm>
                  <a:off x="2884348" y="258119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4" name="Freeform: Shape 1573">
                  <a:extLst>
                    <a:ext uri="{FF2B5EF4-FFF2-40B4-BE49-F238E27FC236}">
                      <a16:creationId xmlns:a16="http://schemas.microsoft.com/office/drawing/2014/main" id="{EC8F99FE-57CA-FC61-480F-869F3A53CFAC}"/>
                    </a:ext>
                  </a:extLst>
                </p:cNvPr>
                <p:cNvSpPr/>
                <p:nvPr/>
              </p:nvSpPr>
              <p:spPr>
                <a:xfrm>
                  <a:off x="2737830" y="271551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5" name="Freeform: Shape 1574">
                  <a:extLst>
                    <a:ext uri="{FF2B5EF4-FFF2-40B4-BE49-F238E27FC236}">
                      <a16:creationId xmlns:a16="http://schemas.microsoft.com/office/drawing/2014/main" id="{392A6373-F59E-5928-C3B3-143F0E3008D9}"/>
                    </a:ext>
                  </a:extLst>
                </p:cNvPr>
                <p:cNvSpPr/>
                <p:nvPr/>
              </p:nvSpPr>
              <p:spPr>
                <a:xfrm>
                  <a:off x="1640058" y="508932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6" name="Freeform: Shape 1575">
                  <a:extLst>
                    <a:ext uri="{FF2B5EF4-FFF2-40B4-BE49-F238E27FC236}">
                      <a16:creationId xmlns:a16="http://schemas.microsoft.com/office/drawing/2014/main" id="{E349B8D0-0BE1-D0EC-11B8-42A503FAA009}"/>
                    </a:ext>
                  </a:extLst>
                </p:cNvPr>
                <p:cNvSpPr/>
                <p:nvPr/>
              </p:nvSpPr>
              <p:spPr>
                <a:xfrm>
                  <a:off x="2593562" y="4280955"/>
                  <a:ext cx="40575" cy="43959"/>
                </a:xfrm>
                <a:custGeom>
                  <a:avLst/>
                  <a:gdLst>
                    <a:gd name="connsiteX0" fmla="*/ 8573 w 17145"/>
                    <a:gd name="connsiteY0" fmla="*/ 0 h 17145"/>
                    <a:gd name="connsiteX1" fmla="*/ 17145 w 17145"/>
                    <a:gd name="connsiteY1" fmla="*/ 8573 h 17145"/>
                    <a:gd name="connsiteX2" fmla="*/ 8573 w 17145"/>
                    <a:gd name="connsiteY2" fmla="*/ 17145 h 17145"/>
                    <a:gd name="connsiteX3" fmla="*/ 0 w 17145"/>
                    <a:gd name="connsiteY3" fmla="*/ 8573 h 17145"/>
                    <a:gd name="connsiteX4" fmla="*/ 8573 w 17145"/>
                    <a:gd name="connsiteY4" fmla="*/ 0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3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3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7" name="Freeform: Shape 1576">
                  <a:extLst>
                    <a:ext uri="{FF2B5EF4-FFF2-40B4-BE49-F238E27FC236}">
                      <a16:creationId xmlns:a16="http://schemas.microsoft.com/office/drawing/2014/main" id="{1E97164A-E102-DC9B-5093-D99BAC60F953}"/>
                    </a:ext>
                  </a:extLst>
                </p:cNvPr>
                <p:cNvSpPr/>
                <p:nvPr/>
              </p:nvSpPr>
              <p:spPr>
                <a:xfrm>
                  <a:off x="2334336" y="236872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8" name="Freeform: Shape 1577">
                  <a:extLst>
                    <a:ext uri="{FF2B5EF4-FFF2-40B4-BE49-F238E27FC236}">
                      <a16:creationId xmlns:a16="http://schemas.microsoft.com/office/drawing/2014/main" id="{3D15E779-DE23-787B-3917-8F7F0CB1F8AF}"/>
                    </a:ext>
                  </a:extLst>
                </p:cNvPr>
                <p:cNvSpPr/>
                <p:nvPr/>
              </p:nvSpPr>
              <p:spPr>
                <a:xfrm>
                  <a:off x="2548479" y="3711926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9" name="Freeform: Shape 1578">
                  <a:extLst>
                    <a:ext uri="{FF2B5EF4-FFF2-40B4-BE49-F238E27FC236}">
                      <a16:creationId xmlns:a16="http://schemas.microsoft.com/office/drawing/2014/main" id="{DDD3EC91-74FE-43A6-D192-6E3FF8904DDD}"/>
                    </a:ext>
                  </a:extLst>
                </p:cNvPr>
                <p:cNvSpPr/>
                <p:nvPr/>
              </p:nvSpPr>
              <p:spPr>
                <a:xfrm>
                  <a:off x="2011992" y="4876849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0" name="Freeform: Shape 1579">
                  <a:extLst>
                    <a:ext uri="{FF2B5EF4-FFF2-40B4-BE49-F238E27FC236}">
                      <a16:creationId xmlns:a16="http://schemas.microsoft.com/office/drawing/2014/main" id="{A3F252B2-A28C-499E-A716-30E0EB0EE990}"/>
                    </a:ext>
                  </a:extLst>
                </p:cNvPr>
                <p:cNvSpPr/>
                <p:nvPr/>
              </p:nvSpPr>
              <p:spPr>
                <a:xfrm>
                  <a:off x="2600325" y="225393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1" name="Freeform: Shape 1580">
                  <a:extLst>
                    <a:ext uri="{FF2B5EF4-FFF2-40B4-BE49-F238E27FC236}">
                      <a16:creationId xmlns:a16="http://schemas.microsoft.com/office/drawing/2014/main" id="{6871BEBA-5699-50B2-4FBD-E3C2FBA4E350}"/>
                    </a:ext>
                  </a:extLst>
                </p:cNvPr>
                <p:cNvSpPr/>
                <p:nvPr/>
              </p:nvSpPr>
              <p:spPr>
                <a:xfrm>
                  <a:off x="1989450" y="2366279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2" name="Freeform: Shape 1581">
                  <a:extLst>
                    <a:ext uri="{FF2B5EF4-FFF2-40B4-BE49-F238E27FC236}">
                      <a16:creationId xmlns:a16="http://schemas.microsoft.com/office/drawing/2014/main" id="{297B58EF-7FE2-C130-F5D4-31F3B9404951}"/>
                    </a:ext>
                  </a:extLst>
                </p:cNvPr>
                <p:cNvSpPr/>
                <p:nvPr/>
              </p:nvSpPr>
              <p:spPr>
                <a:xfrm>
                  <a:off x="2408724" y="5597296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002" y="0"/>
                        <a:pt x="26670" y="5715"/>
                        <a:pt x="26670" y="13335"/>
                      </a:cubicBezTo>
                      <a:cubicBezTo>
                        <a:pt x="26670" y="20002"/>
                        <a:pt x="20955" y="26670"/>
                        <a:pt x="13335" y="26670"/>
                      </a:cubicBezTo>
                      <a:cubicBezTo>
                        <a:pt x="6667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3" name="Freeform: Shape 1582">
                  <a:extLst>
                    <a:ext uri="{FF2B5EF4-FFF2-40B4-BE49-F238E27FC236}">
                      <a16:creationId xmlns:a16="http://schemas.microsoft.com/office/drawing/2014/main" id="{B2CF252A-1462-1717-6E6B-4FA8F4963BBA}"/>
                    </a:ext>
                  </a:extLst>
                </p:cNvPr>
                <p:cNvSpPr/>
                <p:nvPr/>
              </p:nvSpPr>
              <p:spPr>
                <a:xfrm>
                  <a:off x="2190070" y="3389555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4" name="Freeform: Shape 1583">
                  <a:extLst>
                    <a:ext uri="{FF2B5EF4-FFF2-40B4-BE49-F238E27FC236}">
                      <a16:creationId xmlns:a16="http://schemas.microsoft.com/office/drawing/2014/main" id="{D2CD93C4-FC15-916D-DDF7-916D1E91EC77}"/>
                    </a:ext>
                  </a:extLst>
                </p:cNvPr>
                <p:cNvSpPr/>
                <p:nvPr/>
              </p:nvSpPr>
              <p:spPr>
                <a:xfrm>
                  <a:off x="2307286" y="215869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5" name="Freeform: Shape 1584">
                  <a:extLst>
                    <a:ext uri="{FF2B5EF4-FFF2-40B4-BE49-F238E27FC236}">
                      <a16:creationId xmlns:a16="http://schemas.microsoft.com/office/drawing/2014/main" id="{D7333D67-9C2F-E2BA-6314-87F4113A7F4D}"/>
                    </a:ext>
                  </a:extLst>
                </p:cNvPr>
                <p:cNvSpPr/>
                <p:nvPr/>
              </p:nvSpPr>
              <p:spPr>
                <a:xfrm>
                  <a:off x="1933097" y="234918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6" name="Freeform: Shape 1585">
                  <a:extLst>
                    <a:ext uri="{FF2B5EF4-FFF2-40B4-BE49-F238E27FC236}">
                      <a16:creationId xmlns:a16="http://schemas.microsoft.com/office/drawing/2014/main" id="{94622215-F089-E1D5-ECB2-003293A469CA}"/>
                    </a:ext>
                  </a:extLst>
                </p:cNvPr>
                <p:cNvSpPr/>
                <p:nvPr/>
              </p:nvSpPr>
              <p:spPr>
                <a:xfrm>
                  <a:off x="1953386" y="5421456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7" name="Freeform: Shape 1586">
                  <a:extLst>
                    <a:ext uri="{FF2B5EF4-FFF2-40B4-BE49-F238E27FC236}">
                      <a16:creationId xmlns:a16="http://schemas.microsoft.com/office/drawing/2014/main" id="{939D32A2-F066-580D-1977-765F53E627E4}"/>
                    </a:ext>
                  </a:extLst>
                </p:cNvPr>
                <p:cNvSpPr/>
                <p:nvPr/>
              </p:nvSpPr>
              <p:spPr>
                <a:xfrm>
                  <a:off x="2296017" y="2649573"/>
                  <a:ext cx="58605" cy="63494"/>
                </a:xfrm>
                <a:custGeom>
                  <a:avLst/>
                  <a:gdLst>
                    <a:gd name="connsiteX0" fmla="*/ 12382 w 24764"/>
                    <a:gd name="connsiteY0" fmla="*/ 0 h 24764"/>
                    <a:gd name="connsiteX1" fmla="*/ 24765 w 24764"/>
                    <a:gd name="connsiteY1" fmla="*/ 12382 h 24764"/>
                    <a:gd name="connsiteX2" fmla="*/ 12382 w 24764"/>
                    <a:gd name="connsiteY2" fmla="*/ 24765 h 24764"/>
                    <a:gd name="connsiteX3" fmla="*/ 0 w 24764"/>
                    <a:gd name="connsiteY3" fmla="*/ 12382 h 24764"/>
                    <a:gd name="connsiteX4" fmla="*/ 12382 w 24764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4763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8" name="Freeform: Shape 1587">
                  <a:extLst>
                    <a:ext uri="{FF2B5EF4-FFF2-40B4-BE49-F238E27FC236}">
                      <a16:creationId xmlns:a16="http://schemas.microsoft.com/office/drawing/2014/main" id="{2B1E73FE-D6A4-002D-AFB9-1F6F515F5407}"/>
                    </a:ext>
                  </a:extLst>
                </p:cNvPr>
                <p:cNvSpPr/>
                <p:nvPr/>
              </p:nvSpPr>
              <p:spPr>
                <a:xfrm>
                  <a:off x="2636392" y="236627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9" name="Freeform: Shape 1588">
                  <a:extLst>
                    <a:ext uri="{FF2B5EF4-FFF2-40B4-BE49-F238E27FC236}">
                      <a16:creationId xmlns:a16="http://schemas.microsoft.com/office/drawing/2014/main" id="{EF1B21EF-2DE8-79FE-870D-B835EDF4A53D}"/>
                    </a:ext>
                  </a:extLst>
                </p:cNvPr>
                <p:cNvSpPr/>
                <p:nvPr/>
              </p:nvSpPr>
              <p:spPr>
                <a:xfrm>
                  <a:off x="2138226" y="365331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0" name="Freeform: Shape 1589">
                  <a:extLst>
                    <a:ext uri="{FF2B5EF4-FFF2-40B4-BE49-F238E27FC236}">
                      <a16:creationId xmlns:a16="http://schemas.microsoft.com/office/drawing/2014/main" id="{AC8CA14A-80BC-2C75-2075-AE381A202615}"/>
                    </a:ext>
                  </a:extLst>
                </p:cNvPr>
                <p:cNvSpPr/>
                <p:nvPr/>
              </p:nvSpPr>
              <p:spPr>
                <a:xfrm>
                  <a:off x="1818137" y="3975680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1" name="Freeform: Shape 1590">
                  <a:extLst>
                    <a:ext uri="{FF2B5EF4-FFF2-40B4-BE49-F238E27FC236}">
                      <a16:creationId xmlns:a16="http://schemas.microsoft.com/office/drawing/2014/main" id="{E199D48D-9063-2741-CEF4-0E9E4713E967}"/>
                    </a:ext>
                  </a:extLst>
                </p:cNvPr>
                <p:cNvSpPr/>
                <p:nvPr/>
              </p:nvSpPr>
              <p:spPr>
                <a:xfrm>
                  <a:off x="2097649" y="428828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2" name="Freeform: Shape 1591">
                  <a:extLst>
                    <a:ext uri="{FF2B5EF4-FFF2-40B4-BE49-F238E27FC236}">
                      <a16:creationId xmlns:a16="http://schemas.microsoft.com/office/drawing/2014/main" id="{26EF6707-A766-37F1-3AD0-B5B1B018CFB6}"/>
                    </a:ext>
                  </a:extLst>
                </p:cNvPr>
                <p:cNvSpPr/>
                <p:nvPr/>
              </p:nvSpPr>
              <p:spPr>
                <a:xfrm>
                  <a:off x="1646819" y="211717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3" name="Freeform: Shape 1592">
                  <a:extLst>
                    <a:ext uri="{FF2B5EF4-FFF2-40B4-BE49-F238E27FC236}">
                      <a16:creationId xmlns:a16="http://schemas.microsoft.com/office/drawing/2014/main" id="{B9813819-2F86-51AE-F922-AFEACD897B99}"/>
                    </a:ext>
                  </a:extLst>
                </p:cNvPr>
                <p:cNvSpPr/>
                <p:nvPr/>
              </p:nvSpPr>
              <p:spPr>
                <a:xfrm>
                  <a:off x="1876745" y="224416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4" name="Freeform: Shape 1593">
                  <a:extLst>
                    <a:ext uri="{FF2B5EF4-FFF2-40B4-BE49-F238E27FC236}">
                      <a16:creationId xmlns:a16="http://schemas.microsoft.com/office/drawing/2014/main" id="{C373C803-9D8F-5E8F-6791-63635ECD8F41}"/>
                    </a:ext>
                  </a:extLst>
                </p:cNvPr>
                <p:cNvSpPr/>
                <p:nvPr/>
              </p:nvSpPr>
              <p:spPr>
                <a:xfrm>
                  <a:off x="1741496" y="380717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5" name="Freeform: Shape 1594">
                  <a:extLst>
                    <a:ext uri="{FF2B5EF4-FFF2-40B4-BE49-F238E27FC236}">
                      <a16:creationId xmlns:a16="http://schemas.microsoft.com/office/drawing/2014/main" id="{1E30739B-1F97-D785-F85D-8DC7C6148B8B}"/>
                    </a:ext>
                  </a:extLst>
                </p:cNvPr>
                <p:cNvSpPr/>
                <p:nvPr/>
              </p:nvSpPr>
              <p:spPr>
                <a:xfrm>
                  <a:off x="2435556" y="4080695"/>
                  <a:ext cx="63332" cy="68381"/>
                </a:xfrm>
                <a:custGeom>
                  <a:avLst/>
                  <a:gdLst>
                    <a:gd name="connsiteX0" fmla="*/ 13426 w 26761"/>
                    <a:gd name="connsiteY0" fmla="*/ 0 h 26670"/>
                    <a:gd name="connsiteX1" fmla="*/ 26761 w 26761"/>
                    <a:gd name="connsiteY1" fmla="*/ 13335 h 26670"/>
                    <a:gd name="connsiteX2" fmla="*/ 13426 w 26761"/>
                    <a:gd name="connsiteY2" fmla="*/ 26670 h 26670"/>
                    <a:gd name="connsiteX3" fmla="*/ 91 w 26761"/>
                    <a:gd name="connsiteY3" fmla="*/ 13335 h 26670"/>
                    <a:gd name="connsiteX4" fmla="*/ 13426 w 26761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761" h="26670">
                      <a:moveTo>
                        <a:pt x="13426" y="0"/>
                      </a:moveTo>
                      <a:cubicBezTo>
                        <a:pt x="21046" y="0"/>
                        <a:pt x="26761" y="5715"/>
                        <a:pt x="26761" y="13335"/>
                      </a:cubicBezTo>
                      <a:cubicBezTo>
                        <a:pt x="26761" y="20955"/>
                        <a:pt x="21046" y="26670"/>
                        <a:pt x="13426" y="26670"/>
                      </a:cubicBezTo>
                      <a:cubicBezTo>
                        <a:pt x="5806" y="26670"/>
                        <a:pt x="91" y="20955"/>
                        <a:pt x="91" y="13335"/>
                      </a:cubicBezTo>
                      <a:cubicBezTo>
                        <a:pt x="-861" y="6667"/>
                        <a:pt x="5806" y="0"/>
                        <a:pt x="1342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6" name="Freeform: Shape 1595">
                  <a:extLst>
                    <a:ext uri="{FF2B5EF4-FFF2-40B4-BE49-F238E27FC236}">
                      <a16:creationId xmlns:a16="http://schemas.microsoft.com/office/drawing/2014/main" id="{C87040A1-86D1-8715-2A9C-48CC8A001101}"/>
                    </a:ext>
                  </a:extLst>
                </p:cNvPr>
                <p:cNvSpPr/>
                <p:nvPr/>
              </p:nvSpPr>
              <p:spPr>
                <a:xfrm>
                  <a:off x="2492126" y="320883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6668" y="32385"/>
                        <a:pt x="0" y="25717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7" name="Freeform: Shape 1596">
                  <a:extLst>
                    <a:ext uri="{FF2B5EF4-FFF2-40B4-BE49-F238E27FC236}">
                      <a16:creationId xmlns:a16="http://schemas.microsoft.com/office/drawing/2014/main" id="{43D44817-6ED0-3E4F-438B-01C46BF376D4}"/>
                    </a:ext>
                  </a:extLst>
                </p:cNvPr>
                <p:cNvSpPr/>
                <p:nvPr/>
              </p:nvSpPr>
              <p:spPr>
                <a:xfrm>
                  <a:off x="2726558" y="331873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8" name="Freeform: Shape 1597">
                  <a:extLst>
                    <a:ext uri="{FF2B5EF4-FFF2-40B4-BE49-F238E27FC236}">
                      <a16:creationId xmlns:a16="http://schemas.microsoft.com/office/drawing/2014/main" id="{8EA46134-85FE-5063-BA4A-C6525625600D}"/>
                    </a:ext>
                  </a:extLst>
                </p:cNvPr>
                <p:cNvSpPr/>
                <p:nvPr/>
              </p:nvSpPr>
              <p:spPr>
                <a:xfrm>
                  <a:off x="1996214" y="537994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9" name="Freeform: Shape 1598">
                  <a:extLst>
                    <a:ext uri="{FF2B5EF4-FFF2-40B4-BE49-F238E27FC236}">
                      <a16:creationId xmlns:a16="http://schemas.microsoft.com/office/drawing/2014/main" id="{309A31E8-464A-05CA-5CFD-BC8A363025C0}"/>
                    </a:ext>
                  </a:extLst>
                </p:cNvPr>
                <p:cNvSpPr/>
                <p:nvPr/>
              </p:nvSpPr>
              <p:spPr>
                <a:xfrm>
                  <a:off x="2471840" y="1843650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7 h 28575"/>
                    <a:gd name="connsiteX1" fmla="*/ 14287 w 28575"/>
                    <a:gd name="connsiteY1" fmla="*/ 28575 h 28575"/>
                    <a:gd name="connsiteX2" fmla="*/ 0 w 28575"/>
                    <a:gd name="connsiteY2" fmla="*/ 14287 h 28575"/>
                    <a:gd name="connsiteX3" fmla="*/ 14287 w 28575"/>
                    <a:gd name="connsiteY3" fmla="*/ 0 h 28575"/>
                    <a:gd name="connsiteX4" fmla="*/ 28575 w 28575"/>
                    <a:gd name="connsiteY4" fmla="*/ 14287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7"/>
                      </a:moveTo>
                      <a:cubicBezTo>
                        <a:pt x="28575" y="22178"/>
                        <a:pt x="22178" y="28575"/>
                        <a:pt x="14287" y="28575"/>
                      </a:cubicBezTo>
                      <a:cubicBezTo>
                        <a:pt x="6397" y="28575"/>
                        <a:pt x="0" y="22178"/>
                        <a:pt x="0" y="14287"/>
                      </a:cubicBezTo>
                      <a:cubicBezTo>
                        <a:pt x="0" y="6397"/>
                        <a:pt x="6397" y="0"/>
                        <a:pt x="14287" y="0"/>
                      </a:cubicBezTo>
                      <a:cubicBezTo>
                        <a:pt x="22178" y="0"/>
                        <a:pt x="28575" y="6397"/>
                        <a:pt x="28575" y="1428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0" name="Freeform: Shape 1599">
                  <a:extLst>
                    <a:ext uri="{FF2B5EF4-FFF2-40B4-BE49-F238E27FC236}">
                      <a16:creationId xmlns:a16="http://schemas.microsoft.com/office/drawing/2014/main" id="{567B1DFC-026F-09BE-0D9E-D94A48BB344F}"/>
                    </a:ext>
                  </a:extLst>
                </p:cNvPr>
                <p:cNvSpPr/>
                <p:nvPr/>
              </p:nvSpPr>
              <p:spPr>
                <a:xfrm>
                  <a:off x="2550519" y="3045207"/>
                  <a:ext cx="72346" cy="78150"/>
                </a:xfrm>
                <a:custGeom>
                  <a:avLst/>
                  <a:gdLst>
                    <a:gd name="connsiteX0" fmla="*/ 15331 w 30570"/>
                    <a:gd name="connsiteY0" fmla="*/ 0 h 30480"/>
                    <a:gd name="connsiteX1" fmla="*/ 30571 w 30570"/>
                    <a:gd name="connsiteY1" fmla="*/ 15240 h 30480"/>
                    <a:gd name="connsiteX2" fmla="*/ 15331 w 30570"/>
                    <a:gd name="connsiteY2" fmla="*/ 30480 h 30480"/>
                    <a:gd name="connsiteX3" fmla="*/ 90 w 30570"/>
                    <a:gd name="connsiteY3" fmla="*/ 15240 h 30480"/>
                    <a:gd name="connsiteX4" fmla="*/ 15331 w 3057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70" h="30480">
                      <a:moveTo>
                        <a:pt x="15331" y="0"/>
                      </a:moveTo>
                      <a:cubicBezTo>
                        <a:pt x="23903" y="0"/>
                        <a:pt x="30571" y="6668"/>
                        <a:pt x="30571" y="15240"/>
                      </a:cubicBezTo>
                      <a:cubicBezTo>
                        <a:pt x="30571" y="23813"/>
                        <a:pt x="23903" y="30480"/>
                        <a:pt x="15331" y="30480"/>
                      </a:cubicBezTo>
                      <a:cubicBezTo>
                        <a:pt x="6758" y="30480"/>
                        <a:pt x="90" y="23813"/>
                        <a:pt x="90" y="15240"/>
                      </a:cubicBezTo>
                      <a:cubicBezTo>
                        <a:pt x="-862" y="7620"/>
                        <a:pt x="5806" y="0"/>
                        <a:pt x="1533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1" name="Freeform: Shape 1600">
                  <a:extLst>
                    <a:ext uri="{FF2B5EF4-FFF2-40B4-BE49-F238E27FC236}">
                      <a16:creationId xmlns:a16="http://schemas.microsoft.com/office/drawing/2014/main" id="{E8AEACC8-B4D7-B3E8-F1C1-1DC189B905E2}"/>
                    </a:ext>
                  </a:extLst>
                </p:cNvPr>
                <p:cNvSpPr/>
                <p:nvPr/>
              </p:nvSpPr>
              <p:spPr>
                <a:xfrm>
                  <a:off x="1732479" y="230766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2" name="Freeform: Shape 1601">
                  <a:extLst>
                    <a:ext uri="{FF2B5EF4-FFF2-40B4-BE49-F238E27FC236}">
                      <a16:creationId xmlns:a16="http://schemas.microsoft.com/office/drawing/2014/main" id="{523DC66C-057F-838C-9202-5E400062413A}"/>
                    </a:ext>
                  </a:extLst>
                </p:cNvPr>
                <p:cNvSpPr/>
                <p:nvPr/>
              </p:nvSpPr>
              <p:spPr>
                <a:xfrm>
                  <a:off x="2449296" y="5663234"/>
                  <a:ext cx="49591" cy="53726"/>
                </a:xfrm>
                <a:custGeom>
                  <a:avLst/>
                  <a:gdLst>
                    <a:gd name="connsiteX0" fmla="*/ 10478 w 20955"/>
                    <a:gd name="connsiteY0" fmla="*/ 0 h 20954"/>
                    <a:gd name="connsiteX1" fmla="*/ 20955 w 20955"/>
                    <a:gd name="connsiteY1" fmla="*/ 10477 h 20954"/>
                    <a:gd name="connsiteX2" fmla="*/ 10478 w 20955"/>
                    <a:gd name="connsiteY2" fmla="*/ 20955 h 20954"/>
                    <a:gd name="connsiteX3" fmla="*/ 0 w 20955"/>
                    <a:gd name="connsiteY3" fmla="*/ 10477 h 20954"/>
                    <a:gd name="connsiteX4" fmla="*/ 10478 w 20955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5" h="20954">
                      <a:moveTo>
                        <a:pt x="10478" y="0"/>
                      </a:moveTo>
                      <a:cubicBezTo>
                        <a:pt x="16193" y="0"/>
                        <a:pt x="20955" y="4763"/>
                        <a:pt x="20955" y="10477"/>
                      </a:cubicBezTo>
                      <a:cubicBezTo>
                        <a:pt x="20955" y="16192"/>
                        <a:pt x="16193" y="20955"/>
                        <a:pt x="10478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3" name="Freeform: Shape 1602">
                  <a:extLst>
                    <a:ext uri="{FF2B5EF4-FFF2-40B4-BE49-F238E27FC236}">
                      <a16:creationId xmlns:a16="http://schemas.microsoft.com/office/drawing/2014/main" id="{50A5BD1F-87A0-6BF6-7030-49AA117CDE3C}"/>
                    </a:ext>
                  </a:extLst>
                </p:cNvPr>
                <p:cNvSpPr/>
                <p:nvPr/>
              </p:nvSpPr>
              <p:spPr>
                <a:xfrm>
                  <a:off x="2264459" y="213671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4" name="Freeform: Shape 1603">
                  <a:extLst>
                    <a:ext uri="{FF2B5EF4-FFF2-40B4-BE49-F238E27FC236}">
                      <a16:creationId xmlns:a16="http://schemas.microsoft.com/office/drawing/2014/main" id="{03E12FA0-B465-5373-68D1-69984A08F9BC}"/>
                    </a:ext>
                  </a:extLst>
                </p:cNvPr>
                <p:cNvSpPr/>
                <p:nvPr/>
              </p:nvSpPr>
              <p:spPr>
                <a:xfrm>
                  <a:off x="2895620" y="296950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5" name="Freeform: Shape 1604">
                  <a:extLst>
                    <a:ext uri="{FF2B5EF4-FFF2-40B4-BE49-F238E27FC236}">
                      <a16:creationId xmlns:a16="http://schemas.microsoft.com/office/drawing/2014/main" id="{03EF9BDC-9F6D-B3E4-C21F-3BEDA0BF4FEC}"/>
                    </a:ext>
                  </a:extLst>
                </p:cNvPr>
                <p:cNvSpPr/>
                <p:nvPr/>
              </p:nvSpPr>
              <p:spPr>
                <a:xfrm>
                  <a:off x="1847440" y="2209979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6" name="Freeform: Shape 1605">
                  <a:extLst>
                    <a:ext uri="{FF2B5EF4-FFF2-40B4-BE49-F238E27FC236}">
                      <a16:creationId xmlns:a16="http://schemas.microsoft.com/office/drawing/2014/main" id="{0DEA5373-9731-7A29-7090-18ADE4DCDC8C}"/>
                    </a:ext>
                  </a:extLst>
                </p:cNvPr>
                <p:cNvSpPr/>
                <p:nvPr/>
              </p:nvSpPr>
              <p:spPr>
                <a:xfrm>
                  <a:off x="2397452" y="4591112"/>
                  <a:ext cx="31558" cy="34191"/>
                </a:xfrm>
                <a:custGeom>
                  <a:avLst/>
                  <a:gdLst>
                    <a:gd name="connsiteX0" fmla="*/ 6667 w 13335"/>
                    <a:gd name="connsiteY0" fmla="*/ 0 h 13335"/>
                    <a:gd name="connsiteX1" fmla="*/ 13335 w 13335"/>
                    <a:gd name="connsiteY1" fmla="*/ 6668 h 13335"/>
                    <a:gd name="connsiteX2" fmla="*/ 6667 w 13335"/>
                    <a:gd name="connsiteY2" fmla="*/ 13335 h 13335"/>
                    <a:gd name="connsiteX3" fmla="*/ 0 w 13335"/>
                    <a:gd name="connsiteY3" fmla="*/ 6668 h 13335"/>
                    <a:gd name="connsiteX4" fmla="*/ 6667 w 13335"/>
                    <a:gd name="connsiteY4" fmla="*/ 0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5">
                      <a:moveTo>
                        <a:pt x="6667" y="0"/>
                      </a:moveTo>
                      <a:cubicBezTo>
                        <a:pt x="10477" y="0"/>
                        <a:pt x="13335" y="2858"/>
                        <a:pt x="13335" y="6668"/>
                      </a:cubicBezTo>
                      <a:cubicBezTo>
                        <a:pt x="13335" y="10478"/>
                        <a:pt x="10477" y="13335"/>
                        <a:pt x="6667" y="13335"/>
                      </a:cubicBezTo>
                      <a:cubicBezTo>
                        <a:pt x="2857" y="13335"/>
                        <a:pt x="0" y="10478"/>
                        <a:pt x="0" y="6668"/>
                      </a:cubicBezTo>
                      <a:cubicBezTo>
                        <a:pt x="0" y="2858"/>
                        <a:pt x="2857" y="0"/>
                        <a:pt x="666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7" name="Freeform: Shape 1606">
                  <a:extLst>
                    <a:ext uri="{FF2B5EF4-FFF2-40B4-BE49-F238E27FC236}">
                      <a16:creationId xmlns:a16="http://schemas.microsoft.com/office/drawing/2014/main" id="{F0FE7839-F2A7-1188-141A-76A1C19E3588}"/>
                    </a:ext>
                  </a:extLst>
                </p:cNvPr>
                <p:cNvSpPr/>
                <p:nvPr/>
              </p:nvSpPr>
              <p:spPr>
                <a:xfrm>
                  <a:off x="1944369" y="407825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8" name="Freeform: Shape 1607">
                  <a:extLst>
                    <a:ext uri="{FF2B5EF4-FFF2-40B4-BE49-F238E27FC236}">
                      <a16:creationId xmlns:a16="http://schemas.microsoft.com/office/drawing/2014/main" id="{A5070A91-DB5E-D697-5C5C-07BF7EF28E7F}"/>
                    </a:ext>
                  </a:extLst>
                </p:cNvPr>
                <p:cNvSpPr/>
                <p:nvPr/>
              </p:nvSpPr>
              <p:spPr>
                <a:xfrm>
                  <a:off x="2395199" y="1960875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9" name="Freeform: Shape 1608">
                  <a:extLst>
                    <a:ext uri="{FF2B5EF4-FFF2-40B4-BE49-F238E27FC236}">
                      <a16:creationId xmlns:a16="http://schemas.microsoft.com/office/drawing/2014/main" id="{989D9843-4273-D1E3-89D6-791B5DB2EC33}"/>
                    </a:ext>
                  </a:extLst>
                </p:cNvPr>
                <p:cNvSpPr/>
                <p:nvPr/>
              </p:nvSpPr>
              <p:spPr>
                <a:xfrm>
                  <a:off x="2154004" y="197064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0" name="Freeform: Shape 1609">
                  <a:extLst>
                    <a:ext uri="{FF2B5EF4-FFF2-40B4-BE49-F238E27FC236}">
                      <a16:creationId xmlns:a16="http://schemas.microsoft.com/office/drawing/2014/main" id="{C5115C85-56C7-5ADA-C690-8BB49A5C7889}"/>
                    </a:ext>
                  </a:extLst>
                </p:cNvPr>
                <p:cNvSpPr/>
                <p:nvPr/>
              </p:nvSpPr>
              <p:spPr>
                <a:xfrm>
                  <a:off x="2208104" y="3267448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1" name="Freeform: Shape 1610">
                  <a:extLst>
                    <a:ext uri="{FF2B5EF4-FFF2-40B4-BE49-F238E27FC236}">
                      <a16:creationId xmlns:a16="http://schemas.microsoft.com/office/drawing/2014/main" id="{D1DCA59D-992B-40C8-DCB2-68220D576AB7}"/>
                    </a:ext>
                  </a:extLst>
                </p:cNvPr>
                <p:cNvSpPr/>
                <p:nvPr/>
              </p:nvSpPr>
              <p:spPr>
                <a:xfrm>
                  <a:off x="2589056" y="246396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2" name="Freeform: Shape 1611">
                  <a:extLst>
                    <a:ext uri="{FF2B5EF4-FFF2-40B4-BE49-F238E27FC236}">
                      <a16:creationId xmlns:a16="http://schemas.microsoft.com/office/drawing/2014/main" id="{3E39EE6C-E7BD-28E9-BF70-5F169326E7EB}"/>
                    </a:ext>
                  </a:extLst>
                </p:cNvPr>
                <p:cNvSpPr/>
                <p:nvPr/>
              </p:nvSpPr>
              <p:spPr>
                <a:xfrm>
                  <a:off x="2253187" y="543366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3" name="Freeform: Shape 1612">
                  <a:extLst>
                    <a:ext uri="{FF2B5EF4-FFF2-40B4-BE49-F238E27FC236}">
                      <a16:creationId xmlns:a16="http://schemas.microsoft.com/office/drawing/2014/main" id="{62DF03E8-2FC8-DE4F-CE55-0FE9C66E023F}"/>
                    </a:ext>
                  </a:extLst>
                </p:cNvPr>
                <p:cNvSpPr/>
                <p:nvPr/>
              </p:nvSpPr>
              <p:spPr>
                <a:xfrm>
                  <a:off x="1563417" y="2984151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4" name="Freeform: Shape 1613">
                  <a:extLst>
                    <a:ext uri="{FF2B5EF4-FFF2-40B4-BE49-F238E27FC236}">
                      <a16:creationId xmlns:a16="http://schemas.microsoft.com/office/drawing/2014/main" id="{15B11CDA-7729-1EE9-E6F9-0FC83C4F1B52}"/>
                    </a:ext>
                  </a:extLst>
                </p:cNvPr>
                <p:cNvSpPr/>
                <p:nvPr/>
              </p:nvSpPr>
              <p:spPr>
                <a:xfrm>
                  <a:off x="2032280" y="4107558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5" name="Freeform: Shape 1614">
                  <a:extLst>
                    <a:ext uri="{FF2B5EF4-FFF2-40B4-BE49-F238E27FC236}">
                      <a16:creationId xmlns:a16="http://schemas.microsoft.com/office/drawing/2014/main" id="{6ADA3CEE-0A86-43E7-AB9E-49EDA88EFA6E}"/>
                    </a:ext>
                  </a:extLst>
                </p:cNvPr>
                <p:cNvSpPr/>
                <p:nvPr/>
              </p:nvSpPr>
              <p:spPr>
                <a:xfrm>
                  <a:off x="2185562" y="4388411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8"/>
                        <a:pt x="28575" y="14288"/>
                      </a:cubicBezTo>
                      <a:cubicBezTo>
                        <a:pt x="28575" y="21908"/>
                        <a:pt x="21908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5715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6" name="Freeform: Shape 1615">
                  <a:extLst>
                    <a:ext uri="{FF2B5EF4-FFF2-40B4-BE49-F238E27FC236}">
                      <a16:creationId xmlns:a16="http://schemas.microsoft.com/office/drawing/2014/main" id="{EF6D207E-536D-719E-85F2-E115D44A8466}"/>
                    </a:ext>
                  </a:extLst>
                </p:cNvPr>
                <p:cNvSpPr/>
                <p:nvPr/>
              </p:nvSpPr>
              <p:spPr>
                <a:xfrm>
                  <a:off x="1926336" y="219532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7" name="Freeform: Shape 1616">
                  <a:extLst>
                    <a:ext uri="{FF2B5EF4-FFF2-40B4-BE49-F238E27FC236}">
                      <a16:creationId xmlns:a16="http://schemas.microsoft.com/office/drawing/2014/main" id="{9428FF06-A0C7-FC93-6E12-479834ED9B4E}"/>
                    </a:ext>
                  </a:extLst>
                </p:cNvPr>
                <p:cNvSpPr/>
                <p:nvPr/>
              </p:nvSpPr>
              <p:spPr>
                <a:xfrm>
                  <a:off x="2580039" y="4110002"/>
                  <a:ext cx="54100" cy="58613"/>
                </a:xfrm>
                <a:custGeom>
                  <a:avLst/>
                  <a:gdLst>
                    <a:gd name="connsiteX0" fmla="*/ 22860 w 22860"/>
                    <a:gd name="connsiteY0" fmla="*/ 11430 h 22860"/>
                    <a:gd name="connsiteX1" fmla="*/ 11430 w 22860"/>
                    <a:gd name="connsiteY1" fmla="*/ 22860 h 22860"/>
                    <a:gd name="connsiteX2" fmla="*/ 0 w 22860"/>
                    <a:gd name="connsiteY2" fmla="*/ 11430 h 22860"/>
                    <a:gd name="connsiteX3" fmla="*/ 11430 w 22860"/>
                    <a:gd name="connsiteY3" fmla="*/ 0 h 22860"/>
                    <a:gd name="connsiteX4" fmla="*/ 22860 w 22860"/>
                    <a:gd name="connsiteY4" fmla="*/ 1143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22860" y="11430"/>
                      </a:moveTo>
                      <a:cubicBezTo>
                        <a:pt x="22860" y="17743"/>
                        <a:pt x="17743" y="22860"/>
                        <a:pt x="11430" y="22860"/>
                      </a:cubicBezTo>
                      <a:cubicBezTo>
                        <a:pt x="5117" y="22860"/>
                        <a:pt x="0" y="17743"/>
                        <a:pt x="0" y="11430"/>
                      </a:cubicBezTo>
                      <a:cubicBezTo>
                        <a:pt x="0" y="5117"/>
                        <a:pt x="5117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8" name="Freeform: Shape 1617">
                  <a:extLst>
                    <a:ext uri="{FF2B5EF4-FFF2-40B4-BE49-F238E27FC236}">
                      <a16:creationId xmlns:a16="http://schemas.microsoft.com/office/drawing/2014/main" id="{52D94F7A-4D93-EC0F-F57C-9AC98896408C}"/>
                    </a:ext>
                  </a:extLst>
                </p:cNvPr>
                <p:cNvSpPr/>
                <p:nvPr/>
              </p:nvSpPr>
              <p:spPr>
                <a:xfrm>
                  <a:off x="2532701" y="2940192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9" name="Freeform: Shape 1618">
                  <a:extLst>
                    <a:ext uri="{FF2B5EF4-FFF2-40B4-BE49-F238E27FC236}">
                      <a16:creationId xmlns:a16="http://schemas.microsoft.com/office/drawing/2014/main" id="{8B92DB8D-9483-FDEF-3B4F-130C32580FF8}"/>
                    </a:ext>
                  </a:extLst>
                </p:cNvPr>
                <p:cNvSpPr/>
                <p:nvPr/>
              </p:nvSpPr>
              <p:spPr>
                <a:xfrm>
                  <a:off x="1944367" y="501605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0" name="Freeform: Shape 1619">
                  <a:extLst>
                    <a:ext uri="{FF2B5EF4-FFF2-40B4-BE49-F238E27FC236}">
                      <a16:creationId xmlns:a16="http://schemas.microsoft.com/office/drawing/2014/main" id="{486BDEFF-8269-8567-5E84-1E3E85B3C317}"/>
                    </a:ext>
                  </a:extLst>
                </p:cNvPr>
                <p:cNvSpPr/>
                <p:nvPr/>
              </p:nvSpPr>
              <p:spPr>
                <a:xfrm>
                  <a:off x="1766290" y="233697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1" name="Freeform: Shape 1620">
                  <a:extLst>
                    <a:ext uri="{FF2B5EF4-FFF2-40B4-BE49-F238E27FC236}">
                      <a16:creationId xmlns:a16="http://schemas.microsoft.com/office/drawing/2014/main" id="{90787028-339B-1E50-8155-95EF0C54D9EC}"/>
                    </a:ext>
                  </a:extLst>
                </p:cNvPr>
                <p:cNvSpPr/>
                <p:nvPr/>
              </p:nvSpPr>
              <p:spPr>
                <a:xfrm>
                  <a:off x="2154004" y="416373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2" name="Freeform: Shape 1621">
                  <a:extLst>
                    <a:ext uri="{FF2B5EF4-FFF2-40B4-BE49-F238E27FC236}">
                      <a16:creationId xmlns:a16="http://schemas.microsoft.com/office/drawing/2014/main" id="{1BD29109-4B61-E07F-37FB-EE1E71FCEF98}"/>
                    </a:ext>
                  </a:extLst>
                </p:cNvPr>
                <p:cNvSpPr/>
                <p:nvPr/>
              </p:nvSpPr>
              <p:spPr>
                <a:xfrm>
                  <a:off x="2368147" y="233941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3" name="Freeform: Shape 1622">
                  <a:extLst>
                    <a:ext uri="{FF2B5EF4-FFF2-40B4-BE49-F238E27FC236}">
                      <a16:creationId xmlns:a16="http://schemas.microsoft.com/office/drawing/2014/main" id="{3643C24F-4F46-0DD2-4777-497462642FD8}"/>
                    </a:ext>
                  </a:extLst>
                </p:cNvPr>
                <p:cNvSpPr/>
                <p:nvPr/>
              </p:nvSpPr>
              <p:spPr>
                <a:xfrm>
                  <a:off x="2654425" y="272039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4" name="Freeform: Shape 1623">
                  <a:extLst>
                    <a:ext uri="{FF2B5EF4-FFF2-40B4-BE49-F238E27FC236}">
                      <a16:creationId xmlns:a16="http://schemas.microsoft.com/office/drawing/2014/main" id="{3F0D7E9F-1B09-761C-FAA4-1ED0131A7FEF}"/>
                    </a:ext>
                  </a:extLst>
                </p:cNvPr>
                <p:cNvSpPr/>
                <p:nvPr/>
              </p:nvSpPr>
              <p:spPr>
                <a:xfrm>
                  <a:off x="2149496" y="553868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5" name="Freeform: Shape 1624">
                  <a:extLst>
                    <a:ext uri="{FF2B5EF4-FFF2-40B4-BE49-F238E27FC236}">
                      <a16:creationId xmlns:a16="http://schemas.microsoft.com/office/drawing/2014/main" id="{B18A510E-E05A-308A-2D19-CBEE4C0AD5D9}"/>
                    </a:ext>
                  </a:extLst>
                </p:cNvPr>
                <p:cNvSpPr/>
                <p:nvPr/>
              </p:nvSpPr>
              <p:spPr>
                <a:xfrm>
                  <a:off x="2235153" y="5282252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6" name="Freeform: Shape 1625">
                  <a:extLst>
                    <a:ext uri="{FF2B5EF4-FFF2-40B4-BE49-F238E27FC236}">
                      <a16:creationId xmlns:a16="http://schemas.microsoft.com/office/drawing/2014/main" id="{A8D478ED-3FCD-FE75-D0C3-FA32EE6356E3}"/>
                    </a:ext>
                  </a:extLst>
                </p:cNvPr>
                <p:cNvSpPr/>
                <p:nvPr/>
              </p:nvSpPr>
              <p:spPr>
                <a:xfrm>
                  <a:off x="1910556" y="534574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7" name="Freeform: Shape 1626">
                  <a:extLst>
                    <a:ext uri="{FF2B5EF4-FFF2-40B4-BE49-F238E27FC236}">
                      <a16:creationId xmlns:a16="http://schemas.microsoft.com/office/drawing/2014/main" id="{B0B961EC-85FC-B74E-E040-27D802B3BD4F}"/>
                    </a:ext>
                  </a:extLst>
                </p:cNvPr>
                <p:cNvSpPr/>
                <p:nvPr/>
              </p:nvSpPr>
              <p:spPr>
                <a:xfrm>
                  <a:off x="2546226" y="249815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8" name="Freeform: Shape 1627">
                  <a:extLst>
                    <a:ext uri="{FF2B5EF4-FFF2-40B4-BE49-F238E27FC236}">
                      <a16:creationId xmlns:a16="http://schemas.microsoft.com/office/drawing/2014/main" id="{F81D5A48-E6E1-52A9-6E39-D9808926B5D8}"/>
                    </a:ext>
                  </a:extLst>
                </p:cNvPr>
                <p:cNvSpPr/>
                <p:nvPr/>
              </p:nvSpPr>
              <p:spPr>
                <a:xfrm>
                  <a:off x="2305033" y="3091610"/>
                  <a:ext cx="54100" cy="58613"/>
                </a:xfrm>
                <a:custGeom>
                  <a:avLst/>
                  <a:gdLst>
                    <a:gd name="connsiteX0" fmla="*/ 22860 w 22860"/>
                    <a:gd name="connsiteY0" fmla="*/ 11430 h 22860"/>
                    <a:gd name="connsiteX1" fmla="*/ 11430 w 22860"/>
                    <a:gd name="connsiteY1" fmla="*/ 22860 h 22860"/>
                    <a:gd name="connsiteX2" fmla="*/ 0 w 22860"/>
                    <a:gd name="connsiteY2" fmla="*/ 11430 h 22860"/>
                    <a:gd name="connsiteX3" fmla="*/ 11430 w 22860"/>
                    <a:gd name="connsiteY3" fmla="*/ 0 h 22860"/>
                    <a:gd name="connsiteX4" fmla="*/ 22860 w 22860"/>
                    <a:gd name="connsiteY4" fmla="*/ 1143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22860" y="11430"/>
                      </a:moveTo>
                      <a:cubicBezTo>
                        <a:pt x="22860" y="17743"/>
                        <a:pt x="17743" y="22860"/>
                        <a:pt x="11430" y="22860"/>
                      </a:cubicBezTo>
                      <a:cubicBezTo>
                        <a:pt x="5117" y="22860"/>
                        <a:pt x="0" y="17743"/>
                        <a:pt x="0" y="11430"/>
                      </a:cubicBezTo>
                      <a:cubicBezTo>
                        <a:pt x="0" y="5117"/>
                        <a:pt x="5117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9" name="Freeform: Shape 1628">
                  <a:extLst>
                    <a:ext uri="{FF2B5EF4-FFF2-40B4-BE49-F238E27FC236}">
                      <a16:creationId xmlns:a16="http://schemas.microsoft.com/office/drawing/2014/main" id="{D82BE3B5-C239-9B29-88FD-0D5B09F128AB}"/>
                    </a:ext>
                  </a:extLst>
                </p:cNvPr>
                <p:cNvSpPr/>
                <p:nvPr/>
              </p:nvSpPr>
              <p:spPr>
                <a:xfrm>
                  <a:off x="1831660" y="525294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0" name="Freeform: Shape 1629">
                  <a:extLst>
                    <a:ext uri="{FF2B5EF4-FFF2-40B4-BE49-F238E27FC236}">
                      <a16:creationId xmlns:a16="http://schemas.microsoft.com/office/drawing/2014/main" id="{FDA8BB71-0B21-0CBD-743D-EE2331EC2853}"/>
                    </a:ext>
                  </a:extLst>
                </p:cNvPr>
                <p:cNvSpPr/>
                <p:nvPr/>
              </p:nvSpPr>
              <p:spPr>
                <a:xfrm>
                  <a:off x="2142732" y="187784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1" name="Freeform: Shape 1630">
                  <a:extLst>
                    <a:ext uri="{FF2B5EF4-FFF2-40B4-BE49-F238E27FC236}">
                      <a16:creationId xmlns:a16="http://schemas.microsoft.com/office/drawing/2014/main" id="{FD798609-0AE6-DA00-4E71-958809D0EAC6}"/>
                    </a:ext>
                  </a:extLst>
                </p:cNvPr>
                <p:cNvSpPr/>
                <p:nvPr/>
              </p:nvSpPr>
              <p:spPr>
                <a:xfrm>
                  <a:off x="1874490" y="1880282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2" name="Freeform: Shape 1631">
                  <a:extLst>
                    <a:ext uri="{FF2B5EF4-FFF2-40B4-BE49-F238E27FC236}">
                      <a16:creationId xmlns:a16="http://schemas.microsoft.com/office/drawing/2014/main" id="{6F378AEF-276C-1820-E827-CEECECA33D9A}"/>
                    </a:ext>
                  </a:extLst>
                </p:cNvPr>
                <p:cNvSpPr/>
                <p:nvPr/>
              </p:nvSpPr>
              <p:spPr>
                <a:xfrm>
                  <a:off x="2280236" y="3296754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3" name="Freeform: Shape 1632">
                  <a:extLst>
                    <a:ext uri="{FF2B5EF4-FFF2-40B4-BE49-F238E27FC236}">
                      <a16:creationId xmlns:a16="http://schemas.microsoft.com/office/drawing/2014/main" id="{184BA153-09B4-AFCD-8561-2AD1A75E9F7E}"/>
                    </a:ext>
                  </a:extLst>
                </p:cNvPr>
                <p:cNvSpPr/>
                <p:nvPr/>
              </p:nvSpPr>
              <p:spPr>
                <a:xfrm>
                  <a:off x="1721208" y="1865629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4" name="Freeform: Shape 1633">
                  <a:extLst>
                    <a:ext uri="{FF2B5EF4-FFF2-40B4-BE49-F238E27FC236}">
                      <a16:creationId xmlns:a16="http://schemas.microsoft.com/office/drawing/2014/main" id="{8BBC7C3C-55B8-7F11-09EB-7F7FC9DB4048}"/>
                    </a:ext>
                  </a:extLst>
                </p:cNvPr>
                <p:cNvSpPr/>
                <p:nvPr/>
              </p:nvSpPr>
              <p:spPr>
                <a:xfrm>
                  <a:off x="1651328" y="205856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5" name="Freeform: Shape 1634">
                  <a:extLst>
                    <a:ext uri="{FF2B5EF4-FFF2-40B4-BE49-F238E27FC236}">
                      <a16:creationId xmlns:a16="http://schemas.microsoft.com/office/drawing/2014/main" id="{063B8C6A-34BA-125B-6D33-6C2C4F8B5CBE}"/>
                    </a:ext>
                  </a:extLst>
                </p:cNvPr>
                <p:cNvSpPr/>
                <p:nvPr/>
              </p:nvSpPr>
              <p:spPr>
                <a:xfrm>
                  <a:off x="1836170" y="185341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6" name="Freeform: Shape 1635">
                  <a:extLst>
                    <a:ext uri="{FF2B5EF4-FFF2-40B4-BE49-F238E27FC236}">
                      <a16:creationId xmlns:a16="http://schemas.microsoft.com/office/drawing/2014/main" id="{7EFBAE50-EAEF-0B33-F469-6557CF00957F}"/>
                    </a:ext>
                  </a:extLst>
                </p:cNvPr>
                <p:cNvSpPr/>
                <p:nvPr/>
              </p:nvSpPr>
              <p:spPr>
                <a:xfrm>
                  <a:off x="2733321" y="261538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7" name="Freeform: Shape 1636">
                  <a:extLst>
                    <a:ext uri="{FF2B5EF4-FFF2-40B4-BE49-F238E27FC236}">
                      <a16:creationId xmlns:a16="http://schemas.microsoft.com/office/drawing/2014/main" id="{877E281A-31C6-76D3-47AF-161BB2AF3B8B}"/>
                    </a:ext>
                  </a:extLst>
                </p:cNvPr>
                <p:cNvSpPr/>
                <p:nvPr/>
              </p:nvSpPr>
              <p:spPr>
                <a:xfrm>
                  <a:off x="1676125" y="483044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8" name="Freeform: Shape 1637">
                  <a:extLst>
                    <a:ext uri="{FF2B5EF4-FFF2-40B4-BE49-F238E27FC236}">
                      <a16:creationId xmlns:a16="http://schemas.microsoft.com/office/drawing/2014/main" id="{9C4D55DB-A9AD-B7CC-13F2-0A399315CBD8}"/>
                    </a:ext>
                  </a:extLst>
                </p:cNvPr>
                <p:cNvSpPr/>
                <p:nvPr/>
              </p:nvSpPr>
              <p:spPr>
                <a:xfrm>
                  <a:off x="2356877" y="355074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9" name="Freeform: Shape 1638">
                  <a:extLst>
                    <a:ext uri="{FF2B5EF4-FFF2-40B4-BE49-F238E27FC236}">
                      <a16:creationId xmlns:a16="http://schemas.microsoft.com/office/drawing/2014/main" id="{65687BB1-4A5A-164E-9CBF-9F96AD174162}"/>
                    </a:ext>
                  </a:extLst>
                </p:cNvPr>
                <p:cNvSpPr/>
                <p:nvPr/>
              </p:nvSpPr>
              <p:spPr>
                <a:xfrm>
                  <a:off x="2257695" y="4400621"/>
                  <a:ext cx="54100" cy="58613"/>
                </a:xfrm>
                <a:custGeom>
                  <a:avLst/>
                  <a:gdLst>
                    <a:gd name="connsiteX0" fmla="*/ 11430 w 22860"/>
                    <a:gd name="connsiteY0" fmla="*/ 0 h 22860"/>
                    <a:gd name="connsiteX1" fmla="*/ 22860 w 22860"/>
                    <a:gd name="connsiteY1" fmla="*/ 11430 h 22860"/>
                    <a:gd name="connsiteX2" fmla="*/ 11430 w 22860"/>
                    <a:gd name="connsiteY2" fmla="*/ 22860 h 22860"/>
                    <a:gd name="connsiteX3" fmla="*/ 0 w 22860"/>
                    <a:gd name="connsiteY3" fmla="*/ 11430 h 22860"/>
                    <a:gd name="connsiteX4" fmla="*/ 11430 w 22860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11430" y="0"/>
                      </a:moveTo>
                      <a:cubicBezTo>
                        <a:pt x="18098" y="0"/>
                        <a:pt x="22860" y="4763"/>
                        <a:pt x="22860" y="11430"/>
                      </a:cubicBezTo>
                      <a:cubicBezTo>
                        <a:pt x="22860" y="18098"/>
                        <a:pt x="18098" y="22860"/>
                        <a:pt x="11430" y="22860"/>
                      </a:cubicBezTo>
                      <a:cubicBezTo>
                        <a:pt x="4763" y="22860"/>
                        <a:pt x="0" y="18098"/>
                        <a:pt x="0" y="11430"/>
                      </a:cubicBezTo>
                      <a:cubicBezTo>
                        <a:pt x="0" y="5715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0" name="Freeform: Shape 1639">
                  <a:extLst>
                    <a:ext uri="{FF2B5EF4-FFF2-40B4-BE49-F238E27FC236}">
                      <a16:creationId xmlns:a16="http://schemas.microsoft.com/office/drawing/2014/main" id="{4AE2B9D7-100E-07EE-7CEE-E44EF3E94750}"/>
                    </a:ext>
                  </a:extLst>
                </p:cNvPr>
                <p:cNvSpPr/>
                <p:nvPr/>
              </p:nvSpPr>
              <p:spPr>
                <a:xfrm>
                  <a:off x="2009739" y="2156251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1" name="Freeform: Shape 1640">
                  <a:extLst>
                    <a:ext uri="{FF2B5EF4-FFF2-40B4-BE49-F238E27FC236}">
                      <a16:creationId xmlns:a16="http://schemas.microsoft.com/office/drawing/2014/main" id="{2F59CB09-A7E7-3E3A-6546-A7847887820F}"/>
                    </a:ext>
                  </a:extLst>
                </p:cNvPr>
                <p:cNvSpPr/>
                <p:nvPr/>
              </p:nvSpPr>
              <p:spPr>
                <a:xfrm>
                  <a:off x="1948878" y="2476179"/>
                  <a:ext cx="40572" cy="43957"/>
                </a:xfrm>
                <a:custGeom>
                  <a:avLst/>
                  <a:gdLst>
                    <a:gd name="connsiteX0" fmla="*/ 17145 w 17144"/>
                    <a:gd name="connsiteY0" fmla="*/ 8573 h 17144"/>
                    <a:gd name="connsiteX1" fmla="*/ 8572 w 17144"/>
                    <a:gd name="connsiteY1" fmla="*/ 17145 h 17144"/>
                    <a:gd name="connsiteX2" fmla="*/ 0 w 17144"/>
                    <a:gd name="connsiteY2" fmla="*/ 8573 h 17144"/>
                    <a:gd name="connsiteX3" fmla="*/ 8572 w 17144"/>
                    <a:gd name="connsiteY3" fmla="*/ 0 h 17144"/>
                    <a:gd name="connsiteX4" fmla="*/ 17145 w 17144"/>
                    <a:gd name="connsiteY4" fmla="*/ 8573 h 1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4" h="17144">
                      <a:moveTo>
                        <a:pt x="17145" y="8573"/>
                      </a:moveTo>
                      <a:cubicBezTo>
                        <a:pt x="17145" y="13307"/>
                        <a:pt x="13307" y="17145"/>
                        <a:pt x="8572" y="17145"/>
                      </a:cubicBezTo>
                      <a:cubicBezTo>
                        <a:pt x="3838" y="17145"/>
                        <a:pt x="0" y="13307"/>
                        <a:pt x="0" y="8573"/>
                      </a:cubicBezTo>
                      <a:cubicBezTo>
                        <a:pt x="0" y="3838"/>
                        <a:pt x="3838" y="0"/>
                        <a:pt x="8572" y="0"/>
                      </a:cubicBezTo>
                      <a:cubicBezTo>
                        <a:pt x="13307" y="0"/>
                        <a:pt x="17145" y="3838"/>
                        <a:pt x="17145" y="857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2" name="Freeform: Shape 1641">
                  <a:extLst>
                    <a:ext uri="{FF2B5EF4-FFF2-40B4-BE49-F238E27FC236}">
                      <a16:creationId xmlns:a16="http://schemas.microsoft.com/office/drawing/2014/main" id="{11E84FFB-7636-1639-5A1A-4CF38BA1BC19}"/>
                    </a:ext>
                  </a:extLst>
                </p:cNvPr>
                <p:cNvSpPr/>
                <p:nvPr/>
              </p:nvSpPr>
              <p:spPr>
                <a:xfrm>
                  <a:off x="2217120" y="2532348"/>
                  <a:ext cx="63114" cy="68381"/>
                </a:xfrm>
                <a:custGeom>
                  <a:avLst/>
                  <a:gdLst>
                    <a:gd name="connsiteX0" fmla="*/ 13335 w 26669"/>
                    <a:gd name="connsiteY0" fmla="*/ 0 h 26670"/>
                    <a:gd name="connsiteX1" fmla="*/ 26670 w 26669"/>
                    <a:gd name="connsiteY1" fmla="*/ 13335 h 26670"/>
                    <a:gd name="connsiteX2" fmla="*/ 13335 w 26669"/>
                    <a:gd name="connsiteY2" fmla="*/ 26670 h 26670"/>
                    <a:gd name="connsiteX3" fmla="*/ 0 w 26669"/>
                    <a:gd name="connsiteY3" fmla="*/ 13335 h 26670"/>
                    <a:gd name="connsiteX4" fmla="*/ 13335 w 26669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3" name="Freeform: Shape 1642">
                  <a:extLst>
                    <a:ext uri="{FF2B5EF4-FFF2-40B4-BE49-F238E27FC236}">
                      <a16:creationId xmlns:a16="http://schemas.microsoft.com/office/drawing/2014/main" id="{1B93BF4E-7827-F0C7-CEB2-666A2C635F23}"/>
                    </a:ext>
                  </a:extLst>
                </p:cNvPr>
                <p:cNvSpPr/>
                <p:nvPr/>
              </p:nvSpPr>
              <p:spPr>
                <a:xfrm>
                  <a:off x="2262203" y="339688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4" name="Freeform: Shape 1643">
                  <a:extLst>
                    <a:ext uri="{FF2B5EF4-FFF2-40B4-BE49-F238E27FC236}">
                      <a16:creationId xmlns:a16="http://schemas.microsoft.com/office/drawing/2014/main" id="{ABF1FB31-CD78-42E9-AB02-7F05CB3B2985}"/>
                    </a:ext>
                  </a:extLst>
                </p:cNvPr>
                <p:cNvSpPr/>
                <p:nvPr/>
              </p:nvSpPr>
              <p:spPr>
                <a:xfrm>
                  <a:off x="2485365" y="3980567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5715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5" name="Freeform: Shape 1644">
                  <a:extLst>
                    <a:ext uri="{FF2B5EF4-FFF2-40B4-BE49-F238E27FC236}">
                      <a16:creationId xmlns:a16="http://schemas.microsoft.com/office/drawing/2014/main" id="{D4826370-35DD-EA2E-16EE-B44E11D0BB01}"/>
                    </a:ext>
                  </a:extLst>
                </p:cNvPr>
                <p:cNvSpPr/>
                <p:nvPr/>
              </p:nvSpPr>
              <p:spPr>
                <a:xfrm>
                  <a:off x="2388436" y="3062304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7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6" name="Freeform: Shape 1645">
                  <a:extLst>
                    <a:ext uri="{FF2B5EF4-FFF2-40B4-BE49-F238E27FC236}">
                      <a16:creationId xmlns:a16="http://schemas.microsoft.com/office/drawing/2014/main" id="{DC876898-A5B1-398B-31BC-E64B701644FC}"/>
                    </a:ext>
                  </a:extLst>
                </p:cNvPr>
                <p:cNvSpPr/>
                <p:nvPr/>
              </p:nvSpPr>
              <p:spPr>
                <a:xfrm>
                  <a:off x="1739241" y="225149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7" name="Freeform: Shape 1646">
                  <a:extLst>
                    <a:ext uri="{FF2B5EF4-FFF2-40B4-BE49-F238E27FC236}">
                      <a16:creationId xmlns:a16="http://schemas.microsoft.com/office/drawing/2014/main" id="{BDBE3F86-65EE-5F2A-5093-2A49E8DAB1D9}"/>
                    </a:ext>
                  </a:extLst>
                </p:cNvPr>
                <p:cNvSpPr/>
                <p:nvPr/>
              </p:nvSpPr>
              <p:spPr>
                <a:xfrm>
                  <a:off x="2169784" y="4320030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8" name="Freeform: Shape 1647">
                  <a:extLst>
                    <a:ext uri="{FF2B5EF4-FFF2-40B4-BE49-F238E27FC236}">
                      <a16:creationId xmlns:a16="http://schemas.microsoft.com/office/drawing/2014/main" id="{125AB0B2-5E65-3212-1E0F-2432B8DCA74B}"/>
                    </a:ext>
                  </a:extLst>
                </p:cNvPr>
                <p:cNvSpPr/>
                <p:nvPr/>
              </p:nvSpPr>
              <p:spPr>
                <a:xfrm>
                  <a:off x="1788832" y="387066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9" name="Freeform: Shape 1648">
                  <a:extLst>
                    <a:ext uri="{FF2B5EF4-FFF2-40B4-BE49-F238E27FC236}">
                      <a16:creationId xmlns:a16="http://schemas.microsoft.com/office/drawing/2014/main" id="{5734DF2B-FCFF-5E16-6040-270CCBE7D667}"/>
                    </a:ext>
                  </a:extLst>
                </p:cNvPr>
                <p:cNvSpPr/>
                <p:nvPr/>
              </p:nvSpPr>
              <p:spPr>
                <a:xfrm>
                  <a:off x="2897873" y="4969652"/>
                  <a:ext cx="27047" cy="29304"/>
                </a:xfrm>
                <a:custGeom>
                  <a:avLst/>
                  <a:gdLst>
                    <a:gd name="connsiteX0" fmla="*/ 11430 w 11429"/>
                    <a:gd name="connsiteY0" fmla="*/ 5715 h 11429"/>
                    <a:gd name="connsiteX1" fmla="*/ 5715 w 11429"/>
                    <a:gd name="connsiteY1" fmla="*/ 11430 h 11429"/>
                    <a:gd name="connsiteX2" fmla="*/ 0 w 11429"/>
                    <a:gd name="connsiteY2" fmla="*/ 5715 h 11429"/>
                    <a:gd name="connsiteX3" fmla="*/ 5715 w 11429"/>
                    <a:gd name="connsiteY3" fmla="*/ 0 h 11429"/>
                    <a:gd name="connsiteX4" fmla="*/ 11430 w 11429"/>
                    <a:gd name="connsiteY4" fmla="*/ 5715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29" h="11429">
                      <a:moveTo>
                        <a:pt x="11430" y="5715"/>
                      </a:moveTo>
                      <a:cubicBezTo>
                        <a:pt x="11430" y="8871"/>
                        <a:pt x="8871" y="11430"/>
                        <a:pt x="5715" y="11430"/>
                      </a:cubicBezTo>
                      <a:cubicBezTo>
                        <a:pt x="2559" y="11430"/>
                        <a:pt x="0" y="8871"/>
                        <a:pt x="0" y="5715"/>
                      </a:cubicBezTo>
                      <a:cubicBezTo>
                        <a:pt x="0" y="2559"/>
                        <a:pt x="2559" y="0"/>
                        <a:pt x="5715" y="0"/>
                      </a:cubicBezTo>
                      <a:cubicBezTo>
                        <a:pt x="8871" y="0"/>
                        <a:pt x="11430" y="2559"/>
                        <a:pt x="11430" y="571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0" name="Freeform: Shape 1649">
                  <a:extLst>
                    <a:ext uri="{FF2B5EF4-FFF2-40B4-BE49-F238E27FC236}">
                      <a16:creationId xmlns:a16="http://schemas.microsoft.com/office/drawing/2014/main" id="{B2D3B65A-D71E-644B-129E-994BD219B28C}"/>
                    </a:ext>
                  </a:extLst>
                </p:cNvPr>
                <p:cNvSpPr/>
                <p:nvPr/>
              </p:nvSpPr>
              <p:spPr>
                <a:xfrm>
                  <a:off x="2401960" y="229789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1" name="Freeform: Shape 1650">
                  <a:extLst>
                    <a:ext uri="{FF2B5EF4-FFF2-40B4-BE49-F238E27FC236}">
                      <a16:creationId xmlns:a16="http://schemas.microsoft.com/office/drawing/2014/main" id="{C65217EB-B268-1EE9-9E99-A47D439063C4}"/>
                    </a:ext>
                  </a:extLst>
                </p:cNvPr>
                <p:cNvSpPr/>
                <p:nvPr/>
              </p:nvSpPr>
              <p:spPr>
                <a:xfrm>
                  <a:off x="1567925" y="260317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2" name="Freeform: Shape 1651">
                  <a:extLst>
                    <a:ext uri="{FF2B5EF4-FFF2-40B4-BE49-F238E27FC236}">
                      <a16:creationId xmlns:a16="http://schemas.microsoft.com/office/drawing/2014/main" id="{EB3D6EAD-9C8F-727E-284B-099921CE8A48}"/>
                    </a:ext>
                  </a:extLst>
                </p:cNvPr>
                <p:cNvSpPr/>
                <p:nvPr/>
              </p:nvSpPr>
              <p:spPr>
                <a:xfrm>
                  <a:off x="2800946" y="3003691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3" name="Freeform: Shape 1652">
                  <a:extLst>
                    <a:ext uri="{FF2B5EF4-FFF2-40B4-BE49-F238E27FC236}">
                      <a16:creationId xmlns:a16="http://schemas.microsoft.com/office/drawing/2014/main" id="{4FA666BC-D6D7-7A61-099C-ED4DED855910}"/>
                    </a:ext>
                  </a:extLst>
                </p:cNvPr>
                <p:cNvSpPr/>
                <p:nvPr/>
              </p:nvSpPr>
              <p:spPr>
                <a:xfrm>
                  <a:off x="1682888" y="5609506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4" name="Freeform: Shape 1653">
                  <a:extLst>
                    <a:ext uri="{FF2B5EF4-FFF2-40B4-BE49-F238E27FC236}">
                      <a16:creationId xmlns:a16="http://schemas.microsoft.com/office/drawing/2014/main" id="{45504539-7650-28BF-01CB-63B1C16093DB}"/>
                    </a:ext>
                  </a:extLst>
                </p:cNvPr>
                <p:cNvSpPr/>
                <p:nvPr/>
              </p:nvSpPr>
              <p:spPr>
                <a:xfrm>
                  <a:off x="1876743" y="434200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5" name="Freeform: Shape 1654">
                  <a:extLst>
                    <a:ext uri="{FF2B5EF4-FFF2-40B4-BE49-F238E27FC236}">
                      <a16:creationId xmlns:a16="http://schemas.microsoft.com/office/drawing/2014/main" id="{0301901D-EFF8-67F7-B0BA-2219B8218E55}"/>
                    </a:ext>
                  </a:extLst>
                </p:cNvPr>
                <p:cNvSpPr/>
                <p:nvPr/>
              </p:nvSpPr>
              <p:spPr>
                <a:xfrm>
                  <a:off x="2897873" y="3245467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6667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6" name="Freeform: Shape 1655">
                  <a:extLst>
                    <a:ext uri="{FF2B5EF4-FFF2-40B4-BE49-F238E27FC236}">
                      <a16:creationId xmlns:a16="http://schemas.microsoft.com/office/drawing/2014/main" id="{3844EF46-A7D3-5D53-1251-DEF0F723AD36}"/>
                    </a:ext>
                  </a:extLst>
                </p:cNvPr>
                <p:cNvSpPr/>
                <p:nvPr/>
              </p:nvSpPr>
              <p:spPr>
                <a:xfrm>
                  <a:off x="2519176" y="1880282"/>
                  <a:ext cx="63114" cy="68381"/>
                </a:xfrm>
                <a:custGeom>
                  <a:avLst/>
                  <a:gdLst>
                    <a:gd name="connsiteX0" fmla="*/ 13335 w 26669"/>
                    <a:gd name="connsiteY0" fmla="*/ 0 h 26670"/>
                    <a:gd name="connsiteX1" fmla="*/ 26670 w 26669"/>
                    <a:gd name="connsiteY1" fmla="*/ 13335 h 26670"/>
                    <a:gd name="connsiteX2" fmla="*/ 13335 w 26669"/>
                    <a:gd name="connsiteY2" fmla="*/ 26670 h 26670"/>
                    <a:gd name="connsiteX3" fmla="*/ 0 w 26669"/>
                    <a:gd name="connsiteY3" fmla="*/ 13335 h 26670"/>
                    <a:gd name="connsiteX4" fmla="*/ 13335 w 26669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7" name="Freeform: Shape 1656">
                  <a:extLst>
                    <a:ext uri="{FF2B5EF4-FFF2-40B4-BE49-F238E27FC236}">
                      <a16:creationId xmlns:a16="http://schemas.microsoft.com/office/drawing/2014/main" id="{7F1E6366-3641-CBA3-6F9B-1D401C4B129B}"/>
                    </a:ext>
                  </a:extLst>
                </p:cNvPr>
                <p:cNvSpPr/>
                <p:nvPr/>
              </p:nvSpPr>
              <p:spPr>
                <a:xfrm>
                  <a:off x="2253187" y="355562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8" name="Freeform: Shape 1657">
                  <a:extLst>
                    <a:ext uri="{FF2B5EF4-FFF2-40B4-BE49-F238E27FC236}">
                      <a16:creationId xmlns:a16="http://schemas.microsoft.com/office/drawing/2014/main" id="{83CD7625-17F1-5B3D-D725-563485C6691F}"/>
                    </a:ext>
                  </a:extLst>
                </p:cNvPr>
                <p:cNvSpPr/>
                <p:nvPr/>
              </p:nvSpPr>
              <p:spPr>
                <a:xfrm>
                  <a:off x="2571020" y="2974383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9" name="Freeform: Shape 1658">
                  <a:extLst>
                    <a:ext uri="{FF2B5EF4-FFF2-40B4-BE49-F238E27FC236}">
                      <a16:creationId xmlns:a16="http://schemas.microsoft.com/office/drawing/2014/main" id="{CC5C18BE-BD5C-CF1F-D376-4174D9D6EBA2}"/>
                    </a:ext>
                  </a:extLst>
                </p:cNvPr>
                <p:cNvSpPr/>
                <p:nvPr/>
              </p:nvSpPr>
              <p:spPr>
                <a:xfrm>
                  <a:off x="2512415" y="5116184"/>
                  <a:ext cx="49589" cy="53728"/>
                </a:xfrm>
                <a:custGeom>
                  <a:avLst/>
                  <a:gdLst>
                    <a:gd name="connsiteX0" fmla="*/ 10477 w 20954"/>
                    <a:gd name="connsiteY0" fmla="*/ 0 h 20955"/>
                    <a:gd name="connsiteX1" fmla="*/ 20955 w 20954"/>
                    <a:gd name="connsiteY1" fmla="*/ 10478 h 20955"/>
                    <a:gd name="connsiteX2" fmla="*/ 10477 w 20954"/>
                    <a:gd name="connsiteY2" fmla="*/ 20955 h 20955"/>
                    <a:gd name="connsiteX3" fmla="*/ 0 w 20954"/>
                    <a:gd name="connsiteY3" fmla="*/ 10478 h 20955"/>
                    <a:gd name="connsiteX4" fmla="*/ 10477 w 20954"/>
                    <a:gd name="connsiteY4" fmla="*/ 0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5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8"/>
                      </a:cubicBezTo>
                      <a:cubicBezTo>
                        <a:pt x="20955" y="16193"/>
                        <a:pt x="16192" y="20955"/>
                        <a:pt x="10477" y="20955"/>
                      </a:cubicBezTo>
                      <a:cubicBezTo>
                        <a:pt x="4763" y="20955"/>
                        <a:pt x="0" y="16193"/>
                        <a:pt x="0" y="10478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0" name="Freeform: Shape 1659">
                  <a:extLst>
                    <a:ext uri="{FF2B5EF4-FFF2-40B4-BE49-F238E27FC236}">
                      <a16:creationId xmlns:a16="http://schemas.microsoft.com/office/drawing/2014/main" id="{83BDC793-D44B-71AC-309F-E9A7FC46C59D}"/>
                    </a:ext>
                  </a:extLst>
                </p:cNvPr>
                <p:cNvSpPr/>
                <p:nvPr/>
              </p:nvSpPr>
              <p:spPr>
                <a:xfrm>
                  <a:off x="1784324" y="2420007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1" name="Freeform: Shape 1660">
                  <a:extLst>
                    <a:ext uri="{FF2B5EF4-FFF2-40B4-BE49-F238E27FC236}">
                      <a16:creationId xmlns:a16="http://schemas.microsoft.com/office/drawing/2014/main" id="{6817BDE8-554F-076F-F763-172C7A0228DA}"/>
                    </a:ext>
                  </a:extLst>
                </p:cNvPr>
                <p:cNvSpPr/>
                <p:nvPr/>
              </p:nvSpPr>
              <p:spPr>
                <a:xfrm>
                  <a:off x="2124701" y="545320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2" name="Freeform: Shape 1661">
                  <a:extLst>
                    <a:ext uri="{FF2B5EF4-FFF2-40B4-BE49-F238E27FC236}">
                      <a16:creationId xmlns:a16="http://schemas.microsoft.com/office/drawing/2014/main" id="{AD71F789-EC47-9FB8-38F0-8AB53504A4EE}"/>
                    </a:ext>
                  </a:extLst>
                </p:cNvPr>
                <p:cNvSpPr/>
                <p:nvPr/>
              </p:nvSpPr>
              <p:spPr>
                <a:xfrm>
                  <a:off x="2406469" y="247129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3" name="Freeform: Shape 1662">
                  <a:extLst>
                    <a:ext uri="{FF2B5EF4-FFF2-40B4-BE49-F238E27FC236}">
                      <a16:creationId xmlns:a16="http://schemas.microsoft.com/office/drawing/2014/main" id="{0D316B2D-F2E7-2691-7F69-38190BD8BDC8}"/>
                    </a:ext>
                  </a:extLst>
                </p:cNvPr>
                <p:cNvSpPr/>
                <p:nvPr/>
              </p:nvSpPr>
              <p:spPr>
                <a:xfrm>
                  <a:off x="1973672" y="505268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4" name="Freeform: Shape 1663">
                  <a:extLst>
                    <a:ext uri="{FF2B5EF4-FFF2-40B4-BE49-F238E27FC236}">
                      <a16:creationId xmlns:a16="http://schemas.microsoft.com/office/drawing/2014/main" id="{10A05884-60E1-EB70-A53D-335B35CE184B}"/>
                    </a:ext>
                  </a:extLst>
                </p:cNvPr>
                <p:cNvSpPr/>
                <p:nvPr/>
              </p:nvSpPr>
              <p:spPr>
                <a:xfrm>
                  <a:off x="1975927" y="4026967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5" name="Freeform: Shape 1664">
                  <a:extLst>
                    <a:ext uri="{FF2B5EF4-FFF2-40B4-BE49-F238E27FC236}">
                      <a16:creationId xmlns:a16="http://schemas.microsoft.com/office/drawing/2014/main" id="{809E269F-B68A-7277-73E6-C819E7812302}"/>
                    </a:ext>
                  </a:extLst>
                </p:cNvPr>
                <p:cNvSpPr/>
                <p:nvPr/>
              </p:nvSpPr>
              <p:spPr>
                <a:xfrm>
                  <a:off x="1899284" y="501849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6" name="Freeform: Shape 1665">
                  <a:extLst>
                    <a:ext uri="{FF2B5EF4-FFF2-40B4-BE49-F238E27FC236}">
                      <a16:creationId xmlns:a16="http://schemas.microsoft.com/office/drawing/2014/main" id="{DA333E03-974D-1C7E-BE0F-08D99057DD84}"/>
                    </a:ext>
                  </a:extLst>
                </p:cNvPr>
                <p:cNvSpPr/>
                <p:nvPr/>
              </p:nvSpPr>
              <p:spPr>
                <a:xfrm>
                  <a:off x="2730718" y="5252946"/>
                  <a:ext cx="36412" cy="39075"/>
                </a:xfrm>
                <a:custGeom>
                  <a:avLst/>
                  <a:gdLst>
                    <a:gd name="connsiteX0" fmla="*/ 7767 w 15386"/>
                    <a:gd name="connsiteY0" fmla="*/ 0 h 15240"/>
                    <a:gd name="connsiteX1" fmla="*/ 15387 w 15386"/>
                    <a:gd name="connsiteY1" fmla="*/ 7620 h 15240"/>
                    <a:gd name="connsiteX2" fmla="*/ 7767 w 15386"/>
                    <a:gd name="connsiteY2" fmla="*/ 15240 h 15240"/>
                    <a:gd name="connsiteX3" fmla="*/ 147 w 15386"/>
                    <a:gd name="connsiteY3" fmla="*/ 7620 h 15240"/>
                    <a:gd name="connsiteX4" fmla="*/ 7767 w 15386"/>
                    <a:gd name="connsiteY4" fmla="*/ 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86" h="15240">
                      <a:moveTo>
                        <a:pt x="7767" y="0"/>
                      </a:moveTo>
                      <a:cubicBezTo>
                        <a:pt x="12529" y="0"/>
                        <a:pt x="15387" y="3810"/>
                        <a:pt x="15387" y="7620"/>
                      </a:cubicBezTo>
                      <a:cubicBezTo>
                        <a:pt x="15387" y="12383"/>
                        <a:pt x="11577" y="15240"/>
                        <a:pt x="7767" y="15240"/>
                      </a:cubicBezTo>
                      <a:cubicBezTo>
                        <a:pt x="3004" y="15240"/>
                        <a:pt x="147" y="11430"/>
                        <a:pt x="147" y="7620"/>
                      </a:cubicBezTo>
                      <a:cubicBezTo>
                        <a:pt x="-806" y="3810"/>
                        <a:pt x="3004" y="0"/>
                        <a:pt x="776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7" name="Freeform: Shape 1666">
                  <a:extLst>
                    <a:ext uri="{FF2B5EF4-FFF2-40B4-BE49-F238E27FC236}">
                      <a16:creationId xmlns:a16="http://schemas.microsoft.com/office/drawing/2014/main" id="{A481A05E-967E-5BEC-8E6D-4B2AAED7443A}"/>
                    </a:ext>
                  </a:extLst>
                </p:cNvPr>
                <p:cNvSpPr/>
                <p:nvPr/>
              </p:nvSpPr>
              <p:spPr>
                <a:xfrm>
                  <a:off x="2289253" y="500872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8" name="Freeform: Shape 1667">
                  <a:extLst>
                    <a:ext uri="{FF2B5EF4-FFF2-40B4-BE49-F238E27FC236}">
                      <a16:creationId xmlns:a16="http://schemas.microsoft.com/office/drawing/2014/main" id="{A198BCF5-C53E-7792-CD2E-711A9599ACC9}"/>
                    </a:ext>
                  </a:extLst>
                </p:cNvPr>
                <p:cNvSpPr/>
                <p:nvPr/>
              </p:nvSpPr>
              <p:spPr>
                <a:xfrm>
                  <a:off x="2041105" y="3472589"/>
                  <a:ext cx="72322" cy="78150"/>
                </a:xfrm>
                <a:custGeom>
                  <a:avLst/>
                  <a:gdLst>
                    <a:gd name="connsiteX0" fmla="*/ 15321 w 30560"/>
                    <a:gd name="connsiteY0" fmla="*/ 0 h 30480"/>
                    <a:gd name="connsiteX1" fmla="*/ 30561 w 30560"/>
                    <a:gd name="connsiteY1" fmla="*/ 15240 h 30480"/>
                    <a:gd name="connsiteX2" fmla="*/ 15321 w 30560"/>
                    <a:gd name="connsiteY2" fmla="*/ 30480 h 30480"/>
                    <a:gd name="connsiteX3" fmla="*/ 81 w 30560"/>
                    <a:gd name="connsiteY3" fmla="*/ 15240 h 30480"/>
                    <a:gd name="connsiteX4" fmla="*/ 15321 w 3056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80">
                      <a:moveTo>
                        <a:pt x="15321" y="0"/>
                      </a:moveTo>
                      <a:cubicBezTo>
                        <a:pt x="23893" y="0"/>
                        <a:pt x="30561" y="6668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8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9" name="Freeform: Shape 1668">
                  <a:extLst>
                    <a:ext uri="{FF2B5EF4-FFF2-40B4-BE49-F238E27FC236}">
                      <a16:creationId xmlns:a16="http://schemas.microsoft.com/office/drawing/2014/main" id="{67D2CBED-B08B-DFBF-7B4A-D2C73E21E56F}"/>
                    </a:ext>
                  </a:extLst>
                </p:cNvPr>
                <p:cNvSpPr/>
                <p:nvPr/>
              </p:nvSpPr>
              <p:spPr>
                <a:xfrm>
                  <a:off x="2370402" y="4173499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0" name="Freeform: Shape 1669">
                  <a:extLst>
                    <a:ext uri="{FF2B5EF4-FFF2-40B4-BE49-F238E27FC236}">
                      <a16:creationId xmlns:a16="http://schemas.microsoft.com/office/drawing/2014/main" id="{3ED601D2-C187-CE79-880C-F7A7CBE632C7}"/>
                    </a:ext>
                  </a:extLst>
                </p:cNvPr>
                <p:cNvSpPr/>
                <p:nvPr/>
              </p:nvSpPr>
              <p:spPr>
                <a:xfrm>
                  <a:off x="2043552" y="5428784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1" name="Freeform: Shape 1670">
                  <a:extLst>
                    <a:ext uri="{FF2B5EF4-FFF2-40B4-BE49-F238E27FC236}">
                      <a16:creationId xmlns:a16="http://schemas.microsoft.com/office/drawing/2014/main" id="{1B9D665E-733E-11C5-D387-F541D627CA62}"/>
                    </a:ext>
                  </a:extLst>
                </p:cNvPr>
                <p:cNvSpPr/>
                <p:nvPr/>
              </p:nvSpPr>
              <p:spPr>
                <a:xfrm>
                  <a:off x="2095396" y="361912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2" name="Freeform: Shape 1671">
                  <a:extLst>
                    <a:ext uri="{FF2B5EF4-FFF2-40B4-BE49-F238E27FC236}">
                      <a16:creationId xmlns:a16="http://schemas.microsoft.com/office/drawing/2014/main" id="{B1AE15A6-8A9F-DED3-D29D-C1F2B57A7B5A}"/>
                    </a:ext>
                  </a:extLst>
                </p:cNvPr>
                <p:cNvSpPr/>
                <p:nvPr/>
              </p:nvSpPr>
              <p:spPr>
                <a:xfrm>
                  <a:off x="2724305" y="277656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3" name="Freeform: Shape 1672">
                  <a:extLst>
                    <a:ext uri="{FF2B5EF4-FFF2-40B4-BE49-F238E27FC236}">
                      <a16:creationId xmlns:a16="http://schemas.microsoft.com/office/drawing/2014/main" id="{480A13BC-F112-092C-AC56-6E14F8994970}"/>
                    </a:ext>
                  </a:extLst>
                </p:cNvPr>
                <p:cNvSpPr/>
                <p:nvPr/>
              </p:nvSpPr>
              <p:spPr>
                <a:xfrm>
                  <a:off x="2390688" y="343107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4" name="Freeform: Shape 1673">
                  <a:extLst>
                    <a:ext uri="{FF2B5EF4-FFF2-40B4-BE49-F238E27FC236}">
                      <a16:creationId xmlns:a16="http://schemas.microsoft.com/office/drawing/2014/main" id="{61D58F81-DABD-7AC4-8900-A09431A2D24B}"/>
                    </a:ext>
                  </a:extLst>
                </p:cNvPr>
                <p:cNvSpPr/>
                <p:nvPr/>
              </p:nvSpPr>
              <p:spPr>
                <a:xfrm>
                  <a:off x="2534956" y="4310261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4288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4763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5" name="Freeform: Shape 1674">
                  <a:extLst>
                    <a:ext uri="{FF2B5EF4-FFF2-40B4-BE49-F238E27FC236}">
                      <a16:creationId xmlns:a16="http://schemas.microsoft.com/office/drawing/2014/main" id="{A96F29C1-558A-CD95-26E3-CF2DBBDA57A9}"/>
                    </a:ext>
                  </a:extLst>
                </p:cNvPr>
                <p:cNvSpPr/>
                <p:nvPr/>
              </p:nvSpPr>
              <p:spPr>
                <a:xfrm>
                  <a:off x="2185562" y="495988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6" name="Freeform: Shape 1675">
                  <a:extLst>
                    <a:ext uri="{FF2B5EF4-FFF2-40B4-BE49-F238E27FC236}">
                      <a16:creationId xmlns:a16="http://schemas.microsoft.com/office/drawing/2014/main" id="{54FCFF49-42ED-BB81-2796-81A5B3160712}"/>
                    </a:ext>
                  </a:extLst>
                </p:cNvPr>
                <p:cNvSpPr/>
                <p:nvPr/>
              </p:nvSpPr>
              <p:spPr>
                <a:xfrm>
                  <a:off x="2796435" y="1816785"/>
                  <a:ext cx="49591" cy="53728"/>
                </a:xfrm>
                <a:custGeom>
                  <a:avLst/>
                  <a:gdLst>
                    <a:gd name="connsiteX0" fmla="*/ 10477 w 20955"/>
                    <a:gd name="connsiteY0" fmla="*/ 0 h 20955"/>
                    <a:gd name="connsiteX1" fmla="*/ 20955 w 20955"/>
                    <a:gd name="connsiteY1" fmla="*/ 10478 h 20955"/>
                    <a:gd name="connsiteX2" fmla="*/ 10477 w 20955"/>
                    <a:gd name="connsiteY2" fmla="*/ 20955 h 20955"/>
                    <a:gd name="connsiteX3" fmla="*/ 0 w 20955"/>
                    <a:gd name="connsiteY3" fmla="*/ 10478 h 20955"/>
                    <a:gd name="connsiteX4" fmla="*/ 10477 w 20955"/>
                    <a:gd name="connsiteY4" fmla="*/ 0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5" h="20955">
                      <a:moveTo>
                        <a:pt x="10477" y="0"/>
                      </a:moveTo>
                      <a:cubicBezTo>
                        <a:pt x="16193" y="0"/>
                        <a:pt x="20955" y="4763"/>
                        <a:pt x="20955" y="10478"/>
                      </a:cubicBezTo>
                      <a:cubicBezTo>
                        <a:pt x="20955" y="16193"/>
                        <a:pt x="16193" y="20955"/>
                        <a:pt x="10477" y="20955"/>
                      </a:cubicBezTo>
                      <a:cubicBezTo>
                        <a:pt x="4763" y="20955"/>
                        <a:pt x="0" y="16193"/>
                        <a:pt x="0" y="10478"/>
                      </a:cubicBezTo>
                      <a:cubicBezTo>
                        <a:pt x="952" y="4763"/>
                        <a:pt x="5715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7" name="Freeform: Shape 1676">
                  <a:extLst>
                    <a:ext uri="{FF2B5EF4-FFF2-40B4-BE49-F238E27FC236}">
                      <a16:creationId xmlns:a16="http://schemas.microsoft.com/office/drawing/2014/main" id="{14E81A77-CA27-1B42-096A-AD695E72979F}"/>
                    </a:ext>
                  </a:extLst>
                </p:cNvPr>
                <p:cNvSpPr/>
                <p:nvPr/>
              </p:nvSpPr>
              <p:spPr>
                <a:xfrm>
                  <a:off x="1836170" y="402452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8" name="Freeform: Shape 1677">
                  <a:extLst>
                    <a:ext uri="{FF2B5EF4-FFF2-40B4-BE49-F238E27FC236}">
                      <a16:creationId xmlns:a16="http://schemas.microsoft.com/office/drawing/2014/main" id="{111DAD72-727A-DF70-B5CE-5EEE5C9C96D6}"/>
                    </a:ext>
                  </a:extLst>
                </p:cNvPr>
                <p:cNvSpPr/>
                <p:nvPr/>
              </p:nvSpPr>
              <p:spPr>
                <a:xfrm>
                  <a:off x="2194579" y="382182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9" name="Freeform: Shape 1678">
                  <a:extLst>
                    <a:ext uri="{FF2B5EF4-FFF2-40B4-BE49-F238E27FC236}">
                      <a16:creationId xmlns:a16="http://schemas.microsoft.com/office/drawing/2014/main" id="{6A3F42C6-14CB-695D-08D3-3042A579DABD}"/>
                    </a:ext>
                  </a:extLst>
                </p:cNvPr>
                <p:cNvSpPr/>
                <p:nvPr/>
              </p:nvSpPr>
              <p:spPr>
                <a:xfrm>
                  <a:off x="2602581" y="230766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0" name="Freeform: Shape 1679">
                  <a:extLst>
                    <a:ext uri="{FF2B5EF4-FFF2-40B4-BE49-F238E27FC236}">
                      <a16:creationId xmlns:a16="http://schemas.microsoft.com/office/drawing/2014/main" id="{9644B225-4DD1-D1D3-249C-6CC9258C7E2E}"/>
                    </a:ext>
                  </a:extLst>
                </p:cNvPr>
                <p:cNvSpPr/>
                <p:nvPr/>
              </p:nvSpPr>
              <p:spPr>
                <a:xfrm>
                  <a:off x="1685141" y="191203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1" name="Freeform: Shape 1680">
                  <a:extLst>
                    <a:ext uri="{FF2B5EF4-FFF2-40B4-BE49-F238E27FC236}">
                      <a16:creationId xmlns:a16="http://schemas.microsoft.com/office/drawing/2014/main" id="{24D983E5-BCC7-C065-FEDE-5CE8820B311D}"/>
                    </a:ext>
                  </a:extLst>
                </p:cNvPr>
                <p:cNvSpPr/>
                <p:nvPr/>
              </p:nvSpPr>
              <p:spPr>
                <a:xfrm>
                  <a:off x="1973672" y="2068332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2" name="Freeform: Shape 1681">
                  <a:extLst>
                    <a:ext uri="{FF2B5EF4-FFF2-40B4-BE49-F238E27FC236}">
                      <a16:creationId xmlns:a16="http://schemas.microsoft.com/office/drawing/2014/main" id="{9FFE5880-FCCB-4170-D15D-9A8FB9BF44CF}"/>
                    </a:ext>
                  </a:extLst>
                </p:cNvPr>
                <p:cNvSpPr/>
                <p:nvPr/>
              </p:nvSpPr>
              <p:spPr>
                <a:xfrm>
                  <a:off x="1676125" y="5506934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3" name="Freeform: Shape 1682">
                  <a:extLst>
                    <a:ext uri="{FF2B5EF4-FFF2-40B4-BE49-F238E27FC236}">
                      <a16:creationId xmlns:a16="http://schemas.microsoft.com/office/drawing/2014/main" id="{A84164AF-A926-9ACA-2FC6-A3AF132B8E32}"/>
                    </a:ext>
                  </a:extLst>
                </p:cNvPr>
                <p:cNvSpPr/>
                <p:nvPr/>
              </p:nvSpPr>
              <p:spPr>
                <a:xfrm>
                  <a:off x="2832504" y="2310110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4" name="Freeform: Shape 1683">
                  <a:extLst>
                    <a:ext uri="{FF2B5EF4-FFF2-40B4-BE49-F238E27FC236}">
                      <a16:creationId xmlns:a16="http://schemas.microsoft.com/office/drawing/2014/main" id="{15574398-6677-82FF-6432-AA75B3776BCA}"/>
                    </a:ext>
                  </a:extLst>
                </p:cNvPr>
                <p:cNvSpPr/>
                <p:nvPr/>
              </p:nvSpPr>
              <p:spPr>
                <a:xfrm>
                  <a:off x="2293761" y="5152815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5" name="Freeform: Shape 1684">
                  <a:extLst>
                    <a:ext uri="{FF2B5EF4-FFF2-40B4-BE49-F238E27FC236}">
                      <a16:creationId xmlns:a16="http://schemas.microsoft.com/office/drawing/2014/main" id="{FFA27BB5-EABE-FC6C-25EA-9E90AD69B2CD}"/>
                    </a:ext>
                  </a:extLst>
                </p:cNvPr>
                <p:cNvSpPr/>
                <p:nvPr/>
              </p:nvSpPr>
              <p:spPr>
                <a:xfrm>
                  <a:off x="1973672" y="496721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6" name="Freeform: Shape 1685">
                  <a:extLst>
                    <a:ext uri="{FF2B5EF4-FFF2-40B4-BE49-F238E27FC236}">
                      <a16:creationId xmlns:a16="http://schemas.microsoft.com/office/drawing/2014/main" id="{382AF10E-9DFB-76B0-E26E-80F71BCBC436}"/>
                    </a:ext>
                  </a:extLst>
                </p:cNvPr>
                <p:cNvSpPr/>
                <p:nvPr/>
              </p:nvSpPr>
              <p:spPr>
                <a:xfrm>
                  <a:off x="2023263" y="3533645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7" name="Freeform: Shape 1686">
                  <a:extLst>
                    <a:ext uri="{FF2B5EF4-FFF2-40B4-BE49-F238E27FC236}">
                      <a16:creationId xmlns:a16="http://schemas.microsoft.com/office/drawing/2014/main" id="{695ED78B-D8C9-AFA0-A48B-196F9FB1D16D}"/>
                    </a:ext>
                  </a:extLst>
                </p:cNvPr>
                <p:cNvSpPr/>
                <p:nvPr/>
              </p:nvSpPr>
              <p:spPr>
                <a:xfrm>
                  <a:off x="2413232" y="4236996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8" name="Freeform: Shape 1687">
                  <a:extLst>
                    <a:ext uri="{FF2B5EF4-FFF2-40B4-BE49-F238E27FC236}">
                      <a16:creationId xmlns:a16="http://schemas.microsoft.com/office/drawing/2014/main" id="{F662D29C-C221-EFC4-C5DD-E3EA4DD2B97C}"/>
                    </a:ext>
                  </a:extLst>
                </p:cNvPr>
                <p:cNvSpPr/>
                <p:nvPr/>
              </p:nvSpPr>
              <p:spPr>
                <a:xfrm>
                  <a:off x="1667108" y="413442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9" name="Freeform: Shape 1688">
                  <a:extLst>
                    <a:ext uri="{FF2B5EF4-FFF2-40B4-BE49-F238E27FC236}">
                      <a16:creationId xmlns:a16="http://schemas.microsoft.com/office/drawing/2014/main" id="{0D90E28D-63D4-93AE-EE8E-8237F8470D06}"/>
                    </a:ext>
                  </a:extLst>
                </p:cNvPr>
                <p:cNvSpPr/>
                <p:nvPr/>
              </p:nvSpPr>
              <p:spPr>
                <a:xfrm>
                  <a:off x="2697253" y="285960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0" name="Freeform: Shape 1689">
                  <a:extLst>
                    <a:ext uri="{FF2B5EF4-FFF2-40B4-BE49-F238E27FC236}">
                      <a16:creationId xmlns:a16="http://schemas.microsoft.com/office/drawing/2014/main" id="{D0026237-3389-F4B7-9955-EF53CABFA2E4}"/>
                    </a:ext>
                  </a:extLst>
                </p:cNvPr>
                <p:cNvSpPr/>
                <p:nvPr/>
              </p:nvSpPr>
              <p:spPr>
                <a:xfrm>
                  <a:off x="2746846" y="257875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1" name="Freeform: Shape 1690">
                  <a:extLst>
                    <a:ext uri="{FF2B5EF4-FFF2-40B4-BE49-F238E27FC236}">
                      <a16:creationId xmlns:a16="http://schemas.microsoft.com/office/drawing/2014/main" id="{0321DF0B-D720-670B-ED80-6C06705B5C5C}"/>
                    </a:ext>
                  </a:extLst>
                </p:cNvPr>
                <p:cNvSpPr/>
                <p:nvPr/>
              </p:nvSpPr>
              <p:spPr>
                <a:xfrm>
                  <a:off x="1820390" y="555822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2" name="Freeform: Shape 1691">
                  <a:extLst>
                    <a:ext uri="{FF2B5EF4-FFF2-40B4-BE49-F238E27FC236}">
                      <a16:creationId xmlns:a16="http://schemas.microsoft.com/office/drawing/2014/main" id="{A5C8B7AC-90A4-5A80-3BF7-4F24D17E22E6}"/>
                    </a:ext>
                  </a:extLst>
                </p:cNvPr>
                <p:cNvSpPr/>
                <p:nvPr/>
              </p:nvSpPr>
              <p:spPr>
                <a:xfrm>
                  <a:off x="2336589" y="546053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3" name="Freeform: Shape 1692">
                  <a:extLst>
                    <a:ext uri="{FF2B5EF4-FFF2-40B4-BE49-F238E27FC236}">
                      <a16:creationId xmlns:a16="http://schemas.microsoft.com/office/drawing/2014/main" id="{F6C8A3C3-BD80-442D-F982-0BD81C3D5722}"/>
                    </a:ext>
                  </a:extLst>
                </p:cNvPr>
                <p:cNvSpPr/>
                <p:nvPr/>
              </p:nvSpPr>
              <p:spPr>
                <a:xfrm>
                  <a:off x="2512415" y="329187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4" name="Freeform: Shape 1693">
                  <a:extLst>
                    <a:ext uri="{FF2B5EF4-FFF2-40B4-BE49-F238E27FC236}">
                      <a16:creationId xmlns:a16="http://schemas.microsoft.com/office/drawing/2014/main" id="{D2EFA38C-2C15-4864-1EB7-C452B3F9BFFB}"/>
                    </a:ext>
                  </a:extLst>
                </p:cNvPr>
                <p:cNvSpPr/>
                <p:nvPr/>
              </p:nvSpPr>
              <p:spPr>
                <a:xfrm>
                  <a:off x="2634139" y="3221045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5" name="Freeform: Shape 1694">
                  <a:extLst>
                    <a:ext uri="{FF2B5EF4-FFF2-40B4-BE49-F238E27FC236}">
                      <a16:creationId xmlns:a16="http://schemas.microsoft.com/office/drawing/2014/main" id="{4F477E8D-E0DF-72AA-EE3E-C444AC74C1EB}"/>
                    </a:ext>
                  </a:extLst>
                </p:cNvPr>
                <p:cNvSpPr/>
                <p:nvPr/>
              </p:nvSpPr>
              <p:spPr>
                <a:xfrm>
                  <a:off x="2343353" y="4312705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6" name="Freeform: Shape 1695">
                  <a:extLst>
                    <a:ext uri="{FF2B5EF4-FFF2-40B4-BE49-F238E27FC236}">
                      <a16:creationId xmlns:a16="http://schemas.microsoft.com/office/drawing/2014/main" id="{13263D8C-2B35-C7DA-DCFB-0C318F120085}"/>
                    </a:ext>
                  </a:extLst>
                </p:cNvPr>
                <p:cNvSpPr/>
                <p:nvPr/>
              </p:nvSpPr>
              <p:spPr>
                <a:xfrm>
                  <a:off x="2525748" y="2654457"/>
                  <a:ext cx="72322" cy="78150"/>
                </a:xfrm>
                <a:custGeom>
                  <a:avLst/>
                  <a:gdLst>
                    <a:gd name="connsiteX0" fmla="*/ 15321 w 30560"/>
                    <a:gd name="connsiteY0" fmla="*/ 0 h 30480"/>
                    <a:gd name="connsiteX1" fmla="*/ 30561 w 30560"/>
                    <a:gd name="connsiteY1" fmla="*/ 15240 h 30480"/>
                    <a:gd name="connsiteX2" fmla="*/ 15321 w 30560"/>
                    <a:gd name="connsiteY2" fmla="*/ 30480 h 30480"/>
                    <a:gd name="connsiteX3" fmla="*/ 81 w 30560"/>
                    <a:gd name="connsiteY3" fmla="*/ 15240 h 30480"/>
                    <a:gd name="connsiteX4" fmla="*/ 15321 w 3056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80">
                      <a:moveTo>
                        <a:pt x="15321" y="0"/>
                      </a:moveTo>
                      <a:cubicBezTo>
                        <a:pt x="23893" y="0"/>
                        <a:pt x="30561" y="6668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7620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7" name="Freeform: Shape 1696">
                  <a:extLst>
                    <a:ext uri="{FF2B5EF4-FFF2-40B4-BE49-F238E27FC236}">
                      <a16:creationId xmlns:a16="http://schemas.microsoft.com/office/drawing/2014/main" id="{EC87FB9C-1B95-06A4-7587-354AA162DA8E}"/>
                    </a:ext>
                  </a:extLst>
                </p:cNvPr>
                <p:cNvSpPr/>
                <p:nvPr/>
              </p:nvSpPr>
              <p:spPr>
                <a:xfrm>
                  <a:off x="2084127" y="4837774"/>
                  <a:ext cx="58605" cy="63497"/>
                </a:xfrm>
                <a:custGeom>
                  <a:avLst/>
                  <a:gdLst>
                    <a:gd name="connsiteX0" fmla="*/ 12383 w 24764"/>
                    <a:gd name="connsiteY0" fmla="*/ 0 h 24765"/>
                    <a:gd name="connsiteX1" fmla="*/ 24765 w 24764"/>
                    <a:gd name="connsiteY1" fmla="*/ 12383 h 24765"/>
                    <a:gd name="connsiteX2" fmla="*/ 12383 w 24764"/>
                    <a:gd name="connsiteY2" fmla="*/ 24765 h 24765"/>
                    <a:gd name="connsiteX3" fmla="*/ 0 w 24764"/>
                    <a:gd name="connsiteY3" fmla="*/ 12383 h 24765"/>
                    <a:gd name="connsiteX4" fmla="*/ 12383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8" name="Freeform: Shape 1697">
                  <a:extLst>
                    <a:ext uri="{FF2B5EF4-FFF2-40B4-BE49-F238E27FC236}">
                      <a16:creationId xmlns:a16="http://schemas.microsoft.com/office/drawing/2014/main" id="{E525CFA4-EBD9-3990-8703-D86AC5EA2535}"/>
                    </a:ext>
                  </a:extLst>
                </p:cNvPr>
                <p:cNvSpPr/>
                <p:nvPr/>
              </p:nvSpPr>
              <p:spPr>
                <a:xfrm>
                  <a:off x="1775307" y="558508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9" name="Freeform: Shape 1698">
                  <a:extLst>
                    <a:ext uri="{FF2B5EF4-FFF2-40B4-BE49-F238E27FC236}">
                      <a16:creationId xmlns:a16="http://schemas.microsoft.com/office/drawing/2014/main" id="{A7D20FFE-4906-6554-7F3D-EB2C39F1CC4B}"/>
                    </a:ext>
                  </a:extLst>
                </p:cNvPr>
                <p:cNvSpPr/>
                <p:nvPr/>
              </p:nvSpPr>
              <p:spPr>
                <a:xfrm>
                  <a:off x="2494379" y="352876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0" name="Freeform: Shape 1699">
                  <a:extLst>
                    <a:ext uri="{FF2B5EF4-FFF2-40B4-BE49-F238E27FC236}">
                      <a16:creationId xmlns:a16="http://schemas.microsoft.com/office/drawing/2014/main" id="{7CA358DF-61A8-6CDB-F1BA-3B08F01CF50B}"/>
                    </a:ext>
                  </a:extLst>
                </p:cNvPr>
                <p:cNvSpPr/>
                <p:nvPr/>
              </p:nvSpPr>
              <p:spPr>
                <a:xfrm>
                  <a:off x="2685983" y="304764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1" name="Freeform: Shape 1700">
                  <a:extLst>
                    <a:ext uri="{FF2B5EF4-FFF2-40B4-BE49-F238E27FC236}">
                      <a16:creationId xmlns:a16="http://schemas.microsoft.com/office/drawing/2014/main" id="{E9A76AD3-88BE-E208-6269-40D97D2D62AD}"/>
                    </a:ext>
                  </a:extLst>
                </p:cNvPr>
                <p:cNvSpPr/>
                <p:nvPr/>
              </p:nvSpPr>
              <p:spPr>
                <a:xfrm>
                  <a:off x="1732479" y="398300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2" name="Freeform: Shape 1701">
                  <a:extLst>
                    <a:ext uri="{FF2B5EF4-FFF2-40B4-BE49-F238E27FC236}">
                      <a16:creationId xmlns:a16="http://schemas.microsoft.com/office/drawing/2014/main" id="{3B64C309-1C19-2B90-32DF-88BE6A3E4A4A}"/>
                    </a:ext>
                  </a:extLst>
                </p:cNvPr>
                <p:cNvSpPr/>
                <p:nvPr/>
              </p:nvSpPr>
              <p:spPr>
                <a:xfrm>
                  <a:off x="1687396" y="4024524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3" name="Freeform: Shape 1702">
                  <a:extLst>
                    <a:ext uri="{FF2B5EF4-FFF2-40B4-BE49-F238E27FC236}">
                      <a16:creationId xmlns:a16="http://schemas.microsoft.com/office/drawing/2014/main" id="{17FFF84F-A649-1C1F-AC23-3D0A0786E393}"/>
                    </a:ext>
                  </a:extLst>
                </p:cNvPr>
                <p:cNvSpPr/>
                <p:nvPr/>
              </p:nvSpPr>
              <p:spPr>
                <a:xfrm>
                  <a:off x="2483110" y="243710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4" name="Freeform: Shape 1703">
                  <a:extLst>
                    <a:ext uri="{FF2B5EF4-FFF2-40B4-BE49-F238E27FC236}">
                      <a16:creationId xmlns:a16="http://schemas.microsoft.com/office/drawing/2014/main" id="{E158F0E1-1C74-AA94-8B11-A67C63E0ED81}"/>
                    </a:ext>
                  </a:extLst>
                </p:cNvPr>
                <p:cNvSpPr/>
                <p:nvPr/>
              </p:nvSpPr>
              <p:spPr>
                <a:xfrm>
                  <a:off x="2683728" y="5172353"/>
                  <a:ext cx="40575" cy="43959"/>
                </a:xfrm>
                <a:custGeom>
                  <a:avLst/>
                  <a:gdLst>
                    <a:gd name="connsiteX0" fmla="*/ 8573 w 17145"/>
                    <a:gd name="connsiteY0" fmla="*/ 0 h 17145"/>
                    <a:gd name="connsiteX1" fmla="*/ 17145 w 17145"/>
                    <a:gd name="connsiteY1" fmla="*/ 8573 h 17145"/>
                    <a:gd name="connsiteX2" fmla="*/ 8573 w 17145"/>
                    <a:gd name="connsiteY2" fmla="*/ 17145 h 17145"/>
                    <a:gd name="connsiteX3" fmla="*/ 0 w 17145"/>
                    <a:gd name="connsiteY3" fmla="*/ 8573 h 17145"/>
                    <a:gd name="connsiteX4" fmla="*/ 8573 w 17145"/>
                    <a:gd name="connsiteY4" fmla="*/ 0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3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3"/>
                      </a:cubicBezTo>
                      <a:cubicBezTo>
                        <a:pt x="952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5" name="Freeform: Shape 1704">
                  <a:extLst>
                    <a:ext uri="{FF2B5EF4-FFF2-40B4-BE49-F238E27FC236}">
                      <a16:creationId xmlns:a16="http://schemas.microsoft.com/office/drawing/2014/main" id="{5D541BAB-EC29-D50C-EFBD-5283F0AA2A5B}"/>
                    </a:ext>
                  </a:extLst>
                </p:cNvPr>
                <p:cNvSpPr/>
                <p:nvPr/>
              </p:nvSpPr>
              <p:spPr>
                <a:xfrm>
                  <a:off x="2226137" y="344572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6" name="Freeform: Shape 1705">
                  <a:extLst>
                    <a:ext uri="{FF2B5EF4-FFF2-40B4-BE49-F238E27FC236}">
                      <a16:creationId xmlns:a16="http://schemas.microsoft.com/office/drawing/2014/main" id="{42F9321E-0723-2754-EC87-8059790500CC}"/>
                    </a:ext>
                  </a:extLst>
                </p:cNvPr>
                <p:cNvSpPr/>
                <p:nvPr/>
              </p:nvSpPr>
              <p:spPr>
                <a:xfrm>
                  <a:off x="1707683" y="528469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7" name="Freeform: Shape 1706">
                  <a:extLst>
                    <a:ext uri="{FF2B5EF4-FFF2-40B4-BE49-F238E27FC236}">
                      <a16:creationId xmlns:a16="http://schemas.microsoft.com/office/drawing/2014/main" id="{9770E530-A646-DDC3-6EF1-952598037C90}"/>
                    </a:ext>
                  </a:extLst>
                </p:cNvPr>
                <p:cNvSpPr/>
                <p:nvPr/>
              </p:nvSpPr>
              <p:spPr>
                <a:xfrm>
                  <a:off x="2873079" y="4007430"/>
                  <a:ext cx="40575" cy="43959"/>
                </a:xfrm>
                <a:custGeom>
                  <a:avLst/>
                  <a:gdLst>
                    <a:gd name="connsiteX0" fmla="*/ 17145 w 17145"/>
                    <a:gd name="connsiteY0" fmla="*/ 8573 h 17145"/>
                    <a:gd name="connsiteX1" fmla="*/ 8573 w 17145"/>
                    <a:gd name="connsiteY1" fmla="*/ 17145 h 17145"/>
                    <a:gd name="connsiteX2" fmla="*/ 0 w 17145"/>
                    <a:gd name="connsiteY2" fmla="*/ 8573 h 17145"/>
                    <a:gd name="connsiteX3" fmla="*/ 8573 w 17145"/>
                    <a:gd name="connsiteY3" fmla="*/ 0 h 17145"/>
                    <a:gd name="connsiteX4" fmla="*/ 17145 w 17145"/>
                    <a:gd name="connsiteY4" fmla="*/ 8573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17145" y="8573"/>
                      </a:moveTo>
                      <a:cubicBezTo>
                        <a:pt x="17145" y="13307"/>
                        <a:pt x="13307" y="17145"/>
                        <a:pt x="8573" y="17145"/>
                      </a:cubicBezTo>
                      <a:cubicBezTo>
                        <a:pt x="3838" y="17145"/>
                        <a:pt x="0" y="13307"/>
                        <a:pt x="0" y="8573"/>
                      </a:cubicBezTo>
                      <a:cubicBezTo>
                        <a:pt x="0" y="3838"/>
                        <a:pt x="3838" y="0"/>
                        <a:pt x="8573" y="0"/>
                      </a:cubicBezTo>
                      <a:cubicBezTo>
                        <a:pt x="13307" y="0"/>
                        <a:pt x="17145" y="3838"/>
                        <a:pt x="17145" y="857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8" name="Freeform: Shape 1707">
                  <a:extLst>
                    <a:ext uri="{FF2B5EF4-FFF2-40B4-BE49-F238E27FC236}">
                      <a16:creationId xmlns:a16="http://schemas.microsoft.com/office/drawing/2014/main" id="{22327171-F858-C6F6-F686-09DFD3178EEB}"/>
                    </a:ext>
                  </a:extLst>
                </p:cNvPr>
                <p:cNvSpPr/>
                <p:nvPr/>
              </p:nvSpPr>
              <p:spPr>
                <a:xfrm>
                  <a:off x="1912811" y="523829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9" name="Freeform: Shape 1708">
                  <a:extLst>
                    <a:ext uri="{FF2B5EF4-FFF2-40B4-BE49-F238E27FC236}">
                      <a16:creationId xmlns:a16="http://schemas.microsoft.com/office/drawing/2014/main" id="{66E19B97-9DBC-6121-FBCC-1E9BF45BF02A}"/>
                    </a:ext>
                  </a:extLst>
                </p:cNvPr>
                <p:cNvSpPr/>
                <p:nvPr/>
              </p:nvSpPr>
              <p:spPr>
                <a:xfrm>
                  <a:off x="1964656" y="3633774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0" name="Freeform: Shape 1709">
                  <a:extLst>
                    <a:ext uri="{FF2B5EF4-FFF2-40B4-BE49-F238E27FC236}">
                      <a16:creationId xmlns:a16="http://schemas.microsoft.com/office/drawing/2014/main" id="{6BE81F09-38C5-BEF3-D428-55ABFD5DC970}"/>
                    </a:ext>
                  </a:extLst>
                </p:cNvPr>
                <p:cNvSpPr/>
                <p:nvPr/>
              </p:nvSpPr>
              <p:spPr>
                <a:xfrm>
                  <a:off x="1894776" y="407336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1" name="Freeform: Shape 1710">
                  <a:extLst>
                    <a:ext uri="{FF2B5EF4-FFF2-40B4-BE49-F238E27FC236}">
                      <a16:creationId xmlns:a16="http://schemas.microsoft.com/office/drawing/2014/main" id="{B74EB9A2-3373-7025-4474-611E7220E066}"/>
                    </a:ext>
                  </a:extLst>
                </p:cNvPr>
                <p:cNvSpPr/>
                <p:nvPr/>
              </p:nvSpPr>
              <p:spPr>
                <a:xfrm>
                  <a:off x="1944369" y="4889061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2" name="Freeform: Shape 1711">
                  <a:extLst>
                    <a:ext uri="{FF2B5EF4-FFF2-40B4-BE49-F238E27FC236}">
                      <a16:creationId xmlns:a16="http://schemas.microsoft.com/office/drawing/2014/main" id="{D76192BB-F134-F1B6-35DA-9D47CC3A5BA4}"/>
                    </a:ext>
                  </a:extLst>
                </p:cNvPr>
                <p:cNvSpPr/>
                <p:nvPr/>
              </p:nvSpPr>
              <p:spPr>
                <a:xfrm>
                  <a:off x="2350116" y="2649573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3" name="Freeform: Shape 1712">
                  <a:extLst>
                    <a:ext uri="{FF2B5EF4-FFF2-40B4-BE49-F238E27FC236}">
                      <a16:creationId xmlns:a16="http://schemas.microsoft.com/office/drawing/2014/main" id="{62EB0B96-CC4E-3E90-6723-9FB5A15842A4}"/>
                    </a:ext>
                  </a:extLst>
                </p:cNvPr>
                <p:cNvSpPr/>
                <p:nvPr/>
              </p:nvSpPr>
              <p:spPr>
                <a:xfrm>
                  <a:off x="1741494" y="427118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4" name="Freeform: Shape 1713">
                  <a:extLst>
                    <a:ext uri="{FF2B5EF4-FFF2-40B4-BE49-F238E27FC236}">
                      <a16:creationId xmlns:a16="http://schemas.microsoft.com/office/drawing/2014/main" id="{B6E4D259-6B97-63D0-785B-C4EB8CEDCDC6}"/>
                    </a:ext>
                  </a:extLst>
                </p:cNvPr>
                <p:cNvSpPr/>
                <p:nvPr/>
              </p:nvSpPr>
              <p:spPr>
                <a:xfrm>
                  <a:off x="2537209" y="2754588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5" name="Freeform: Shape 1714">
                  <a:extLst>
                    <a:ext uri="{FF2B5EF4-FFF2-40B4-BE49-F238E27FC236}">
                      <a16:creationId xmlns:a16="http://schemas.microsoft.com/office/drawing/2014/main" id="{62AF8486-E297-FF29-4759-D4F4143E45AB}"/>
                    </a:ext>
                  </a:extLst>
                </p:cNvPr>
                <p:cNvSpPr/>
                <p:nvPr/>
              </p:nvSpPr>
              <p:spPr>
                <a:xfrm>
                  <a:off x="2011992" y="5609506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6" name="Freeform: Shape 1715">
                  <a:extLst>
                    <a:ext uri="{FF2B5EF4-FFF2-40B4-BE49-F238E27FC236}">
                      <a16:creationId xmlns:a16="http://schemas.microsoft.com/office/drawing/2014/main" id="{2465D55E-1431-781B-C78C-6464AD70F703}"/>
                    </a:ext>
                  </a:extLst>
                </p:cNvPr>
                <p:cNvSpPr/>
                <p:nvPr/>
              </p:nvSpPr>
              <p:spPr>
                <a:xfrm>
                  <a:off x="2347861" y="3196623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7" name="Freeform: Shape 1716">
                  <a:extLst>
                    <a:ext uri="{FF2B5EF4-FFF2-40B4-BE49-F238E27FC236}">
                      <a16:creationId xmlns:a16="http://schemas.microsoft.com/office/drawing/2014/main" id="{FBD1CD84-6D1D-09B9-1991-D31017DA636D}"/>
                    </a:ext>
                  </a:extLst>
                </p:cNvPr>
                <p:cNvSpPr/>
                <p:nvPr/>
              </p:nvSpPr>
              <p:spPr>
                <a:xfrm>
                  <a:off x="2744591" y="3208835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8" name="Freeform: Shape 1717">
                  <a:extLst>
                    <a:ext uri="{FF2B5EF4-FFF2-40B4-BE49-F238E27FC236}">
                      <a16:creationId xmlns:a16="http://schemas.microsoft.com/office/drawing/2014/main" id="{98464797-E911-ACB3-6DC5-5BC0D8298310}"/>
                    </a:ext>
                  </a:extLst>
                </p:cNvPr>
                <p:cNvSpPr/>
                <p:nvPr/>
              </p:nvSpPr>
              <p:spPr>
                <a:xfrm>
                  <a:off x="2323064" y="418571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9" name="Freeform: Shape 1718">
                  <a:extLst>
                    <a:ext uri="{FF2B5EF4-FFF2-40B4-BE49-F238E27FC236}">
                      <a16:creationId xmlns:a16="http://schemas.microsoft.com/office/drawing/2014/main" id="{3A9718E2-BDA9-3DA8-0519-B73B308F9B27}"/>
                    </a:ext>
                  </a:extLst>
                </p:cNvPr>
                <p:cNvSpPr/>
                <p:nvPr/>
              </p:nvSpPr>
              <p:spPr>
                <a:xfrm>
                  <a:off x="2144987" y="379984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0" name="Freeform: Shape 1719">
                  <a:extLst>
                    <a:ext uri="{FF2B5EF4-FFF2-40B4-BE49-F238E27FC236}">
                      <a16:creationId xmlns:a16="http://schemas.microsoft.com/office/drawing/2014/main" id="{CC3042E2-2046-FA9F-53B6-71506B069B38}"/>
                    </a:ext>
                  </a:extLst>
                </p:cNvPr>
                <p:cNvSpPr/>
                <p:nvPr/>
              </p:nvSpPr>
              <p:spPr>
                <a:xfrm>
                  <a:off x="1597231" y="228324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1" name="Freeform: Shape 1720">
                  <a:extLst>
                    <a:ext uri="{FF2B5EF4-FFF2-40B4-BE49-F238E27FC236}">
                      <a16:creationId xmlns:a16="http://schemas.microsoft.com/office/drawing/2014/main" id="{D0E68DCE-CEF3-C045-B7A7-C226112C8897}"/>
                    </a:ext>
                  </a:extLst>
                </p:cNvPr>
                <p:cNvSpPr/>
                <p:nvPr/>
              </p:nvSpPr>
              <p:spPr>
                <a:xfrm>
                  <a:off x="2172037" y="180946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2" name="Freeform: Shape 1721">
                  <a:extLst>
                    <a:ext uri="{FF2B5EF4-FFF2-40B4-BE49-F238E27FC236}">
                      <a16:creationId xmlns:a16="http://schemas.microsoft.com/office/drawing/2014/main" id="{56137469-9023-40E0-9249-BE0B3BD8C526}"/>
                    </a:ext>
                  </a:extLst>
                </p:cNvPr>
                <p:cNvSpPr/>
                <p:nvPr/>
              </p:nvSpPr>
              <p:spPr>
                <a:xfrm>
                  <a:off x="1901539" y="5147931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3" name="Freeform: Shape 1722">
                  <a:extLst>
                    <a:ext uri="{FF2B5EF4-FFF2-40B4-BE49-F238E27FC236}">
                      <a16:creationId xmlns:a16="http://schemas.microsoft.com/office/drawing/2014/main" id="{883B0E03-F0D1-DF9A-1594-9B85B533A269}"/>
                    </a:ext>
                  </a:extLst>
                </p:cNvPr>
                <p:cNvSpPr/>
                <p:nvPr/>
              </p:nvSpPr>
              <p:spPr>
                <a:xfrm>
                  <a:off x="2329828" y="394149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4" name="Freeform: Shape 1723">
                  <a:extLst>
                    <a:ext uri="{FF2B5EF4-FFF2-40B4-BE49-F238E27FC236}">
                      <a16:creationId xmlns:a16="http://schemas.microsoft.com/office/drawing/2014/main" id="{1A693409-8D6E-84AE-8E70-DC400F59A1FA}"/>
                    </a:ext>
                  </a:extLst>
                </p:cNvPr>
                <p:cNvSpPr/>
                <p:nvPr/>
              </p:nvSpPr>
              <p:spPr>
                <a:xfrm>
                  <a:off x="2773894" y="317220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5" name="Freeform: Shape 1724">
                  <a:extLst>
                    <a:ext uri="{FF2B5EF4-FFF2-40B4-BE49-F238E27FC236}">
                      <a16:creationId xmlns:a16="http://schemas.microsoft.com/office/drawing/2014/main" id="{5B2BC139-8494-074B-771A-C0EEBF172206}"/>
                    </a:ext>
                  </a:extLst>
                </p:cNvPr>
                <p:cNvSpPr/>
                <p:nvPr/>
              </p:nvSpPr>
              <p:spPr>
                <a:xfrm>
                  <a:off x="2149496" y="426630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6" name="Freeform: Shape 1725">
                  <a:extLst>
                    <a:ext uri="{FF2B5EF4-FFF2-40B4-BE49-F238E27FC236}">
                      <a16:creationId xmlns:a16="http://schemas.microsoft.com/office/drawing/2014/main" id="{41B2A2A3-CF46-6F21-C583-A40210B51C84}"/>
                    </a:ext>
                  </a:extLst>
                </p:cNvPr>
                <p:cNvSpPr/>
                <p:nvPr/>
              </p:nvSpPr>
              <p:spPr>
                <a:xfrm>
                  <a:off x="2609342" y="5531356"/>
                  <a:ext cx="40575" cy="43959"/>
                </a:xfrm>
                <a:custGeom>
                  <a:avLst/>
                  <a:gdLst>
                    <a:gd name="connsiteX0" fmla="*/ 17145 w 17145"/>
                    <a:gd name="connsiteY0" fmla="*/ 8573 h 17145"/>
                    <a:gd name="connsiteX1" fmla="*/ 8572 w 17145"/>
                    <a:gd name="connsiteY1" fmla="*/ 17145 h 17145"/>
                    <a:gd name="connsiteX2" fmla="*/ 0 w 17145"/>
                    <a:gd name="connsiteY2" fmla="*/ 8573 h 17145"/>
                    <a:gd name="connsiteX3" fmla="*/ 8572 w 17145"/>
                    <a:gd name="connsiteY3" fmla="*/ 0 h 17145"/>
                    <a:gd name="connsiteX4" fmla="*/ 17145 w 17145"/>
                    <a:gd name="connsiteY4" fmla="*/ 8573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17145" y="8573"/>
                      </a:moveTo>
                      <a:cubicBezTo>
                        <a:pt x="17145" y="13307"/>
                        <a:pt x="13307" y="17145"/>
                        <a:pt x="8572" y="17145"/>
                      </a:cubicBezTo>
                      <a:cubicBezTo>
                        <a:pt x="3838" y="17145"/>
                        <a:pt x="0" y="13307"/>
                        <a:pt x="0" y="8573"/>
                      </a:cubicBezTo>
                      <a:cubicBezTo>
                        <a:pt x="0" y="3838"/>
                        <a:pt x="3838" y="0"/>
                        <a:pt x="8572" y="0"/>
                      </a:cubicBezTo>
                      <a:cubicBezTo>
                        <a:pt x="13307" y="0"/>
                        <a:pt x="17145" y="3838"/>
                        <a:pt x="17145" y="857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7" name="Freeform: Shape 1726">
                  <a:extLst>
                    <a:ext uri="{FF2B5EF4-FFF2-40B4-BE49-F238E27FC236}">
                      <a16:creationId xmlns:a16="http://schemas.microsoft.com/office/drawing/2014/main" id="{BADD7ABD-5203-61B3-9E5B-CD2BB1E16C7E}"/>
                    </a:ext>
                  </a:extLst>
                </p:cNvPr>
                <p:cNvSpPr/>
                <p:nvPr/>
              </p:nvSpPr>
              <p:spPr>
                <a:xfrm>
                  <a:off x="2135971" y="404406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8" name="Freeform: Shape 1727">
                  <a:extLst>
                    <a:ext uri="{FF2B5EF4-FFF2-40B4-BE49-F238E27FC236}">
                      <a16:creationId xmlns:a16="http://schemas.microsoft.com/office/drawing/2014/main" id="{9A3DB2D6-60E7-F3AB-80AD-0047C845A1E7}"/>
                    </a:ext>
                  </a:extLst>
                </p:cNvPr>
                <p:cNvSpPr/>
                <p:nvPr/>
              </p:nvSpPr>
              <p:spPr>
                <a:xfrm>
                  <a:off x="2282492" y="393172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9" name="Freeform: Shape 1728">
                  <a:extLst>
                    <a:ext uri="{FF2B5EF4-FFF2-40B4-BE49-F238E27FC236}">
                      <a16:creationId xmlns:a16="http://schemas.microsoft.com/office/drawing/2014/main" id="{A5E5D294-1FA5-89B5-DC8E-15F41F096DA4}"/>
                    </a:ext>
                  </a:extLst>
                </p:cNvPr>
                <p:cNvSpPr/>
                <p:nvPr/>
              </p:nvSpPr>
              <p:spPr>
                <a:xfrm>
                  <a:off x="1773054" y="5145490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0" name="Freeform: Shape 1729">
                  <a:extLst>
                    <a:ext uri="{FF2B5EF4-FFF2-40B4-BE49-F238E27FC236}">
                      <a16:creationId xmlns:a16="http://schemas.microsoft.com/office/drawing/2014/main" id="{78F59A64-0BAE-06FC-4AAB-10B2281D2D56}"/>
                    </a:ext>
                  </a:extLst>
                </p:cNvPr>
                <p:cNvSpPr/>
                <p:nvPr/>
              </p:nvSpPr>
              <p:spPr>
                <a:xfrm>
                  <a:off x="2014247" y="548007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1" name="Freeform: Shape 1730">
                  <a:extLst>
                    <a:ext uri="{FF2B5EF4-FFF2-40B4-BE49-F238E27FC236}">
                      <a16:creationId xmlns:a16="http://schemas.microsoft.com/office/drawing/2014/main" id="{A75BF192-2DEC-F351-7EB3-9138CAB4F985}"/>
                    </a:ext>
                  </a:extLst>
                </p:cNvPr>
                <p:cNvSpPr/>
                <p:nvPr/>
              </p:nvSpPr>
              <p:spPr>
                <a:xfrm>
                  <a:off x="2566514" y="2903560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7620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2" name="Freeform: Shape 1731">
                  <a:extLst>
                    <a:ext uri="{FF2B5EF4-FFF2-40B4-BE49-F238E27FC236}">
                      <a16:creationId xmlns:a16="http://schemas.microsoft.com/office/drawing/2014/main" id="{D038B6FA-B24B-E033-B7D9-AD8F6D983F26}"/>
                    </a:ext>
                  </a:extLst>
                </p:cNvPr>
                <p:cNvSpPr/>
                <p:nvPr/>
              </p:nvSpPr>
              <p:spPr>
                <a:xfrm>
                  <a:off x="2510160" y="252746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3" name="Freeform: Shape 1732">
                  <a:extLst>
                    <a:ext uri="{FF2B5EF4-FFF2-40B4-BE49-F238E27FC236}">
                      <a16:creationId xmlns:a16="http://schemas.microsoft.com/office/drawing/2014/main" id="{4F199367-BD91-8F5E-7AAE-34C6DFB2E1BA}"/>
                    </a:ext>
                  </a:extLst>
                </p:cNvPr>
                <p:cNvSpPr/>
                <p:nvPr/>
              </p:nvSpPr>
              <p:spPr>
                <a:xfrm>
                  <a:off x="1822645" y="4823121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4" name="Freeform: Shape 1733">
                  <a:extLst>
                    <a:ext uri="{FF2B5EF4-FFF2-40B4-BE49-F238E27FC236}">
                      <a16:creationId xmlns:a16="http://schemas.microsoft.com/office/drawing/2014/main" id="{47DC893E-F61E-A43F-754C-F5BB004885D9}"/>
                    </a:ext>
                  </a:extLst>
                </p:cNvPr>
                <p:cNvSpPr/>
                <p:nvPr/>
              </p:nvSpPr>
              <p:spPr>
                <a:xfrm>
                  <a:off x="2368147" y="524806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5" name="Freeform: Shape 1734">
                  <a:extLst>
                    <a:ext uri="{FF2B5EF4-FFF2-40B4-BE49-F238E27FC236}">
                      <a16:creationId xmlns:a16="http://schemas.microsoft.com/office/drawing/2014/main" id="{CC1A7151-945F-47D8-EA0D-20C7177809F4}"/>
                    </a:ext>
                  </a:extLst>
                </p:cNvPr>
                <p:cNvSpPr/>
                <p:nvPr/>
              </p:nvSpPr>
              <p:spPr>
                <a:xfrm>
                  <a:off x="1588214" y="272283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6" name="Freeform: Shape 1735">
                  <a:extLst>
                    <a:ext uri="{FF2B5EF4-FFF2-40B4-BE49-F238E27FC236}">
                      <a16:creationId xmlns:a16="http://schemas.microsoft.com/office/drawing/2014/main" id="{6F9D4D16-50DE-9721-C56B-6AA808FC89FF}"/>
                    </a:ext>
                  </a:extLst>
                </p:cNvPr>
                <p:cNvSpPr/>
                <p:nvPr/>
              </p:nvSpPr>
              <p:spPr>
                <a:xfrm>
                  <a:off x="2289253" y="2463966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7" name="Freeform: Shape 1736">
                  <a:extLst>
                    <a:ext uri="{FF2B5EF4-FFF2-40B4-BE49-F238E27FC236}">
                      <a16:creationId xmlns:a16="http://schemas.microsoft.com/office/drawing/2014/main" id="{04F7A88C-BDF5-EF49-0768-910A39E7967A}"/>
                    </a:ext>
                  </a:extLst>
                </p:cNvPr>
                <p:cNvSpPr/>
                <p:nvPr/>
              </p:nvSpPr>
              <p:spPr>
                <a:xfrm>
                  <a:off x="1651328" y="247862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8" name="Freeform: Shape 1737">
                  <a:extLst>
                    <a:ext uri="{FF2B5EF4-FFF2-40B4-BE49-F238E27FC236}">
                      <a16:creationId xmlns:a16="http://schemas.microsoft.com/office/drawing/2014/main" id="{0569E1EB-E9C6-F6E0-E08E-0EDEC286CC30}"/>
                    </a:ext>
                  </a:extLst>
                </p:cNvPr>
                <p:cNvSpPr/>
                <p:nvPr/>
              </p:nvSpPr>
              <p:spPr>
                <a:xfrm>
                  <a:off x="1966911" y="437620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9" name="Freeform: Shape 1738">
                  <a:extLst>
                    <a:ext uri="{FF2B5EF4-FFF2-40B4-BE49-F238E27FC236}">
                      <a16:creationId xmlns:a16="http://schemas.microsoft.com/office/drawing/2014/main" id="{3B14AC83-B5C0-132B-E732-AB6A354CDCED}"/>
                    </a:ext>
                  </a:extLst>
                </p:cNvPr>
                <p:cNvSpPr/>
                <p:nvPr/>
              </p:nvSpPr>
              <p:spPr>
                <a:xfrm>
                  <a:off x="2740083" y="3631333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8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0" name="Freeform: Shape 1739">
                  <a:extLst>
                    <a:ext uri="{FF2B5EF4-FFF2-40B4-BE49-F238E27FC236}">
                      <a16:creationId xmlns:a16="http://schemas.microsoft.com/office/drawing/2014/main" id="{209D5F01-63EF-94F9-41EB-B916107037E3}"/>
                    </a:ext>
                  </a:extLst>
                </p:cNvPr>
                <p:cNvSpPr/>
                <p:nvPr/>
              </p:nvSpPr>
              <p:spPr>
                <a:xfrm>
                  <a:off x="2807707" y="3404210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7 w 28575"/>
                    <a:gd name="connsiteY1" fmla="*/ 28575 h 28575"/>
                    <a:gd name="connsiteX2" fmla="*/ 0 w 28575"/>
                    <a:gd name="connsiteY2" fmla="*/ 14288 h 28575"/>
                    <a:gd name="connsiteX3" fmla="*/ 14287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7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7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1" name="Freeform: Shape 1740">
                  <a:extLst>
                    <a:ext uri="{FF2B5EF4-FFF2-40B4-BE49-F238E27FC236}">
                      <a16:creationId xmlns:a16="http://schemas.microsoft.com/office/drawing/2014/main" id="{071F477C-D5AA-6C8B-64B1-43914C7B3B45}"/>
                    </a:ext>
                  </a:extLst>
                </p:cNvPr>
                <p:cNvSpPr/>
                <p:nvPr/>
              </p:nvSpPr>
              <p:spPr>
                <a:xfrm>
                  <a:off x="2532701" y="4390855"/>
                  <a:ext cx="40575" cy="43959"/>
                </a:xfrm>
                <a:custGeom>
                  <a:avLst/>
                  <a:gdLst>
                    <a:gd name="connsiteX0" fmla="*/ 17145 w 17145"/>
                    <a:gd name="connsiteY0" fmla="*/ 8572 h 17145"/>
                    <a:gd name="connsiteX1" fmla="*/ 8572 w 17145"/>
                    <a:gd name="connsiteY1" fmla="*/ 17145 h 17145"/>
                    <a:gd name="connsiteX2" fmla="*/ 0 w 17145"/>
                    <a:gd name="connsiteY2" fmla="*/ 8572 h 17145"/>
                    <a:gd name="connsiteX3" fmla="*/ 8572 w 17145"/>
                    <a:gd name="connsiteY3" fmla="*/ 0 h 17145"/>
                    <a:gd name="connsiteX4" fmla="*/ 17145 w 17145"/>
                    <a:gd name="connsiteY4" fmla="*/ 8572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17145" y="8572"/>
                      </a:moveTo>
                      <a:cubicBezTo>
                        <a:pt x="17145" y="13307"/>
                        <a:pt x="13307" y="17145"/>
                        <a:pt x="8572" y="17145"/>
                      </a:cubicBezTo>
                      <a:cubicBezTo>
                        <a:pt x="3838" y="17145"/>
                        <a:pt x="0" y="13307"/>
                        <a:pt x="0" y="8572"/>
                      </a:cubicBezTo>
                      <a:cubicBezTo>
                        <a:pt x="0" y="3838"/>
                        <a:pt x="3838" y="0"/>
                        <a:pt x="8572" y="0"/>
                      </a:cubicBezTo>
                      <a:cubicBezTo>
                        <a:pt x="13307" y="0"/>
                        <a:pt x="17145" y="3838"/>
                        <a:pt x="17145" y="857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2" name="Freeform: Shape 1741">
                  <a:extLst>
                    <a:ext uri="{FF2B5EF4-FFF2-40B4-BE49-F238E27FC236}">
                      <a16:creationId xmlns:a16="http://schemas.microsoft.com/office/drawing/2014/main" id="{47C355F2-DF2D-B0D4-564D-CBD8AAFF23E7}"/>
                    </a:ext>
                  </a:extLst>
                </p:cNvPr>
                <p:cNvSpPr/>
                <p:nvPr/>
              </p:nvSpPr>
              <p:spPr>
                <a:xfrm>
                  <a:off x="2338844" y="529690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3" name="Freeform: Shape 1742">
                  <a:extLst>
                    <a:ext uri="{FF2B5EF4-FFF2-40B4-BE49-F238E27FC236}">
                      <a16:creationId xmlns:a16="http://schemas.microsoft.com/office/drawing/2014/main" id="{674F9F0A-C5EB-8F9C-B68B-85048905A9F6}"/>
                    </a:ext>
                  </a:extLst>
                </p:cNvPr>
                <p:cNvSpPr/>
                <p:nvPr/>
              </p:nvSpPr>
              <p:spPr>
                <a:xfrm>
                  <a:off x="1755021" y="5504493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4" name="Freeform: Shape 1743">
                  <a:extLst>
                    <a:ext uri="{FF2B5EF4-FFF2-40B4-BE49-F238E27FC236}">
                      <a16:creationId xmlns:a16="http://schemas.microsoft.com/office/drawing/2014/main" id="{00196BB2-12B1-A0E9-2EB5-F884E9157EA5}"/>
                    </a:ext>
                  </a:extLst>
                </p:cNvPr>
                <p:cNvSpPr/>
                <p:nvPr/>
              </p:nvSpPr>
              <p:spPr>
                <a:xfrm>
                  <a:off x="2345608" y="242245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5" name="Freeform: Shape 1744">
                  <a:extLst>
                    <a:ext uri="{FF2B5EF4-FFF2-40B4-BE49-F238E27FC236}">
                      <a16:creationId xmlns:a16="http://schemas.microsoft.com/office/drawing/2014/main" id="{4CFE5C01-98FE-BB7D-66C6-E4ABAD8CCC67}"/>
                    </a:ext>
                  </a:extLst>
                </p:cNvPr>
                <p:cNvSpPr/>
                <p:nvPr/>
              </p:nvSpPr>
              <p:spPr>
                <a:xfrm>
                  <a:off x="1581450" y="2879139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6" name="Freeform: Shape 1745">
                  <a:extLst>
                    <a:ext uri="{FF2B5EF4-FFF2-40B4-BE49-F238E27FC236}">
                      <a16:creationId xmlns:a16="http://schemas.microsoft.com/office/drawing/2014/main" id="{AE0ACAF6-16D9-41CB-C5E6-054CA4C7B859}"/>
                    </a:ext>
                  </a:extLst>
                </p:cNvPr>
                <p:cNvSpPr/>
                <p:nvPr/>
              </p:nvSpPr>
              <p:spPr>
                <a:xfrm>
                  <a:off x="2494382" y="5604621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8 w 20954"/>
                    <a:gd name="connsiteY1" fmla="*/ 20955 h 20954"/>
                    <a:gd name="connsiteX2" fmla="*/ 0 w 20954"/>
                    <a:gd name="connsiteY2" fmla="*/ 10478 h 20954"/>
                    <a:gd name="connsiteX3" fmla="*/ 10478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7" name="Freeform: Shape 1746">
                  <a:extLst>
                    <a:ext uri="{FF2B5EF4-FFF2-40B4-BE49-F238E27FC236}">
                      <a16:creationId xmlns:a16="http://schemas.microsoft.com/office/drawing/2014/main" id="{C18A0798-7028-D7C0-32C5-E754DA547D01}"/>
                    </a:ext>
                  </a:extLst>
                </p:cNvPr>
                <p:cNvSpPr/>
                <p:nvPr/>
              </p:nvSpPr>
              <p:spPr>
                <a:xfrm>
                  <a:off x="2314050" y="349457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8" name="Freeform: Shape 1747">
                  <a:extLst>
                    <a:ext uri="{FF2B5EF4-FFF2-40B4-BE49-F238E27FC236}">
                      <a16:creationId xmlns:a16="http://schemas.microsoft.com/office/drawing/2014/main" id="{D3DC4F76-42BE-8D9A-5E8D-D0E9D0F6EA64}"/>
                    </a:ext>
                  </a:extLst>
                </p:cNvPr>
                <p:cNvSpPr/>
                <p:nvPr/>
              </p:nvSpPr>
              <p:spPr>
                <a:xfrm>
                  <a:off x="1809118" y="486952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9" name="Freeform: Shape 1748">
                  <a:extLst>
                    <a:ext uri="{FF2B5EF4-FFF2-40B4-BE49-F238E27FC236}">
                      <a16:creationId xmlns:a16="http://schemas.microsoft.com/office/drawing/2014/main" id="{6EED8C18-ACDD-8EC3-18A9-14D330AA0CED}"/>
                    </a:ext>
                  </a:extLst>
                </p:cNvPr>
                <p:cNvSpPr/>
                <p:nvPr/>
              </p:nvSpPr>
              <p:spPr>
                <a:xfrm>
                  <a:off x="1833915" y="491104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0" name="Freeform: Shape 1749">
                  <a:extLst>
                    <a:ext uri="{FF2B5EF4-FFF2-40B4-BE49-F238E27FC236}">
                      <a16:creationId xmlns:a16="http://schemas.microsoft.com/office/drawing/2014/main" id="{88516BBB-FE4C-B17D-DFFB-E395DB947AF2}"/>
                    </a:ext>
                  </a:extLst>
                </p:cNvPr>
                <p:cNvSpPr/>
                <p:nvPr/>
              </p:nvSpPr>
              <p:spPr>
                <a:xfrm>
                  <a:off x="1872237" y="524073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1" name="Freeform: Shape 1750">
                  <a:extLst>
                    <a:ext uri="{FF2B5EF4-FFF2-40B4-BE49-F238E27FC236}">
                      <a16:creationId xmlns:a16="http://schemas.microsoft.com/office/drawing/2014/main" id="{4E623FF2-CE2D-B3AF-4091-E4153BDDE9CE}"/>
                    </a:ext>
                  </a:extLst>
                </p:cNvPr>
                <p:cNvSpPr/>
                <p:nvPr/>
              </p:nvSpPr>
              <p:spPr>
                <a:xfrm>
                  <a:off x="2413232" y="2915773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2" name="Freeform: Shape 1751">
                  <a:extLst>
                    <a:ext uri="{FF2B5EF4-FFF2-40B4-BE49-F238E27FC236}">
                      <a16:creationId xmlns:a16="http://schemas.microsoft.com/office/drawing/2014/main" id="{F45D4F90-D784-32B7-8ED9-85DA79D7ACA5}"/>
                    </a:ext>
                  </a:extLst>
                </p:cNvPr>
                <p:cNvSpPr/>
                <p:nvPr/>
              </p:nvSpPr>
              <p:spPr>
                <a:xfrm>
                  <a:off x="2415485" y="216113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3" name="Freeform: Shape 1752">
                  <a:extLst>
                    <a:ext uri="{FF2B5EF4-FFF2-40B4-BE49-F238E27FC236}">
                      <a16:creationId xmlns:a16="http://schemas.microsoft.com/office/drawing/2014/main" id="{445FD02D-40C8-F1CF-65E8-CA79C40B0BCC}"/>
                    </a:ext>
                  </a:extLst>
                </p:cNvPr>
                <p:cNvSpPr/>
                <p:nvPr/>
              </p:nvSpPr>
              <p:spPr>
                <a:xfrm>
                  <a:off x="2451552" y="332605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4" name="Freeform: Shape 1753">
                  <a:extLst>
                    <a:ext uri="{FF2B5EF4-FFF2-40B4-BE49-F238E27FC236}">
                      <a16:creationId xmlns:a16="http://schemas.microsoft.com/office/drawing/2014/main" id="{A8EAE42D-E0A0-630C-0E6A-FECEA7DA8B9A}"/>
                    </a:ext>
                  </a:extLst>
                </p:cNvPr>
                <p:cNvSpPr/>
                <p:nvPr/>
              </p:nvSpPr>
              <p:spPr>
                <a:xfrm>
                  <a:off x="2140479" y="4918368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5" name="Freeform: Shape 1754">
                  <a:extLst>
                    <a:ext uri="{FF2B5EF4-FFF2-40B4-BE49-F238E27FC236}">
                      <a16:creationId xmlns:a16="http://schemas.microsoft.com/office/drawing/2014/main" id="{881884FA-4FF9-AC15-FC60-C9AC87A6A32D}"/>
                    </a:ext>
                  </a:extLst>
                </p:cNvPr>
                <p:cNvSpPr/>
                <p:nvPr/>
              </p:nvSpPr>
              <p:spPr>
                <a:xfrm>
                  <a:off x="2622867" y="2964616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6" name="Freeform: Shape 1755">
                  <a:extLst>
                    <a:ext uri="{FF2B5EF4-FFF2-40B4-BE49-F238E27FC236}">
                      <a16:creationId xmlns:a16="http://schemas.microsoft.com/office/drawing/2014/main" id="{83CA7C4A-63E2-6C64-D3B0-02813AD0B3BB}"/>
                    </a:ext>
                  </a:extLst>
                </p:cNvPr>
                <p:cNvSpPr/>
                <p:nvPr/>
              </p:nvSpPr>
              <p:spPr>
                <a:xfrm>
                  <a:off x="2077363" y="3440842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2860" y="0"/>
                        <a:pt x="28575" y="6667"/>
                        <a:pt x="28575" y="14288"/>
                      </a:cubicBezTo>
                      <a:cubicBezTo>
                        <a:pt x="28575" y="22860"/>
                        <a:pt x="21908" y="28575"/>
                        <a:pt x="14288" y="28575"/>
                      </a:cubicBezTo>
                      <a:cubicBezTo>
                        <a:pt x="5715" y="28575"/>
                        <a:pt x="0" y="21907"/>
                        <a:pt x="0" y="14288"/>
                      </a:cubicBezTo>
                      <a:cubicBezTo>
                        <a:pt x="0" y="6667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7" name="Freeform: Shape 1756">
                  <a:extLst>
                    <a:ext uri="{FF2B5EF4-FFF2-40B4-BE49-F238E27FC236}">
                      <a16:creationId xmlns:a16="http://schemas.microsoft.com/office/drawing/2014/main" id="{8F921D0C-CF0B-CAD1-8992-EAB63FAB3A15}"/>
                    </a:ext>
                  </a:extLst>
                </p:cNvPr>
                <p:cNvSpPr/>
                <p:nvPr/>
              </p:nvSpPr>
              <p:spPr>
                <a:xfrm>
                  <a:off x="2584545" y="3653314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8" name="Freeform: Shape 1757">
                  <a:extLst>
                    <a:ext uri="{FF2B5EF4-FFF2-40B4-BE49-F238E27FC236}">
                      <a16:creationId xmlns:a16="http://schemas.microsoft.com/office/drawing/2014/main" id="{0B4C7E9B-039F-0068-8245-4264A8A3618D}"/>
                    </a:ext>
                  </a:extLst>
                </p:cNvPr>
                <p:cNvSpPr/>
                <p:nvPr/>
              </p:nvSpPr>
              <p:spPr>
                <a:xfrm>
                  <a:off x="2449299" y="353853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9" name="Freeform: Shape 1758">
                  <a:extLst>
                    <a:ext uri="{FF2B5EF4-FFF2-40B4-BE49-F238E27FC236}">
                      <a16:creationId xmlns:a16="http://schemas.microsoft.com/office/drawing/2014/main" id="{E21174F3-D7FB-B61C-4A98-BCE2B5AA929C}"/>
                    </a:ext>
                  </a:extLst>
                </p:cNvPr>
                <p:cNvSpPr/>
                <p:nvPr/>
              </p:nvSpPr>
              <p:spPr>
                <a:xfrm>
                  <a:off x="2453807" y="252990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0" name="Freeform: Shape 1759">
                  <a:extLst>
                    <a:ext uri="{FF2B5EF4-FFF2-40B4-BE49-F238E27FC236}">
                      <a16:creationId xmlns:a16="http://schemas.microsoft.com/office/drawing/2014/main" id="{A24A4B3A-EABA-D6B6-D9CA-60F3705A4D89}"/>
                    </a:ext>
                  </a:extLst>
                </p:cNvPr>
                <p:cNvSpPr/>
                <p:nvPr/>
              </p:nvSpPr>
              <p:spPr>
                <a:xfrm>
                  <a:off x="2415485" y="2568979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1" name="Freeform: Shape 1760">
                  <a:extLst>
                    <a:ext uri="{FF2B5EF4-FFF2-40B4-BE49-F238E27FC236}">
                      <a16:creationId xmlns:a16="http://schemas.microsoft.com/office/drawing/2014/main" id="{1D257693-9344-4E9E-88AA-928FDC4BEB43}"/>
                    </a:ext>
                  </a:extLst>
                </p:cNvPr>
                <p:cNvSpPr/>
                <p:nvPr/>
              </p:nvSpPr>
              <p:spPr>
                <a:xfrm>
                  <a:off x="2032280" y="5206546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2" name="Freeform: Shape 1761">
                  <a:extLst>
                    <a:ext uri="{FF2B5EF4-FFF2-40B4-BE49-F238E27FC236}">
                      <a16:creationId xmlns:a16="http://schemas.microsoft.com/office/drawing/2014/main" id="{7F5077E2-5B1C-956F-38BB-D7414E711F00}"/>
                    </a:ext>
                  </a:extLst>
                </p:cNvPr>
                <p:cNvSpPr/>
                <p:nvPr/>
              </p:nvSpPr>
              <p:spPr>
                <a:xfrm>
                  <a:off x="2230645" y="3186854"/>
                  <a:ext cx="54100" cy="58613"/>
                </a:xfrm>
                <a:custGeom>
                  <a:avLst/>
                  <a:gdLst>
                    <a:gd name="connsiteX0" fmla="*/ 11430 w 22860"/>
                    <a:gd name="connsiteY0" fmla="*/ 0 h 22860"/>
                    <a:gd name="connsiteX1" fmla="*/ 22860 w 22860"/>
                    <a:gd name="connsiteY1" fmla="*/ 11430 h 22860"/>
                    <a:gd name="connsiteX2" fmla="*/ 11430 w 22860"/>
                    <a:gd name="connsiteY2" fmla="*/ 22860 h 22860"/>
                    <a:gd name="connsiteX3" fmla="*/ 0 w 22860"/>
                    <a:gd name="connsiteY3" fmla="*/ 11430 h 22860"/>
                    <a:gd name="connsiteX4" fmla="*/ 11430 w 22860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11430" y="0"/>
                      </a:moveTo>
                      <a:cubicBezTo>
                        <a:pt x="17145" y="0"/>
                        <a:pt x="22860" y="4763"/>
                        <a:pt x="22860" y="11430"/>
                      </a:cubicBezTo>
                      <a:cubicBezTo>
                        <a:pt x="22860" y="17145"/>
                        <a:pt x="18098" y="22860"/>
                        <a:pt x="11430" y="22860"/>
                      </a:cubicBezTo>
                      <a:cubicBezTo>
                        <a:pt x="4763" y="22860"/>
                        <a:pt x="0" y="18098"/>
                        <a:pt x="0" y="11430"/>
                      </a:cubicBezTo>
                      <a:cubicBezTo>
                        <a:pt x="0" y="5715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3" name="Freeform: Shape 1762">
                  <a:extLst>
                    <a:ext uri="{FF2B5EF4-FFF2-40B4-BE49-F238E27FC236}">
                      <a16:creationId xmlns:a16="http://schemas.microsoft.com/office/drawing/2014/main" id="{C3573D84-9620-311C-8DC6-B63E7014FAD7}"/>
                    </a:ext>
                  </a:extLst>
                </p:cNvPr>
                <p:cNvSpPr/>
                <p:nvPr/>
              </p:nvSpPr>
              <p:spPr>
                <a:xfrm>
                  <a:off x="1867728" y="3765652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4" name="Freeform: Shape 1763">
                  <a:extLst>
                    <a:ext uri="{FF2B5EF4-FFF2-40B4-BE49-F238E27FC236}">
                      <a16:creationId xmlns:a16="http://schemas.microsoft.com/office/drawing/2014/main" id="{1B032642-1674-B032-A41E-F113A5D6EFD4}"/>
                    </a:ext>
                  </a:extLst>
                </p:cNvPr>
                <p:cNvSpPr/>
                <p:nvPr/>
              </p:nvSpPr>
              <p:spPr>
                <a:xfrm>
                  <a:off x="2282492" y="5335981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5" name="Freeform: Shape 1764">
                  <a:extLst>
                    <a:ext uri="{FF2B5EF4-FFF2-40B4-BE49-F238E27FC236}">
                      <a16:creationId xmlns:a16="http://schemas.microsoft.com/office/drawing/2014/main" id="{928B1190-2837-2633-E386-643453BBD219}"/>
                    </a:ext>
                  </a:extLst>
                </p:cNvPr>
                <p:cNvSpPr/>
                <p:nvPr/>
              </p:nvSpPr>
              <p:spPr>
                <a:xfrm>
                  <a:off x="1854201" y="391951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6" name="Freeform: Shape 1765">
                  <a:extLst>
                    <a:ext uri="{FF2B5EF4-FFF2-40B4-BE49-F238E27FC236}">
                      <a16:creationId xmlns:a16="http://schemas.microsoft.com/office/drawing/2014/main" id="{F7AAED5E-8DEF-814F-C909-5DEFE0B9A585}"/>
                    </a:ext>
                  </a:extLst>
                </p:cNvPr>
                <p:cNvSpPr/>
                <p:nvPr/>
              </p:nvSpPr>
              <p:spPr>
                <a:xfrm>
                  <a:off x="2631884" y="1955991"/>
                  <a:ext cx="63116" cy="68379"/>
                </a:xfrm>
                <a:custGeom>
                  <a:avLst/>
                  <a:gdLst>
                    <a:gd name="connsiteX0" fmla="*/ 26670 w 26670"/>
                    <a:gd name="connsiteY0" fmla="*/ 13335 h 26669"/>
                    <a:gd name="connsiteX1" fmla="*/ 13335 w 26670"/>
                    <a:gd name="connsiteY1" fmla="*/ 26670 h 26669"/>
                    <a:gd name="connsiteX2" fmla="*/ 0 w 26670"/>
                    <a:gd name="connsiteY2" fmla="*/ 13335 h 26669"/>
                    <a:gd name="connsiteX3" fmla="*/ 13335 w 26670"/>
                    <a:gd name="connsiteY3" fmla="*/ 0 h 26669"/>
                    <a:gd name="connsiteX4" fmla="*/ 26670 w 26670"/>
                    <a:gd name="connsiteY4" fmla="*/ 13335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7" name="Freeform: Shape 1766">
                  <a:extLst>
                    <a:ext uri="{FF2B5EF4-FFF2-40B4-BE49-F238E27FC236}">
                      <a16:creationId xmlns:a16="http://schemas.microsoft.com/office/drawing/2014/main" id="{A356BACF-A37E-F68D-9FEB-C01FB2732FB3}"/>
                    </a:ext>
                  </a:extLst>
                </p:cNvPr>
                <p:cNvSpPr/>
                <p:nvPr/>
              </p:nvSpPr>
              <p:spPr>
                <a:xfrm>
                  <a:off x="1761782" y="3943933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8" name="Freeform: Shape 1767">
                  <a:extLst>
                    <a:ext uri="{FF2B5EF4-FFF2-40B4-BE49-F238E27FC236}">
                      <a16:creationId xmlns:a16="http://schemas.microsoft.com/office/drawing/2014/main" id="{BC7E1D18-F64B-CF26-5DB9-7D38DC17F3E6}"/>
                    </a:ext>
                  </a:extLst>
                </p:cNvPr>
                <p:cNvSpPr/>
                <p:nvPr/>
              </p:nvSpPr>
              <p:spPr>
                <a:xfrm>
                  <a:off x="2494382" y="4808468"/>
                  <a:ext cx="36064" cy="39075"/>
                </a:xfrm>
                <a:custGeom>
                  <a:avLst/>
                  <a:gdLst>
                    <a:gd name="connsiteX0" fmla="*/ 15240 w 15239"/>
                    <a:gd name="connsiteY0" fmla="*/ 7620 h 15240"/>
                    <a:gd name="connsiteX1" fmla="*/ 7620 w 15239"/>
                    <a:gd name="connsiteY1" fmla="*/ 15240 h 15240"/>
                    <a:gd name="connsiteX2" fmla="*/ 0 w 15239"/>
                    <a:gd name="connsiteY2" fmla="*/ 7620 h 15240"/>
                    <a:gd name="connsiteX3" fmla="*/ 7620 w 15239"/>
                    <a:gd name="connsiteY3" fmla="*/ 0 h 15240"/>
                    <a:gd name="connsiteX4" fmla="*/ 15240 w 15239"/>
                    <a:gd name="connsiteY4" fmla="*/ 762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15240" y="7620"/>
                      </a:moveTo>
                      <a:cubicBezTo>
                        <a:pt x="15240" y="11829"/>
                        <a:pt x="11828" y="15240"/>
                        <a:pt x="7620" y="15240"/>
                      </a:cubicBezTo>
                      <a:cubicBezTo>
                        <a:pt x="3412" y="15240"/>
                        <a:pt x="0" y="11829"/>
                        <a:pt x="0" y="7620"/>
                      </a:cubicBezTo>
                      <a:cubicBezTo>
                        <a:pt x="0" y="3412"/>
                        <a:pt x="3412" y="0"/>
                        <a:pt x="7620" y="0"/>
                      </a:cubicBezTo>
                      <a:cubicBezTo>
                        <a:pt x="11828" y="0"/>
                        <a:pt x="15240" y="3412"/>
                        <a:pt x="15240" y="762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69" name="Freeform: Shape 1768">
                  <a:extLst>
                    <a:ext uri="{FF2B5EF4-FFF2-40B4-BE49-F238E27FC236}">
                      <a16:creationId xmlns:a16="http://schemas.microsoft.com/office/drawing/2014/main" id="{DA658E44-A413-DEC8-3DD5-FF99651F8164}"/>
                    </a:ext>
                  </a:extLst>
                </p:cNvPr>
                <p:cNvSpPr/>
                <p:nvPr/>
              </p:nvSpPr>
              <p:spPr>
                <a:xfrm>
                  <a:off x="2746846" y="327477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0" name="Freeform: Shape 1769">
                  <a:extLst>
                    <a:ext uri="{FF2B5EF4-FFF2-40B4-BE49-F238E27FC236}">
                      <a16:creationId xmlns:a16="http://schemas.microsoft.com/office/drawing/2014/main" id="{EC0243BF-3291-B597-5D3B-621FF4AA7F65}"/>
                    </a:ext>
                  </a:extLst>
                </p:cNvPr>
                <p:cNvSpPr/>
                <p:nvPr/>
              </p:nvSpPr>
              <p:spPr>
                <a:xfrm>
                  <a:off x="1969164" y="201704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1" name="Freeform: Shape 1770">
                  <a:extLst>
                    <a:ext uri="{FF2B5EF4-FFF2-40B4-BE49-F238E27FC236}">
                      <a16:creationId xmlns:a16="http://schemas.microsoft.com/office/drawing/2014/main" id="{75910ADA-71A5-0AB9-B6D4-C1C20C46048B}"/>
                    </a:ext>
                  </a:extLst>
                </p:cNvPr>
                <p:cNvSpPr/>
                <p:nvPr/>
              </p:nvSpPr>
              <p:spPr>
                <a:xfrm>
                  <a:off x="2253187" y="3965914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2" name="Freeform: Shape 1771">
                  <a:extLst>
                    <a:ext uri="{FF2B5EF4-FFF2-40B4-BE49-F238E27FC236}">
                      <a16:creationId xmlns:a16="http://schemas.microsoft.com/office/drawing/2014/main" id="{ACD56728-3FF6-C0A6-B910-D78B0BCDA2D8}"/>
                    </a:ext>
                  </a:extLst>
                </p:cNvPr>
                <p:cNvSpPr/>
                <p:nvPr/>
              </p:nvSpPr>
              <p:spPr>
                <a:xfrm>
                  <a:off x="2895620" y="3755886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7 w 20954"/>
                    <a:gd name="connsiteY1" fmla="*/ 20955 h 20954"/>
                    <a:gd name="connsiteX2" fmla="*/ 0 w 20954"/>
                    <a:gd name="connsiteY2" fmla="*/ 10478 h 20954"/>
                    <a:gd name="connsiteX3" fmla="*/ 10477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7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7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3" name="Freeform: Shape 1772">
                  <a:extLst>
                    <a:ext uri="{FF2B5EF4-FFF2-40B4-BE49-F238E27FC236}">
                      <a16:creationId xmlns:a16="http://schemas.microsoft.com/office/drawing/2014/main" id="{EF1CE2D6-C8B6-612A-7298-50A654DD97D0}"/>
                    </a:ext>
                  </a:extLst>
                </p:cNvPr>
                <p:cNvSpPr/>
                <p:nvPr/>
              </p:nvSpPr>
              <p:spPr>
                <a:xfrm>
                  <a:off x="2426755" y="234430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4" name="Freeform: Shape 1773">
                  <a:extLst>
                    <a:ext uri="{FF2B5EF4-FFF2-40B4-BE49-F238E27FC236}">
                      <a16:creationId xmlns:a16="http://schemas.microsoft.com/office/drawing/2014/main" id="{773C979C-394B-67E4-4F2E-77448C58BA19}"/>
                    </a:ext>
                  </a:extLst>
                </p:cNvPr>
                <p:cNvSpPr/>
                <p:nvPr/>
              </p:nvSpPr>
              <p:spPr>
                <a:xfrm>
                  <a:off x="2726558" y="4171058"/>
                  <a:ext cx="40575" cy="43959"/>
                </a:xfrm>
                <a:custGeom>
                  <a:avLst/>
                  <a:gdLst>
                    <a:gd name="connsiteX0" fmla="*/ 17145 w 17145"/>
                    <a:gd name="connsiteY0" fmla="*/ 8572 h 17145"/>
                    <a:gd name="connsiteX1" fmla="*/ 8573 w 17145"/>
                    <a:gd name="connsiteY1" fmla="*/ 17145 h 17145"/>
                    <a:gd name="connsiteX2" fmla="*/ 0 w 17145"/>
                    <a:gd name="connsiteY2" fmla="*/ 8572 h 17145"/>
                    <a:gd name="connsiteX3" fmla="*/ 8573 w 17145"/>
                    <a:gd name="connsiteY3" fmla="*/ 0 h 17145"/>
                    <a:gd name="connsiteX4" fmla="*/ 17145 w 17145"/>
                    <a:gd name="connsiteY4" fmla="*/ 8572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17145" y="8572"/>
                      </a:moveTo>
                      <a:cubicBezTo>
                        <a:pt x="17145" y="13307"/>
                        <a:pt x="13307" y="17145"/>
                        <a:pt x="8573" y="17145"/>
                      </a:cubicBezTo>
                      <a:cubicBezTo>
                        <a:pt x="3838" y="17145"/>
                        <a:pt x="0" y="13307"/>
                        <a:pt x="0" y="8572"/>
                      </a:cubicBezTo>
                      <a:cubicBezTo>
                        <a:pt x="0" y="3838"/>
                        <a:pt x="3838" y="0"/>
                        <a:pt x="8573" y="0"/>
                      </a:cubicBezTo>
                      <a:cubicBezTo>
                        <a:pt x="13307" y="0"/>
                        <a:pt x="17145" y="3838"/>
                        <a:pt x="17145" y="857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5" name="Freeform: Shape 1774">
                  <a:extLst>
                    <a:ext uri="{FF2B5EF4-FFF2-40B4-BE49-F238E27FC236}">
                      <a16:creationId xmlns:a16="http://schemas.microsoft.com/office/drawing/2014/main" id="{05FA107F-9410-6443-9B99-FAA3241AFE3B}"/>
                    </a:ext>
                  </a:extLst>
                </p:cNvPr>
                <p:cNvSpPr/>
                <p:nvPr/>
              </p:nvSpPr>
              <p:spPr>
                <a:xfrm>
                  <a:off x="2843774" y="3650870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2 h 24764"/>
                    <a:gd name="connsiteX1" fmla="*/ 12383 w 24764"/>
                    <a:gd name="connsiteY1" fmla="*/ 24765 h 24764"/>
                    <a:gd name="connsiteX2" fmla="*/ 0 w 24764"/>
                    <a:gd name="connsiteY2" fmla="*/ 12382 h 24764"/>
                    <a:gd name="connsiteX3" fmla="*/ 12383 w 24764"/>
                    <a:gd name="connsiteY3" fmla="*/ 0 h 24764"/>
                    <a:gd name="connsiteX4" fmla="*/ 24765 w 24764"/>
                    <a:gd name="connsiteY4" fmla="*/ 12382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2"/>
                      </a:moveTo>
                      <a:cubicBezTo>
                        <a:pt x="24765" y="19221"/>
                        <a:pt x="19221" y="24765"/>
                        <a:pt x="12383" y="24765"/>
                      </a:cubicBezTo>
                      <a:cubicBezTo>
                        <a:pt x="5544" y="24765"/>
                        <a:pt x="0" y="19221"/>
                        <a:pt x="0" y="12382"/>
                      </a:cubicBezTo>
                      <a:cubicBezTo>
                        <a:pt x="0" y="5544"/>
                        <a:pt x="5544" y="0"/>
                        <a:pt x="12383" y="0"/>
                      </a:cubicBezTo>
                      <a:cubicBezTo>
                        <a:pt x="19221" y="0"/>
                        <a:pt x="24765" y="5544"/>
                        <a:pt x="24765" y="1238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6" name="Freeform: Shape 1775">
                  <a:extLst>
                    <a:ext uri="{FF2B5EF4-FFF2-40B4-BE49-F238E27FC236}">
                      <a16:creationId xmlns:a16="http://schemas.microsoft.com/office/drawing/2014/main" id="{F9BDA114-2240-7DEF-E87B-D749CF612D14}"/>
                    </a:ext>
                  </a:extLst>
                </p:cNvPr>
                <p:cNvSpPr/>
                <p:nvPr/>
              </p:nvSpPr>
              <p:spPr>
                <a:xfrm>
                  <a:off x="2485365" y="347991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7" name="Freeform: Shape 1776">
                  <a:extLst>
                    <a:ext uri="{FF2B5EF4-FFF2-40B4-BE49-F238E27FC236}">
                      <a16:creationId xmlns:a16="http://schemas.microsoft.com/office/drawing/2014/main" id="{807238D7-6246-F760-65B7-44BA13045E32}"/>
                    </a:ext>
                  </a:extLst>
                </p:cNvPr>
                <p:cNvSpPr/>
                <p:nvPr/>
              </p:nvSpPr>
              <p:spPr>
                <a:xfrm>
                  <a:off x="1851948" y="429316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8" name="Freeform: Shape 1777">
                  <a:extLst>
                    <a:ext uri="{FF2B5EF4-FFF2-40B4-BE49-F238E27FC236}">
                      <a16:creationId xmlns:a16="http://schemas.microsoft.com/office/drawing/2014/main" id="{177D908B-0B23-F781-3D24-D8EFBCC67D40}"/>
                    </a:ext>
                  </a:extLst>
                </p:cNvPr>
                <p:cNvSpPr/>
                <p:nvPr/>
              </p:nvSpPr>
              <p:spPr>
                <a:xfrm>
                  <a:off x="2773894" y="2319879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9" name="Freeform: Shape 1778">
                  <a:extLst>
                    <a:ext uri="{FF2B5EF4-FFF2-40B4-BE49-F238E27FC236}">
                      <a16:creationId xmlns:a16="http://schemas.microsoft.com/office/drawing/2014/main" id="{FB737F16-D3EA-E80B-10E1-34C70909BDC9}"/>
                    </a:ext>
                  </a:extLst>
                </p:cNvPr>
                <p:cNvSpPr/>
                <p:nvPr/>
              </p:nvSpPr>
              <p:spPr>
                <a:xfrm>
                  <a:off x="2368147" y="4893946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0" name="Freeform: Shape 1779">
                  <a:extLst>
                    <a:ext uri="{FF2B5EF4-FFF2-40B4-BE49-F238E27FC236}">
                      <a16:creationId xmlns:a16="http://schemas.microsoft.com/office/drawing/2014/main" id="{FAEFE568-0FC0-0E60-A7E0-FAE456F98AAD}"/>
                    </a:ext>
                  </a:extLst>
                </p:cNvPr>
                <p:cNvSpPr/>
                <p:nvPr/>
              </p:nvSpPr>
              <p:spPr>
                <a:xfrm>
                  <a:off x="2000722" y="178259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1" name="Freeform: Shape 1780">
                  <a:extLst>
                    <a:ext uri="{FF2B5EF4-FFF2-40B4-BE49-F238E27FC236}">
                      <a16:creationId xmlns:a16="http://schemas.microsoft.com/office/drawing/2014/main" id="{89976C78-A38E-E5B1-17A9-7E8A34DA6E96}"/>
                    </a:ext>
                  </a:extLst>
                </p:cNvPr>
                <p:cNvSpPr/>
                <p:nvPr/>
              </p:nvSpPr>
              <p:spPr>
                <a:xfrm>
                  <a:off x="2397452" y="3172201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2" name="Freeform: Shape 1781">
                  <a:extLst>
                    <a:ext uri="{FF2B5EF4-FFF2-40B4-BE49-F238E27FC236}">
                      <a16:creationId xmlns:a16="http://schemas.microsoft.com/office/drawing/2014/main" id="{BB60E505-2216-2394-6D8B-603759F4805E}"/>
                    </a:ext>
                  </a:extLst>
                </p:cNvPr>
                <p:cNvSpPr/>
                <p:nvPr/>
              </p:nvSpPr>
              <p:spPr>
                <a:xfrm>
                  <a:off x="1915064" y="437131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3" name="Freeform: Shape 1782">
                  <a:extLst>
                    <a:ext uri="{FF2B5EF4-FFF2-40B4-BE49-F238E27FC236}">
                      <a16:creationId xmlns:a16="http://schemas.microsoft.com/office/drawing/2014/main" id="{734DB7D2-07E7-28C8-74FE-5C2E6C54A0DE}"/>
                    </a:ext>
                  </a:extLst>
                </p:cNvPr>
                <p:cNvSpPr/>
                <p:nvPr/>
              </p:nvSpPr>
              <p:spPr>
                <a:xfrm>
                  <a:off x="1933097" y="529446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4" name="Freeform: Shape 1783">
                  <a:extLst>
                    <a:ext uri="{FF2B5EF4-FFF2-40B4-BE49-F238E27FC236}">
                      <a16:creationId xmlns:a16="http://schemas.microsoft.com/office/drawing/2014/main" id="{97749FE4-2594-0448-3851-EDE2F084A730}"/>
                    </a:ext>
                  </a:extLst>
                </p:cNvPr>
                <p:cNvSpPr/>
                <p:nvPr/>
              </p:nvSpPr>
              <p:spPr>
                <a:xfrm>
                  <a:off x="2690491" y="1955991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5" name="Freeform: Shape 1784">
                  <a:extLst>
                    <a:ext uri="{FF2B5EF4-FFF2-40B4-BE49-F238E27FC236}">
                      <a16:creationId xmlns:a16="http://schemas.microsoft.com/office/drawing/2014/main" id="{77BE33D6-A841-91FD-DA72-28DACA6D8B47}"/>
                    </a:ext>
                  </a:extLst>
                </p:cNvPr>
                <p:cNvSpPr/>
                <p:nvPr/>
              </p:nvSpPr>
              <p:spPr>
                <a:xfrm>
                  <a:off x="1795596" y="3821823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6" name="Freeform: Shape 1785">
                  <a:extLst>
                    <a:ext uri="{FF2B5EF4-FFF2-40B4-BE49-F238E27FC236}">
                      <a16:creationId xmlns:a16="http://schemas.microsoft.com/office/drawing/2014/main" id="{6346C476-E41F-1C15-497C-BA4018ECB958}"/>
                    </a:ext>
                  </a:extLst>
                </p:cNvPr>
                <p:cNvSpPr/>
                <p:nvPr/>
              </p:nvSpPr>
              <p:spPr>
                <a:xfrm>
                  <a:off x="2460568" y="1977972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7" name="Freeform: Shape 1786">
                  <a:extLst>
                    <a:ext uri="{FF2B5EF4-FFF2-40B4-BE49-F238E27FC236}">
                      <a16:creationId xmlns:a16="http://schemas.microsoft.com/office/drawing/2014/main" id="{CA163C95-97A8-B647-4076-EF20E9990186}"/>
                    </a:ext>
                  </a:extLst>
                </p:cNvPr>
                <p:cNvSpPr/>
                <p:nvPr/>
              </p:nvSpPr>
              <p:spPr>
                <a:xfrm>
                  <a:off x="2832502" y="3265004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8" name="Freeform: Shape 1787">
                  <a:extLst>
                    <a:ext uri="{FF2B5EF4-FFF2-40B4-BE49-F238E27FC236}">
                      <a16:creationId xmlns:a16="http://schemas.microsoft.com/office/drawing/2014/main" id="{47DC94A1-3D8F-E0AA-DF06-3AB2FDAA1CB2}"/>
                    </a:ext>
                  </a:extLst>
                </p:cNvPr>
                <p:cNvSpPr/>
                <p:nvPr/>
              </p:nvSpPr>
              <p:spPr>
                <a:xfrm>
                  <a:off x="1576942" y="204146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89" name="Freeform: Shape 1788">
                  <a:extLst>
                    <a:ext uri="{FF2B5EF4-FFF2-40B4-BE49-F238E27FC236}">
                      <a16:creationId xmlns:a16="http://schemas.microsoft.com/office/drawing/2014/main" id="{D5265C71-266D-79B1-0DD3-C87F5351188D}"/>
                    </a:ext>
                  </a:extLst>
                </p:cNvPr>
                <p:cNvSpPr/>
                <p:nvPr/>
              </p:nvSpPr>
              <p:spPr>
                <a:xfrm>
                  <a:off x="2600325" y="350433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0" name="Freeform: Shape 1789">
                  <a:extLst>
                    <a:ext uri="{FF2B5EF4-FFF2-40B4-BE49-F238E27FC236}">
                      <a16:creationId xmlns:a16="http://schemas.microsoft.com/office/drawing/2014/main" id="{1A3243BC-4092-1A32-C8C9-F44915E8A8E3}"/>
                    </a:ext>
                  </a:extLst>
                </p:cNvPr>
                <p:cNvSpPr/>
                <p:nvPr/>
              </p:nvSpPr>
              <p:spPr>
                <a:xfrm>
                  <a:off x="2794182" y="280343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1" name="Freeform: Shape 1790">
                  <a:extLst>
                    <a:ext uri="{FF2B5EF4-FFF2-40B4-BE49-F238E27FC236}">
                      <a16:creationId xmlns:a16="http://schemas.microsoft.com/office/drawing/2014/main" id="{00A96B12-F15C-9E74-1262-00B2D8E3E8BF}"/>
                    </a:ext>
                  </a:extLst>
                </p:cNvPr>
                <p:cNvSpPr/>
                <p:nvPr/>
              </p:nvSpPr>
              <p:spPr>
                <a:xfrm>
                  <a:off x="2564259" y="317952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2" name="Freeform: Shape 1791">
                  <a:extLst>
                    <a:ext uri="{FF2B5EF4-FFF2-40B4-BE49-F238E27FC236}">
                      <a16:creationId xmlns:a16="http://schemas.microsoft.com/office/drawing/2014/main" id="{D78BE368-112D-D00F-8B15-CA4F29A11814}"/>
                    </a:ext>
                  </a:extLst>
                </p:cNvPr>
                <p:cNvSpPr/>
                <p:nvPr/>
              </p:nvSpPr>
              <p:spPr>
                <a:xfrm>
                  <a:off x="2879840" y="2012160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3 h 24765"/>
                    <a:gd name="connsiteX2" fmla="*/ 12382 w 24764"/>
                    <a:gd name="connsiteY2" fmla="*/ 24765 h 24765"/>
                    <a:gd name="connsiteX3" fmla="*/ 0 w 24764"/>
                    <a:gd name="connsiteY3" fmla="*/ 12383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3" name="Freeform: Shape 1792">
                  <a:extLst>
                    <a:ext uri="{FF2B5EF4-FFF2-40B4-BE49-F238E27FC236}">
                      <a16:creationId xmlns:a16="http://schemas.microsoft.com/office/drawing/2014/main" id="{FA34B2BC-8F87-6864-71C0-2B558D9EF461}"/>
                    </a:ext>
                  </a:extLst>
                </p:cNvPr>
                <p:cNvSpPr/>
                <p:nvPr/>
              </p:nvSpPr>
              <p:spPr>
                <a:xfrm>
                  <a:off x="2287000" y="508443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4" name="Freeform: Shape 1793">
                  <a:extLst>
                    <a:ext uri="{FF2B5EF4-FFF2-40B4-BE49-F238E27FC236}">
                      <a16:creationId xmlns:a16="http://schemas.microsoft.com/office/drawing/2014/main" id="{1A55B963-1EFE-EAB9-AF0E-DB7912C2F832}"/>
                    </a:ext>
                  </a:extLst>
                </p:cNvPr>
                <p:cNvSpPr/>
                <p:nvPr/>
              </p:nvSpPr>
              <p:spPr>
                <a:xfrm>
                  <a:off x="2498890" y="3343154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5" name="Freeform: Shape 1794">
                  <a:extLst>
                    <a:ext uri="{FF2B5EF4-FFF2-40B4-BE49-F238E27FC236}">
                      <a16:creationId xmlns:a16="http://schemas.microsoft.com/office/drawing/2014/main" id="{11CD5A99-BB35-8CD8-08DB-04403EC80AA6}"/>
                    </a:ext>
                  </a:extLst>
                </p:cNvPr>
                <p:cNvSpPr/>
                <p:nvPr/>
              </p:nvSpPr>
              <p:spPr>
                <a:xfrm>
                  <a:off x="2884348" y="3116032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6" name="Freeform: Shape 1795">
                  <a:extLst>
                    <a:ext uri="{FF2B5EF4-FFF2-40B4-BE49-F238E27FC236}">
                      <a16:creationId xmlns:a16="http://schemas.microsoft.com/office/drawing/2014/main" id="{ABF99D01-EA7A-4B3A-6E09-27F9036F67C8}"/>
                    </a:ext>
                  </a:extLst>
                </p:cNvPr>
                <p:cNvSpPr/>
                <p:nvPr/>
              </p:nvSpPr>
              <p:spPr>
                <a:xfrm>
                  <a:off x="2277981" y="4940346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7" name="Freeform: Shape 1796">
                  <a:extLst>
                    <a:ext uri="{FF2B5EF4-FFF2-40B4-BE49-F238E27FC236}">
                      <a16:creationId xmlns:a16="http://schemas.microsoft.com/office/drawing/2014/main" id="{CAE6BDE0-30A0-26E4-65D6-45F777BE6EDB}"/>
                    </a:ext>
                  </a:extLst>
                </p:cNvPr>
                <p:cNvSpPr/>
                <p:nvPr/>
              </p:nvSpPr>
              <p:spPr>
                <a:xfrm>
                  <a:off x="2724305" y="220509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8" name="Freeform: Shape 1797">
                  <a:extLst>
                    <a:ext uri="{FF2B5EF4-FFF2-40B4-BE49-F238E27FC236}">
                      <a16:creationId xmlns:a16="http://schemas.microsoft.com/office/drawing/2014/main" id="{974A662B-73A2-8BDD-A3E7-FA4AE7CDE182}"/>
                    </a:ext>
                  </a:extLst>
                </p:cNvPr>
                <p:cNvSpPr/>
                <p:nvPr/>
              </p:nvSpPr>
              <p:spPr>
                <a:xfrm>
                  <a:off x="2077363" y="523829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9" name="Freeform: Shape 1798">
                  <a:extLst>
                    <a:ext uri="{FF2B5EF4-FFF2-40B4-BE49-F238E27FC236}">
                      <a16:creationId xmlns:a16="http://schemas.microsoft.com/office/drawing/2014/main" id="{EAAB572C-A5B1-81D8-54CF-CBDBE4C28990}"/>
                    </a:ext>
                  </a:extLst>
                </p:cNvPr>
                <p:cNvSpPr/>
                <p:nvPr/>
              </p:nvSpPr>
              <p:spPr>
                <a:xfrm>
                  <a:off x="2555243" y="340176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0" name="Freeform: Shape 1799">
                  <a:extLst>
                    <a:ext uri="{FF2B5EF4-FFF2-40B4-BE49-F238E27FC236}">
                      <a16:creationId xmlns:a16="http://schemas.microsoft.com/office/drawing/2014/main" id="{EFB99048-312F-3B5A-3018-7270BC0F2049}"/>
                    </a:ext>
                  </a:extLst>
                </p:cNvPr>
                <p:cNvSpPr/>
                <p:nvPr/>
              </p:nvSpPr>
              <p:spPr>
                <a:xfrm>
                  <a:off x="1775307" y="414663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1" name="Freeform: Shape 1800">
                  <a:extLst>
                    <a:ext uri="{FF2B5EF4-FFF2-40B4-BE49-F238E27FC236}">
                      <a16:creationId xmlns:a16="http://schemas.microsoft.com/office/drawing/2014/main" id="{2046F86F-D657-4835-B9DE-F0B036460BB3}"/>
                    </a:ext>
                  </a:extLst>
                </p:cNvPr>
                <p:cNvSpPr/>
                <p:nvPr/>
              </p:nvSpPr>
              <p:spPr>
                <a:xfrm>
                  <a:off x="2552990" y="2170904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2" name="Freeform: Shape 1801">
                  <a:extLst>
                    <a:ext uri="{FF2B5EF4-FFF2-40B4-BE49-F238E27FC236}">
                      <a16:creationId xmlns:a16="http://schemas.microsoft.com/office/drawing/2014/main" id="{679AE9A1-B851-2484-3A37-FCD27FD753C3}"/>
                    </a:ext>
                  </a:extLst>
                </p:cNvPr>
                <p:cNvSpPr/>
                <p:nvPr/>
              </p:nvSpPr>
              <p:spPr>
                <a:xfrm>
                  <a:off x="2352369" y="550693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5718"/>
                        <a:pt x="25717" y="32385"/>
                        <a:pt x="16192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3" name="Freeform: Shape 1802">
                  <a:extLst>
                    <a:ext uri="{FF2B5EF4-FFF2-40B4-BE49-F238E27FC236}">
                      <a16:creationId xmlns:a16="http://schemas.microsoft.com/office/drawing/2014/main" id="{D67D9192-4FC8-F076-477A-729E5D151D1F}"/>
                    </a:ext>
                  </a:extLst>
                </p:cNvPr>
                <p:cNvSpPr/>
                <p:nvPr/>
              </p:nvSpPr>
              <p:spPr>
                <a:xfrm>
                  <a:off x="2496635" y="4898830"/>
                  <a:ext cx="45083" cy="48844"/>
                </a:xfrm>
                <a:custGeom>
                  <a:avLst/>
                  <a:gdLst>
                    <a:gd name="connsiteX0" fmla="*/ 19050 w 19050"/>
                    <a:gd name="connsiteY0" fmla="*/ 9525 h 19050"/>
                    <a:gd name="connsiteX1" fmla="*/ 9525 w 19050"/>
                    <a:gd name="connsiteY1" fmla="*/ 19050 h 19050"/>
                    <a:gd name="connsiteX2" fmla="*/ 0 w 19050"/>
                    <a:gd name="connsiteY2" fmla="*/ 9525 h 19050"/>
                    <a:gd name="connsiteX3" fmla="*/ 9525 w 19050"/>
                    <a:gd name="connsiteY3" fmla="*/ 0 h 19050"/>
                    <a:gd name="connsiteX4" fmla="*/ 19050 w 19050"/>
                    <a:gd name="connsiteY4" fmla="*/ 9525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9050" y="9525"/>
                      </a:moveTo>
                      <a:cubicBezTo>
                        <a:pt x="19050" y="14786"/>
                        <a:pt x="14786" y="19050"/>
                        <a:pt x="9525" y="19050"/>
                      </a:cubicBezTo>
                      <a:cubicBezTo>
                        <a:pt x="4265" y="19050"/>
                        <a:pt x="0" y="14786"/>
                        <a:pt x="0" y="9525"/>
                      </a:cubicBezTo>
                      <a:cubicBezTo>
                        <a:pt x="0" y="4264"/>
                        <a:pt x="4265" y="0"/>
                        <a:pt x="9525" y="0"/>
                      </a:cubicBezTo>
                      <a:cubicBezTo>
                        <a:pt x="14786" y="0"/>
                        <a:pt x="19050" y="4264"/>
                        <a:pt x="19050" y="952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4" name="Freeform: Shape 1803">
                  <a:extLst>
                    <a:ext uri="{FF2B5EF4-FFF2-40B4-BE49-F238E27FC236}">
                      <a16:creationId xmlns:a16="http://schemas.microsoft.com/office/drawing/2014/main" id="{89203099-C95F-CE30-E677-DA58B9C7F4BF}"/>
                    </a:ext>
                  </a:extLst>
                </p:cNvPr>
                <p:cNvSpPr/>
                <p:nvPr/>
              </p:nvSpPr>
              <p:spPr>
                <a:xfrm>
                  <a:off x="1773054" y="208054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5" name="Freeform: Shape 1804">
                  <a:extLst>
                    <a:ext uri="{FF2B5EF4-FFF2-40B4-BE49-F238E27FC236}">
                      <a16:creationId xmlns:a16="http://schemas.microsoft.com/office/drawing/2014/main" id="{B6D88F83-9555-ED3C-5921-0F6AA62F96DB}"/>
                    </a:ext>
                  </a:extLst>
                </p:cNvPr>
                <p:cNvSpPr/>
                <p:nvPr/>
              </p:nvSpPr>
              <p:spPr>
                <a:xfrm>
                  <a:off x="2284745" y="359469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6" name="Freeform: Shape 1805">
                  <a:extLst>
                    <a:ext uri="{FF2B5EF4-FFF2-40B4-BE49-F238E27FC236}">
                      <a16:creationId xmlns:a16="http://schemas.microsoft.com/office/drawing/2014/main" id="{47EAFDF0-C0F5-72DA-9118-426FEBD3CAD7}"/>
                    </a:ext>
                  </a:extLst>
                </p:cNvPr>
                <p:cNvSpPr/>
                <p:nvPr/>
              </p:nvSpPr>
              <p:spPr>
                <a:xfrm>
                  <a:off x="1777562" y="435177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7" name="Freeform: Shape 1806">
                  <a:extLst>
                    <a:ext uri="{FF2B5EF4-FFF2-40B4-BE49-F238E27FC236}">
                      <a16:creationId xmlns:a16="http://schemas.microsoft.com/office/drawing/2014/main" id="{307EE475-B1A2-2C14-C377-4133D71E643D}"/>
                    </a:ext>
                  </a:extLst>
                </p:cNvPr>
                <p:cNvSpPr/>
                <p:nvPr/>
              </p:nvSpPr>
              <p:spPr>
                <a:xfrm>
                  <a:off x="2719794" y="2058563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8" name="Freeform: Shape 1807">
                  <a:extLst>
                    <a:ext uri="{FF2B5EF4-FFF2-40B4-BE49-F238E27FC236}">
                      <a16:creationId xmlns:a16="http://schemas.microsoft.com/office/drawing/2014/main" id="{589DD2AE-1C33-B42D-A3C5-975F8EF13F35}"/>
                    </a:ext>
                  </a:extLst>
                </p:cNvPr>
                <p:cNvSpPr/>
                <p:nvPr/>
              </p:nvSpPr>
              <p:spPr>
                <a:xfrm>
                  <a:off x="1766290" y="2383375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9" name="Freeform: Shape 1808">
                  <a:extLst>
                    <a:ext uri="{FF2B5EF4-FFF2-40B4-BE49-F238E27FC236}">
                      <a16:creationId xmlns:a16="http://schemas.microsoft.com/office/drawing/2014/main" id="{A01F5DE0-6889-A223-42FA-BBD42A58389E}"/>
                    </a:ext>
                  </a:extLst>
                </p:cNvPr>
                <p:cNvSpPr/>
                <p:nvPr/>
              </p:nvSpPr>
              <p:spPr>
                <a:xfrm>
                  <a:off x="2877585" y="2454198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0" name="Freeform: Shape 1809">
                  <a:extLst>
                    <a:ext uri="{FF2B5EF4-FFF2-40B4-BE49-F238E27FC236}">
                      <a16:creationId xmlns:a16="http://schemas.microsoft.com/office/drawing/2014/main" id="{9981436E-2B20-4FA2-0CD6-6292120C0954}"/>
                    </a:ext>
                  </a:extLst>
                </p:cNvPr>
                <p:cNvSpPr/>
                <p:nvPr/>
              </p:nvSpPr>
              <p:spPr>
                <a:xfrm>
                  <a:off x="2787419" y="3621564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1" name="Freeform: Shape 1810">
                  <a:extLst>
                    <a:ext uri="{FF2B5EF4-FFF2-40B4-BE49-F238E27FC236}">
                      <a16:creationId xmlns:a16="http://schemas.microsoft.com/office/drawing/2014/main" id="{69E349F4-5775-2343-D90A-095CBD02E869}"/>
                    </a:ext>
                  </a:extLst>
                </p:cNvPr>
                <p:cNvSpPr/>
                <p:nvPr/>
              </p:nvSpPr>
              <p:spPr>
                <a:xfrm>
                  <a:off x="2629631" y="306230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2" name="Freeform: Shape 1811">
                  <a:extLst>
                    <a:ext uri="{FF2B5EF4-FFF2-40B4-BE49-F238E27FC236}">
                      <a16:creationId xmlns:a16="http://schemas.microsoft.com/office/drawing/2014/main" id="{A767E0D2-2479-9281-282C-ADB969426CC8}"/>
                    </a:ext>
                  </a:extLst>
                </p:cNvPr>
                <p:cNvSpPr/>
                <p:nvPr/>
              </p:nvSpPr>
              <p:spPr>
                <a:xfrm>
                  <a:off x="1930845" y="4447024"/>
                  <a:ext cx="45083" cy="48844"/>
                </a:xfrm>
                <a:custGeom>
                  <a:avLst/>
                  <a:gdLst>
                    <a:gd name="connsiteX0" fmla="*/ 19050 w 19050"/>
                    <a:gd name="connsiteY0" fmla="*/ 9525 h 19050"/>
                    <a:gd name="connsiteX1" fmla="*/ 9525 w 19050"/>
                    <a:gd name="connsiteY1" fmla="*/ 19050 h 19050"/>
                    <a:gd name="connsiteX2" fmla="*/ 0 w 19050"/>
                    <a:gd name="connsiteY2" fmla="*/ 9525 h 19050"/>
                    <a:gd name="connsiteX3" fmla="*/ 9525 w 19050"/>
                    <a:gd name="connsiteY3" fmla="*/ 0 h 19050"/>
                    <a:gd name="connsiteX4" fmla="*/ 19050 w 19050"/>
                    <a:gd name="connsiteY4" fmla="*/ 9525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9050" y="9525"/>
                      </a:moveTo>
                      <a:cubicBezTo>
                        <a:pt x="19050" y="14786"/>
                        <a:pt x="14786" y="19050"/>
                        <a:pt x="9525" y="19050"/>
                      </a:cubicBezTo>
                      <a:cubicBezTo>
                        <a:pt x="4265" y="19050"/>
                        <a:pt x="0" y="14786"/>
                        <a:pt x="0" y="9525"/>
                      </a:cubicBezTo>
                      <a:cubicBezTo>
                        <a:pt x="0" y="4264"/>
                        <a:pt x="4265" y="0"/>
                        <a:pt x="9525" y="0"/>
                      </a:cubicBezTo>
                      <a:cubicBezTo>
                        <a:pt x="14786" y="0"/>
                        <a:pt x="19050" y="4264"/>
                        <a:pt x="19050" y="952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3" name="Freeform: Shape 1812">
                  <a:extLst>
                    <a:ext uri="{FF2B5EF4-FFF2-40B4-BE49-F238E27FC236}">
                      <a16:creationId xmlns:a16="http://schemas.microsoft.com/office/drawing/2014/main" id="{9EB46B13-6AB0-E91A-2674-64C5DD824361}"/>
                    </a:ext>
                  </a:extLst>
                </p:cNvPr>
                <p:cNvSpPr/>
                <p:nvPr/>
              </p:nvSpPr>
              <p:spPr>
                <a:xfrm>
                  <a:off x="2399707" y="2671551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8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8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4" name="Freeform: Shape 1813">
                  <a:extLst>
                    <a:ext uri="{FF2B5EF4-FFF2-40B4-BE49-F238E27FC236}">
                      <a16:creationId xmlns:a16="http://schemas.microsoft.com/office/drawing/2014/main" id="{B979E42B-A6F4-0DC2-6AE8-C5146420E4EA}"/>
                    </a:ext>
                  </a:extLst>
                </p:cNvPr>
                <p:cNvSpPr/>
                <p:nvPr/>
              </p:nvSpPr>
              <p:spPr>
                <a:xfrm>
                  <a:off x="2039044" y="239802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5" name="Freeform: Shape 1814">
                  <a:extLst>
                    <a:ext uri="{FF2B5EF4-FFF2-40B4-BE49-F238E27FC236}">
                      <a16:creationId xmlns:a16="http://schemas.microsoft.com/office/drawing/2014/main" id="{935140D5-6FA9-3DEF-8AF0-D16157CAA9C8}"/>
                    </a:ext>
                  </a:extLst>
                </p:cNvPr>
                <p:cNvSpPr/>
                <p:nvPr/>
              </p:nvSpPr>
              <p:spPr>
                <a:xfrm>
                  <a:off x="2386183" y="206833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6" name="Freeform: Shape 1815">
                  <a:extLst>
                    <a:ext uri="{FF2B5EF4-FFF2-40B4-BE49-F238E27FC236}">
                      <a16:creationId xmlns:a16="http://schemas.microsoft.com/office/drawing/2014/main" id="{C0DDC50C-A0C2-936B-07A5-EFE8628DA21C}"/>
                    </a:ext>
                  </a:extLst>
                </p:cNvPr>
                <p:cNvSpPr/>
                <p:nvPr/>
              </p:nvSpPr>
              <p:spPr>
                <a:xfrm>
                  <a:off x="2656680" y="4808468"/>
                  <a:ext cx="31558" cy="34188"/>
                </a:xfrm>
                <a:custGeom>
                  <a:avLst/>
                  <a:gdLst>
                    <a:gd name="connsiteX0" fmla="*/ 6667 w 13335"/>
                    <a:gd name="connsiteY0" fmla="*/ 0 h 13334"/>
                    <a:gd name="connsiteX1" fmla="*/ 13335 w 13335"/>
                    <a:gd name="connsiteY1" fmla="*/ 6667 h 13334"/>
                    <a:gd name="connsiteX2" fmla="*/ 6667 w 13335"/>
                    <a:gd name="connsiteY2" fmla="*/ 13335 h 13334"/>
                    <a:gd name="connsiteX3" fmla="*/ 0 w 13335"/>
                    <a:gd name="connsiteY3" fmla="*/ 6667 h 13334"/>
                    <a:gd name="connsiteX4" fmla="*/ 6667 w 13335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6667" y="0"/>
                      </a:moveTo>
                      <a:cubicBezTo>
                        <a:pt x="10477" y="0"/>
                        <a:pt x="13335" y="2858"/>
                        <a:pt x="13335" y="6667"/>
                      </a:cubicBezTo>
                      <a:cubicBezTo>
                        <a:pt x="13335" y="10477"/>
                        <a:pt x="10477" y="13335"/>
                        <a:pt x="6667" y="13335"/>
                      </a:cubicBezTo>
                      <a:cubicBezTo>
                        <a:pt x="2857" y="13335"/>
                        <a:pt x="0" y="10477"/>
                        <a:pt x="0" y="6667"/>
                      </a:cubicBezTo>
                      <a:cubicBezTo>
                        <a:pt x="0" y="3810"/>
                        <a:pt x="2857" y="0"/>
                        <a:pt x="666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7" name="Freeform: Shape 1816">
                  <a:extLst>
                    <a:ext uri="{FF2B5EF4-FFF2-40B4-BE49-F238E27FC236}">
                      <a16:creationId xmlns:a16="http://schemas.microsoft.com/office/drawing/2014/main" id="{ECAB679B-2FC1-5F2D-726A-DC25CEB6C5D0}"/>
                    </a:ext>
                  </a:extLst>
                </p:cNvPr>
                <p:cNvSpPr/>
                <p:nvPr/>
              </p:nvSpPr>
              <p:spPr>
                <a:xfrm>
                  <a:off x="2492126" y="3870667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8" name="Freeform: Shape 1817">
                  <a:extLst>
                    <a:ext uri="{FF2B5EF4-FFF2-40B4-BE49-F238E27FC236}">
                      <a16:creationId xmlns:a16="http://schemas.microsoft.com/office/drawing/2014/main" id="{4F96A33C-F514-31EE-9A91-02854404144C}"/>
                    </a:ext>
                  </a:extLst>
                </p:cNvPr>
                <p:cNvSpPr/>
                <p:nvPr/>
              </p:nvSpPr>
              <p:spPr>
                <a:xfrm>
                  <a:off x="1944367" y="424676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9" name="Freeform: Shape 1818">
                  <a:extLst>
                    <a:ext uri="{FF2B5EF4-FFF2-40B4-BE49-F238E27FC236}">
                      <a16:creationId xmlns:a16="http://schemas.microsoft.com/office/drawing/2014/main" id="{03F29E44-9BF4-5FCC-D048-3A727FFE4947}"/>
                    </a:ext>
                  </a:extLst>
                </p:cNvPr>
                <p:cNvSpPr/>
                <p:nvPr/>
              </p:nvSpPr>
              <p:spPr>
                <a:xfrm>
                  <a:off x="2458313" y="4361548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4288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4763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0" name="Freeform: Shape 1819">
                  <a:extLst>
                    <a:ext uri="{FF2B5EF4-FFF2-40B4-BE49-F238E27FC236}">
                      <a16:creationId xmlns:a16="http://schemas.microsoft.com/office/drawing/2014/main" id="{35A3A003-9538-59E7-A69D-6E17AD3E339A}"/>
                    </a:ext>
                  </a:extLst>
                </p:cNvPr>
                <p:cNvSpPr/>
                <p:nvPr/>
              </p:nvSpPr>
              <p:spPr>
                <a:xfrm>
                  <a:off x="2541718" y="2808316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1" name="Freeform: Shape 1820">
                  <a:extLst>
                    <a:ext uri="{FF2B5EF4-FFF2-40B4-BE49-F238E27FC236}">
                      <a16:creationId xmlns:a16="http://schemas.microsoft.com/office/drawing/2014/main" id="{8423804B-0740-2E66-2C42-9037DE87F012}"/>
                    </a:ext>
                  </a:extLst>
                </p:cNvPr>
                <p:cNvSpPr/>
                <p:nvPr/>
              </p:nvSpPr>
              <p:spPr>
                <a:xfrm>
                  <a:off x="2257695" y="365087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2" name="Freeform: Shape 1821">
                  <a:extLst>
                    <a:ext uri="{FF2B5EF4-FFF2-40B4-BE49-F238E27FC236}">
                      <a16:creationId xmlns:a16="http://schemas.microsoft.com/office/drawing/2014/main" id="{DA23E4F7-907E-07C3-9FF5-97BA269CBA68}"/>
                    </a:ext>
                  </a:extLst>
                </p:cNvPr>
                <p:cNvSpPr/>
                <p:nvPr/>
              </p:nvSpPr>
              <p:spPr>
                <a:xfrm>
                  <a:off x="2397452" y="384136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3" name="Freeform: Shape 1822">
                  <a:extLst>
                    <a:ext uri="{FF2B5EF4-FFF2-40B4-BE49-F238E27FC236}">
                      <a16:creationId xmlns:a16="http://schemas.microsoft.com/office/drawing/2014/main" id="{09668444-A3F3-FEC6-AAE6-8D3AAA99DAFD}"/>
                    </a:ext>
                  </a:extLst>
                </p:cNvPr>
                <p:cNvSpPr/>
                <p:nvPr/>
              </p:nvSpPr>
              <p:spPr>
                <a:xfrm>
                  <a:off x="1766290" y="213427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4" name="Freeform: Shape 1823">
                  <a:extLst>
                    <a:ext uri="{FF2B5EF4-FFF2-40B4-BE49-F238E27FC236}">
                      <a16:creationId xmlns:a16="http://schemas.microsoft.com/office/drawing/2014/main" id="{61D444F9-79E5-9ED9-F339-6A4D4B090271}"/>
                    </a:ext>
                  </a:extLst>
                </p:cNvPr>
                <p:cNvSpPr/>
                <p:nvPr/>
              </p:nvSpPr>
              <p:spPr>
                <a:xfrm>
                  <a:off x="2005230" y="221974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5" name="Freeform: Shape 1824">
                  <a:extLst>
                    <a:ext uri="{FF2B5EF4-FFF2-40B4-BE49-F238E27FC236}">
                      <a16:creationId xmlns:a16="http://schemas.microsoft.com/office/drawing/2014/main" id="{A0AB7897-62ED-5463-EF35-8BB4A127A342}"/>
                    </a:ext>
                  </a:extLst>
                </p:cNvPr>
                <p:cNvSpPr/>
                <p:nvPr/>
              </p:nvSpPr>
              <p:spPr>
                <a:xfrm>
                  <a:off x="2356877" y="1853419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6" name="Freeform: Shape 1825">
                  <a:extLst>
                    <a:ext uri="{FF2B5EF4-FFF2-40B4-BE49-F238E27FC236}">
                      <a16:creationId xmlns:a16="http://schemas.microsoft.com/office/drawing/2014/main" id="{32BBC68F-0867-15F8-A0E4-5BD10F9A6D25}"/>
                    </a:ext>
                  </a:extLst>
                </p:cNvPr>
                <p:cNvSpPr/>
                <p:nvPr/>
              </p:nvSpPr>
              <p:spPr>
                <a:xfrm>
                  <a:off x="1662600" y="385113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7" name="Freeform: Shape 1826">
                  <a:extLst>
                    <a:ext uri="{FF2B5EF4-FFF2-40B4-BE49-F238E27FC236}">
                      <a16:creationId xmlns:a16="http://schemas.microsoft.com/office/drawing/2014/main" id="{DE034575-7152-714C-C87E-66B7BBBEEEC3}"/>
                    </a:ext>
                  </a:extLst>
                </p:cNvPr>
                <p:cNvSpPr/>
                <p:nvPr/>
              </p:nvSpPr>
              <p:spPr>
                <a:xfrm>
                  <a:off x="1755021" y="1946222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8" name="Freeform: Shape 1827">
                  <a:extLst>
                    <a:ext uri="{FF2B5EF4-FFF2-40B4-BE49-F238E27FC236}">
                      <a16:creationId xmlns:a16="http://schemas.microsoft.com/office/drawing/2014/main" id="{2874C4A4-427B-E5A9-EF9D-64551812056C}"/>
                    </a:ext>
                  </a:extLst>
                </p:cNvPr>
                <p:cNvSpPr/>
                <p:nvPr/>
              </p:nvSpPr>
              <p:spPr>
                <a:xfrm>
                  <a:off x="1987197" y="3570279"/>
                  <a:ext cx="76639" cy="83034"/>
                </a:xfrm>
                <a:custGeom>
                  <a:avLst/>
                  <a:gdLst>
                    <a:gd name="connsiteX0" fmla="*/ 32385 w 32384"/>
                    <a:gd name="connsiteY0" fmla="*/ 16193 h 32385"/>
                    <a:gd name="connsiteX1" fmla="*/ 16192 w 32384"/>
                    <a:gd name="connsiteY1" fmla="*/ 32385 h 32385"/>
                    <a:gd name="connsiteX2" fmla="*/ 0 w 32384"/>
                    <a:gd name="connsiteY2" fmla="*/ 16193 h 32385"/>
                    <a:gd name="connsiteX3" fmla="*/ 16192 w 32384"/>
                    <a:gd name="connsiteY3" fmla="*/ 0 h 32385"/>
                    <a:gd name="connsiteX4" fmla="*/ 32385 w 32384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29" name="Freeform: Shape 1828">
                  <a:extLst>
                    <a:ext uri="{FF2B5EF4-FFF2-40B4-BE49-F238E27FC236}">
                      <a16:creationId xmlns:a16="http://schemas.microsoft.com/office/drawing/2014/main" id="{0C8D831C-0FA2-4D5C-2C65-871E3758484F}"/>
                    </a:ext>
                  </a:extLst>
                </p:cNvPr>
                <p:cNvSpPr/>
                <p:nvPr/>
              </p:nvSpPr>
              <p:spPr>
                <a:xfrm>
                  <a:off x="1770799" y="409046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0" name="Freeform: Shape 1829">
                  <a:extLst>
                    <a:ext uri="{FF2B5EF4-FFF2-40B4-BE49-F238E27FC236}">
                      <a16:creationId xmlns:a16="http://schemas.microsoft.com/office/drawing/2014/main" id="{5624730C-0E89-C94D-BC93-BDEE01EDD27E}"/>
                    </a:ext>
                  </a:extLst>
                </p:cNvPr>
                <p:cNvSpPr/>
                <p:nvPr/>
              </p:nvSpPr>
              <p:spPr>
                <a:xfrm>
                  <a:off x="2767133" y="285227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1" name="Freeform: Shape 1830">
                  <a:extLst>
                    <a:ext uri="{FF2B5EF4-FFF2-40B4-BE49-F238E27FC236}">
                      <a16:creationId xmlns:a16="http://schemas.microsoft.com/office/drawing/2014/main" id="{CC8BE4E8-44F2-FD6C-0294-1E3AC98FEE70}"/>
                    </a:ext>
                  </a:extLst>
                </p:cNvPr>
                <p:cNvSpPr/>
                <p:nvPr/>
              </p:nvSpPr>
              <p:spPr>
                <a:xfrm>
                  <a:off x="2151751" y="390730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2" name="Freeform: Shape 1831">
                  <a:extLst>
                    <a:ext uri="{FF2B5EF4-FFF2-40B4-BE49-F238E27FC236}">
                      <a16:creationId xmlns:a16="http://schemas.microsoft.com/office/drawing/2014/main" id="{BE942A4E-7A36-1C5C-8480-D42CB42F50CD}"/>
                    </a:ext>
                  </a:extLst>
                </p:cNvPr>
                <p:cNvSpPr/>
                <p:nvPr/>
              </p:nvSpPr>
              <p:spPr>
                <a:xfrm>
                  <a:off x="1982689" y="414907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3" name="Freeform: Shape 1832">
                  <a:extLst>
                    <a:ext uri="{FF2B5EF4-FFF2-40B4-BE49-F238E27FC236}">
                      <a16:creationId xmlns:a16="http://schemas.microsoft.com/office/drawing/2014/main" id="{9F4184BE-8F69-B6C4-8B71-0C3D24551D0E}"/>
                    </a:ext>
                  </a:extLst>
                </p:cNvPr>
                <p:cNvSpPr/>
                <p:nvPr/>
              </p:nvSpPr>
              <p:spPr>
                <a:xfrm>
                  <a:off x="1718952" y="413198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4" name="Freeform: Shape 1833">
                  <a:extLst>
                    <a:ext uri="{FF2B5EF4-FFF2-40B4-BE49-F238E27FC236}">
                      <a16:creationId xmlns:a16="http://schemas.microsoft.com/office/drawing/2014/main" id="{F8EBE12A-8796-0D42-991B-56B39EA56C20}"/>
                    </a:ext>
                  </a:extLst>
                </p:cNvPr>
                <p:cNvSpPr/>
                <p:nvPr/>
              </p:nvSpPr>
              <p:spPr>
                <a:xfrm>
                  <a:off x="2550734" y="331140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5" name="Freeform: Shape 1834">
                  <a:extLst>
                    <a:ext uri="{FF2B5EF4-FFF2-40B4-BE49-F238E27FC236}">
                      <a16:creationId xmlns:a16="http://schemas.microsoft.com/office/drawing/2014/main" id="{20E952A4-036E-238C-5A0C-F86816960725}"/>
                    </a:ext>
                  </a:extLst>
                </p:cNvPr>
                <p:cNvSpPr/>
                <p:nvPr/>
              </p:nvSpPr>
              <p:spPr>
                <a:xfrm>
                  <a:off x="2282492" y="525539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6" name="Freeform: Shape 1835">
                  <a:extLst>
                    <a:ext uri="{FF2B5EF4-FFF2-40B4-BE49-F238E27FC236}">
                      <a16:creationId xmlns:a16="http://schemas.microsoft.com/office/drawing/2014/main" id="{D674500B-FE31-17F7-9570-DD804F804EFE}"/>
                    </a:ext>
                  </a:extLst>
                </p:cNvPr>
                <p:cNvSpPr/>
                <p:nvPr/>
              </p:nvSpPr>
              <p:spPr>
                <a:xfrm>
                  <a:off x="2487618" y="4034293"/>
                  <a:ext cx="63114" cy="68381"/>
                </a:xfrm>
                <a:custGeom>
                  <a:avLst/>
                  <a:gdLst>
                    <a:gd name="connsiteX0" fmla="*/ 13335 w 26669"/>
                    <a:gd name="connsiteY0" fmla="*/ 0 h 26670"/>
                    <a:gd name="connsiteX1" fmla="*/ 26670 w 26669"/>
                    <a:gd name="connsiteY1" fmla="*/ 13335 h 26670"/>
                    <a:gd name="connsiteX2" fmla="*/ 13335 w 26669"/>
                    <a:gd name="connsiteY2" fmla="*/ 26670 h 26670"/>
                    <a:gd name="connsiteX3" fmla="*/ 0 w 26669"/>
                    <a:gd name="connsiteY3" fmla="*/ 13335 h 26670"/>
                    <a:gd name="connsiteX4" fmla="*/ 13335 w 26669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8"/>
                        <a:pt x="6667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7" name="Freeform: Shape 1836">
                  <a:extLst>
                    <a:ext uri="{FF2B5EF4-FFF2-40B4-BE49-F238E27FC236}">
                      <a16:creationId xmlns:a16="http://schemas.microsoft.com/office/drawing/2014/main" id="{A2431E80-ADCD-5347-8B39-1B094517EDAA}"/>
                    </a:ext>
                  </a:extLst>
                </p:cNvPr>
                <p:cNvSpPr/>
                <p:nvPr/>
              </p:nvSpPr>
              <p:spPr>
                <a:xfrm>
                  <a:off x="1953386" y="5353077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8" name="Freeform: Shape 1837">
                  <a:extLst>
                    <a:ext uri="{FF2B5EF4-FFF2-40B4-BE49-F238E27FC236}">
                      <a16:creationId xmlns:a16="http://schemas.microsoft.com/office/drawing/2014/main" id="{4866B292-64B9-6E7C-36F1-CF3FF7D553C7}"/>
                    </a:ext>
                  </a:extLst>
                </p:cNvPr>
                <p:cNvSpPr/>
                <p:nvPr/>
              </p:nvSpPr>
              <p:spPr>
                <a:xfrm>
                  <a:off x="1833915" y="2034141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9" name="Freeform: Shape 1838">
                  <a:extLst>
                    <a:ext uri="{FF2B5EF4-FFF2-40B4-BE49-F238E27FC236}">
                      <a16:creationId xmlns:a16="http://schemas.microsoft.com/office/drawing/2014/main" id="{1A473B3A-6920-52A4-7BB8-DBF1669100B0}"/>
                    </a:ext>
                  </a:extLst>
                </p:cNvPr>
                <p:cNvSpPr/>
                <p:nvPr/>
              </p:nvSpPr>
              <p:spPr>
                <a:xfrm>
                  <a:off x="2271220" y="2192885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0" name="Freeform: Shape 1839">
                  <a:extLst>
                    <a:ext uri="{FF2B5EF4-FFF2-40B4-BE49-F238E27FC236}">
                      <a16:creationId xmlns:a16="http://schemas.microsoft.com/office/drawing/2014/main" id="{950E2CFF-0319-BCFC-0BA0-055A5C69B38A}"/>
                    </a:ext>
                  </a:extLst>
                </p:cNvPr>
                <p:cNvSpPr/>
                <p:nvPr/>
              </p:nvSpPr>
              <p:spPr>
                <a:xfrm>
                  <a:off x="2169784" y="238826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1" name="Freeform: Shape 1840">
                  <a:extLst>
                    <a:ext uri="{FF2B5EF4-FFF2-40B4-BE49-F238E27FC236}">
                      <a16:creationId xmlns:a16="http://schemas.microsoft.com/office/drawing/2014/main" id="{4DB225C7-2D58-6CBF-386D-CAB5DB49ADC5}"/>
                    </a:ext>
                  </a:extLst>
                </p:cNvPr>
                <p:cNvSpPr/>
                <p:nvPr/>
              </p:nvSpPr>
              <p:spPr>
                <a:xfrm>
                  <a:off x="1655838" y="185097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2" name="Freeform: Shape 1841">
                  <a:extLst>
                    <a:ext uri="{FF2B5EF4-FFF2-40B4-BE49-F238E27FC236}">
                      <a16:creationId xmlns:a16="http://schemas.microsoft.com/office/drawing/2014/main" id="{8DAC890B-F2B7-473B-EEA0-810650FAFA4F}"/>
                    </a:ext>
                  </a:extLst>
                </p:cNvPr>
                <p:cNvSpPr/>
                <p:nvPr/>
              </p:nvSpPr>
              <p:spPr>
                <a:xfrm>
                  <a:off x="2302778" y="2981710"/>
                  <a:ext cx="49591" cy="53726"/>
                </a:xfrm>
                <a:custGeom>
                  <a:avLst/>
                  <a:gdLst>
                    <a:gd name="connsiteX0" fmla="*/ 10478 w 20955"/>
                    <a:gd name="connsiteY0" fmla="*/ 0 h 20954"/>
                    <a:gd name="connsiteX1" fmla="*/ 20955 w 20955"/>
                    <a:gd name="connsiteY1" fmla="*/ 10477 h 20954"/>
                    <a:gd name="connsiteX2" fmla="*/ 10478 w 20955"/>
                    <a:gd name="connsiteY2" fmla="*/ 20955 h 20954"/>
                    <a:gd name="connsiteX3" fmla="*/ 0 w 20955"/>
                    <a:gd name="connsiteY3" fmla="*/ 10477 h 20954"/>
                    <a:gd name="connsiteX4" fmla="*/ 10478 w 20955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5" h="20954">
                      <a:moveTo>
                        <a:pt x="10478" y="0"/>
                      </a:moveTo>
                      <a:cubicBezTo>
                        <a:pt x="16193" y="0"/>
                        <a:pt x="20955" y="4763"/>
                        <a:pt x="20955" y="10477"/>
                      </a:cubicBezTo>
                      <a:cubicBezTo>
                        <a:pt x="20955" y="16192"/>
                        <a:pt x="16193" y="20955"/>
                        <a:pt x="10478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3" name="Freeform: Shape 1842">
                  <a:extLst>
                    <a:ext uri="{FF2B5EF4-FFF2-40B4-BE49-F238E27FC236}">
                      <a16:creationId xmlns:a16="http://schemas.microsoft.com/office/drawing/2014/main" id="{442E13A4-DD23-1DFB-E422-07D717659C40}"/>
                    </a:ext>
                  </a:extLst>
                </p:cNvPr>
                <p:cNvSpPr/>
                <p:nvPr/>
              </p:nvSpPr>
              <p:spPr>
                <a:xfrm>
                  <a:off x="2733321" y="3814496"/>
                  <a:ext cx="58605" cy="63494"/>
                </a:xfrm>
                <a:custGeom>
                  <a:avLst/>
                  <a:gdLst>
                    <a:gd name="connsiteX0" fmla="*/ 12382 w 24764"/>
                    <a:gd name="connsiteY0" fmla="*/ 0 h 24764"/>
                    <a:gd name="connsiteX1" fmla="*/ 24765 w 24764"/>
                    <a:gd name="connsiteY1" fmla="*/ 12383 h 24764"/>
                    <a:gd name="connsiteX2" fmla="*/ 12382 w 24764"/>
                    <a:gd name="connsiteY2" fmla="*/ 24765 h 24764"/>
                    <a:gd name="connsiteX3" fmla="*/ 0 w 24764"/>
                    <a:gd name="connsiteY3" fmla="*/ 12383 h 24764"/>
                    <a:gd name="connsiteX4" fmla="*/ 12382 w 24764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4" name="Freeform: Shape 1843">
                  <a:extLst>
                    <a:ext uri="{FF2B5EF4-FFF2-40B4-BE49-F238E27FC236}">
                      <a16:creationId xmlns:a16="http://schemas.microsoft.com/office/drawing/2014/main" id="{FC71ED51-8B2D-A696-6CAC-FCD5373CA35F}"/>
                    </a:ext>
                  </a:extLst>
                </p:cNvPr>
                <p:cNvSpPr/>
                <p:nvPr/>
              </p:nvSpPr>
              <p:spPr>
                <a:xfrm>
                  <a:off x="2859554" y="2361394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5" name="Freeform: Shape 1844">
                  <a:extLst>
                    <a:ext uri="{FF2B5EF4-FFF2-40B4-BE49-F238E27FC236}">
                      <a16:creationId xmlns:a16="http://schemas.microsoft.com/office/drawing/2014/main" id="{26930BFB-12C7-76FF-2D23-F180190B8C59}"/>
                    </a:ext>
                  </a:extLst>
                </p:cNvPr>
                <p:cNvSpPr/>
                <p:nvPr/>
              </p:nvSpPr>
              <p:spPr>
                <a:xfrm>
                  <a:off x="2688238" y="5079549"/>
                  <a:ext cx="36064" cy="39075"/>
                </a:xfrm>
                <a:custGeom>
                  <a:avLst/>
                  <a:gdLst>
                    <a:gd name="connsiteX0" fmla="*/ 7620 w 15239"/>
                    <a:gd name="connsiteY0" fmla="*/ 0 h 15240"/>
                    <a:gd name="connsiteX1" fmla="*/ 15240 w 15239"/>
                    <a:gd name="connsiteY1" fmla="*/ 7620 h 15240"/>
                    <a:gd name="connsiteX2" fmla="*/ 7620 w 15239"/>
                    <a:gd name="connsiteY2" fmla="*/ 15240 h 15240"/>
                    <a:gd name="connsiteX3" fmla="*/ 0 w 15239"/>
                    <a:gd name="connsiteY3" fmla="*/ 7620 h 15240"/>
                    <a:gd name="connsiteX4" fmla="*/ 7620 w 15239"/>
                    <a:gd name="connsiteY4" fmla="*/ 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7620" y="0"/>
                      </a:moveTo>
                      <a:cubicBezTo>
                        <a:pt x="12382" y="0"/>
                        <a:pt x="15240" y="3810"/>
                        <a:pt x="15240" y="7620"/>
                      </a:cubicBezTo>
                      <a:cubicBezTo>
                        <a:pt x="15240" y="12383"/>
                        <a:pt x="11430" y="15240"/>
                        <a:pt x="7620" y="15240"/>
                      </a:cubicBezTo>
                      <a:cubicBezTo>
                        <a:pt x="2857" y="15240"/>
                        <a:pt x="0" y="11430"/>
                        <a:pt x="0" y="7620"/>
                      </a:cubicBezTo>
                      <a:cubicBezTo>
                        <a:pt x="0" y="3810"/>
                        <a:pt x="3810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6" name="Freeform: Shape 1845">
                  <a:extLst>
                    <a:ext uri="{FF2B5EF4-FFF2-40B4-BE49-F238E27FC236}">
                      <a16:creationId xmlns:a16="http://schemas.microsoft.com/office/drawing/2014/main" id="{44785261-9FD3-A576-98C5-E870F9326610}"/>
                    </a:ext>
                  </a:extLst>
                </p:cNvPr>
                <p:cNvSpPr/>
                <p:nvPr/>
              </p:nvSpPr>
              <p:spPr>
                <a:xfrm>
                  <a:off x="2086380" y="400010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7" name="Freeform: Shape 1846">
                  <a:extLst>
                    <a:ext uri="{FF2B5EF4-FFF2-40B4-BE49-F238E27FC236}">
                      <a16:creationId xmlns:a16="http://schemas.microsoft.com/office/drawing/2014/main" id="{348A9F32-FC6F-4931-07F3-FD038E3B8DD4}"/>
                    </a:ext>
                  </a:extLst>
                </p:cNvPr>
                <p:cNvSpPr/>
                <p:nvPr/>
              </p:nvSpPr>
              <p:spPr>
                <a:xfrm>
                  <a:off x="2160768" y="4837774"/>
                  <a:ext cx="54100" cy="58610"/>
                </a:xfrm>
                <a:custGeom>
                  <a:avLst/>
                  <a:gdLst>
                    <a:gd name="connsiteX0" fmla="*/ 22860 w 22860"/>
                    <a:gd name="connsiteY0" fmla="*/ 11430 h 22859"/>
                    <a:gd name="connsiteX1" fmla="*/ 11430 w 22860"/>
                    <a:gd name="connsiteY1" fmla="*/ 22860 h 22859"/>
                    <a:gd name="connsiteX2" fmla="*/ 0 w 22860"/>
                    <a:gd name="connsiteY2" fmla="*/ 11430 h 22859"/>
                    <a:gd name="connsiteX3" fmla="*/ 11430 w 22860"/>
                    <a:gd name="connsiteY3" fmla="*/ 0 h 22859"/>
                    <a:gd name="connsiteX4" fmla="*/ 22860 w 22860"/>
                    <a:gd name="connsiteY4" fmla="*/ 1143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22860" y="11430"/>
                      </a:moveTo>
                      <a:cubicBezTo>
                        <a:pt x="22860" y="17743"/>
                        <a:pt x="17743" y="22860"/>
                        <a:pt x="11430" y="22860"/>
                      </a:cubicBezTo>
                      <a:cubicBezTo>
                        <a:pt x="5117" y="22860"/>
                        <a:pt x="0" y="17743"/>
                        <a:pt x="0" y="11430"/>
                      </a:cubicBezTo>
                      <a:cubicBezTo>
                        <a:pt x="0" y="5117"/>
                        <a:pt x="5118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8" name="Freeform: Shape 1847">
                  <a:extLst>
                    <a:ext uri="{FF2B5EF4-FFF2-40B4-BE49-F238E27FC236}">
                      <a16:creationId xmlns:a16="http://schemas.microsoft.com/office/drawing/2014/main" id="{45215328-46B2-86CE-178E-8DBB013E78DB}"/>
                    </a:ext>
                  </a:extLst>
                </p:cNvPr>
                <p:cNvSpPr/>
                <p:nvPr/>
              </p:nvSpPr>
              <p:spPr>
                <a:xfrm>
                  <a:off x="2196834" y="356783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9" name="Freeform: Shape 1848">
                  <a:extLst>
                    <a:ext uri="{FF2B5EF4-FFF2-40B4-BE49-F238E27FC236}">
                      <a16:creationId xmlns:a16="http://schemas.microsoft.com/office/drawing/2014/main" id="{8BDC23A3-EE3B-5FCB-D3C3-A330C2BE1E4A}"/>
                    </a:ext>
                  </a:extLst>
                </p:cNvPr>
                <p:cNvSpPr/>
                <p:nvPr/>
              </p:nvSpPr>
              <p:spPr>
                <a:xfrm>
                  <a:off x="2226137" y="508443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0" name="Freeform: Shape 1849">
                  <a:extLst>
                    <a:ext uri="{FF2B5EF4-FFF2-40B4-BE49-F238E27FC236}">
                      <a16:creationId xmlns:a16="http://schemas.microsoft.com/office/drawing/2014/main" id="{5F5B7C2D-CB5B-73A6-7693-A01F45EC0530}"/>
                    </a:ext>
                  </a:extLst>
                </p:cNvPr>
                <p:cNvSpPr/>
                <p:nvPr/>
              </p:nvSpPr>
              <p:spPr>
                <a:xfrm>
                  <a:off x="2419994" y="2862044"/>
                  <a:ext cx="63116" cy="68379"/>
                </a:xfrm>
                <a:custGeom>
                  <a:avLst/>
                  <a:gdLst>
                    <a:gd name="connsiteX0" fmla="*/ 26670 w 26670"/>
                    <a:gd name="connsiteY0" fmla="*/ 13335 h 26669"/>
                    <a:gd name="connsiteX1" fmla="*/ 13335 w 26670"/>
                    <a:gd name="connsiteY1" fmla="*/ 26670 h 26669"/>
                    <a:gd name="connsiteX2" fmla="*/ 0 w 26670"/>
                    <a:gd name="connsiteY2" fmla="*/ 13335 h 26669"/>
                    <a:gd name="connsiteX3" fmla="*/ 13335 w 26670"/>
                    <a:gd name="connsiteY3" fmla="*/ 0 h 26669"/>
                    <a:gd name="connsiteX4" fmla="*/ 26670 w 26670"/>
                    <a:gd name="connsiteY4" fmla="*/ 13335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1" name="Freeform: Shape 1850">
                  <a:extLst>
                    <a:ext uri="{FF2B5EF4-FFF2-40B4-BE49-F238E27FC236}">
                      <a16:creationId xmlns:a16="http://schemas.microsoft.com/office/drawing/2014/main" id="{E107BD5A-BFAB-A309-9362-8349A4B21222}"/>
                    </a:ext>
                  </a:extLst>
                </p:cNvPr>
                <p:cNvSpPr/>
                <p:nvPr/>
              </p:nvSpPr>
              <p:spPr>
                <a:xfrm>
                  <a:off x="2309542" y="410756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2" name="Freeform: Shape 1851">
                  <a:extLst>
                    <a:ext uri="{FF2B5EF4-FFF2-40B4-BE49-F238E27FC236}">
                      <a16:creationId xmlns:a16="http://schemas.microsoft.com/office/drawing/2014/main" id="{BF97C3D7-2DC7-6377-3781-8D2EE0558512}"/>
                    </a:ext>
                  </a:extLst>
                </p:cNvPr>
                <p:cNvSpPr/>
                <p:nvPr/>
              </p:nvSpPr>
              <p:spPr>
                <a:xfrm>
                  <a:off x="1833915" y="498430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3" name="Freeform: Shape 1852">
                  <a:extLst>
                    <a:ext uri="{FF2B5EF4-FFF2-40B4-BE49-F238E27FC236}">
                      <a16:creationId xmlns:a16="http://schemas.microsoft.com/office/drawing/2014/main" id="{4B405880-6113-C50C-635B-38A1FF61714F}"/>
                    </a:ext>
                  </a:extLst>
                </p:cNvPr>
                <p:cNvSpPr/>
                <p:nvPr/>
              </p:nvSpPr>
              <p:spPr>
                <a:xfrm>
                  <a:off x="1682888" y="2590960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4" name="Freeform: Shape 1853">
                  <a:extLst>
                    <a:ext uri="{FF2B5EF4-FFF2-40B4-BE49-F238E27FC236}">
                      <a16:creationId xmlns:a16="http://schemas.microsoft.com/office/drawing/2014/main" id="{72FA0005-5E0B-6574-D187-BC8FA7118038}"/>
                    </a:ext>
                  </a:extLst>
                </p:cNvPr>
                <p:cNvSpPr/>
                <p:nvPr/>
              </p:nvSpPr>
              <p:spPr>
                <a:xfrm>
                  <a:off x="2043552" y="231011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5" name="Freeform: Shape 1854">
                  <a:extLst>
                    <a:ext uri="{FF2B5EF4-FFF2-40B4-BE49-F238E27FC236}">
                      <a16:creationId xmlns:a16="http://schemas.microsoft.com/office/drawing/2014/main" id="{7C707F83-C34C-5DAE-EC19-15027584A024}"/>
                    </a:ext>
                  </a:extLst>
                </p:cNvPr>
                <p:cNvSpPr/>
                <p:nvPr/>
              </p:nvSpPr>
              <p:spPr>
                <a:xfrm>
                  <a:off x="2117938" y="215381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6" name="Freeform: Shape 1855">
                  <a:extLst>
                    <a:ext uri="{FF2B5EF4-FFF2-40B4-BE49-F238E27FC236}">
                      <a16:creationId xmlns:a16="http://schemas.microsoft.com/office/drawing/2014/main" id="{58DF5FBA-7AD6-7F28-EEB1-ED4CF08FFE21}"/>
                    </a:ext>
                  </a:extLst>
                </p:cNvPr>
                <p:cNvSpPr/>
                <p:nvPr/>
              </p:nvSpPr>
              <p:spPr>
                <a:xfrm>
                  <a:off x="1642313" y="2654457"/>
                  <a:ext cx="54100" cy="58613"/>
                </a:xfrm>
                <a:custGeom>
                  <a:avLst/>
                  <a:gdLst>
                    <a:gd name="connsiteX0" fmla="*/ 22860 w 22860"/>
                    <a:gd name="connsiteY0" fmla="*/ 11430 h 22860"/>
                    <a:gd name="connsiteX1" fmla="*/ 11430 w 22860"/>
                    <a:gd name="connsiteY1" fmla="*/ 22860 h 22860"/>
                    <a:gd name="connsiteX2" fmla="*/ 0 w 22860"/>
                    <a:gd name="connsiteY2" fmla="*/ 11430 h 22860"/>
                    <a:gd name="connsiteX3" fmla="*/ 11430 w 22860"/>
                    <a:gd name="connsiteY3" fmla="*/ 0 h 22860"/>
                    <a:gd name="connsiteX4" fmla="*/ 22860 w 22860"/>
                    <a:gd name="connsiteY4" fmla="*/ 1143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22860" y="11430"/>
                      </a:moveTo>
                      <a:cubicBezTo>
                        <a:pt x="22860" y="17743"/>
                        <a:pt x="17743" y="22860"/>
                        <a:pt x="11430" y="22860"/>
                      </a:cubicBezTo>
                      <a:cubicBezTo>
                        <a:pt x="5117" y="22860"/>
                        <a:pt x="0" y="17743"/>
                        <a:pt x="0" y="11430"/>
                      </a:cubicBezTo>
                      <a:cubicBezTo>
                        <a:pt x="0" y="5117"/>
                        <a:pt x="5117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7" name="Freeform: Shape 1856">
                  <a:extLst>
                    <a:ext uri="{FF2B5EF4-FFF2-40B4-BE49-F238E27FC236}">
                      <a16:creationId xmlns:a16="http://schemas.microsoft.com/office/drawing/2014/main" id="{A3FEDB20-C333-8F49-1706-894E56BC15EB}"/>
                    </a:ext>
                  </a:extLst>
                </p:cNvPr>
                <p:cNvSpPr/>
                <p:nvPr/>
              </p:nvSpPr>
              <p:spPr>
                <a:xfrm>
                  <a:off x="2550734" y="3895089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6668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8" name="Freeform: Shape 1857">
                  <a:extLst>
                    <a:ext uri="{FF2B5EF4-FFF2-40B4-BE49-F238E27FC236}">
                      <a16:creationId xmlns:a16="http://schemas.microsoft.com/office/drawing/2014/main" id="{BAE82F29-6B73-22CD-62BD-351D346BE08A}"/>
                    </a:ext>
                  </a:extLst>
                </p:cNvPr>
                <p:cNvSpPr/>
                <p:nvPr/>
              </p:nvSpPr>
              <p:spPr>
                <a:xfrm>
                  <a:off x="2489873" y="2708185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9" name="Freeform: Shape 1858">
                  <a:extLst>
                    <a:ext uri="{FF2B5EF4-FFF2-40B4-BE49-F238E27FC236}">
                      <a16:creationId xmlns:a16="http://schemas.microsoft.com/office/drawing/2014/main" id="{337C4C50-C610-32E5-B067-D625E32D4DB4}"/>
                    </a:ext>
                  </a:extLst>
                </p:cNvPr>
                <p:cNvSpPr/>
                <p:nvPr/>
              </p:nvSpPr>
              <p:spPr>
                <a:xfrm>
                  <a:off x="1795596" y="2300338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0" name="Freeform: Shape 1859">
                  <a:extLst>
                    <a:ext uri="{FF2B5EF4-FFF2-40B4-BE49-F238E27FC236}">
                      <a16:creationId xmlns:a16="http://schemas.microsoft.com/office/drawing/2014/main" id="{A98ABABA-2C78-173C-0C83-9A3A8DE71509}"/>
                    </a:ext>
                  </a:extLst>
                </p:cNvPr>
                <p:cNvSpPr/>
                <p:nvPr/>
              </p:nvSpPr>
              <p:spPr>
                <a:xfrm>
                  <a:off x="1980436" y="427118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1" name="Freeform: Shape 1860">
                  <a:extLst>
                    <a:ext uri="{FF2B5EF4-FFF2-40B4-BE49-F238E27FC236}">
                      <a16:creationId xmlns:a16="http://schemas.microsoft.com/office/drawing/2014/main" id="{DBE2E251-0F2D-BD06-44E3-A68D23F086A0}"/>
                    </a:ext>
                  </a:extLst>
                </p:cNvPr>
                <p:cNvSpPr/>
                <p:nvPr/>
              </p:nvSpPr>
              <p:spPr>
                <a:xfrm>
                  <a:off x="1797849" y="545564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2" name="Freeform: Shape 1861">
                  <a:extLst>
                    <a:ext uri="{FF2B5EF4-FFF2-40B4-BE49-F238E27FC236}">
                      <a16:creationId xmlns:a16="http://schemas.microsoft.com/office/drawing/2014/main" id="{4FDE5265-D023-5313-66DC-C7DA37E2F564}"/>
                    </a:ext>
                  </a:extLst>
                </p:cNvPr>
                <p:cNvSpPr/>
                <p:nvPr/>
              </p:nvSpPr>
              <p:spPr>
                <a:xfrm>
                  <a:off x="2235153" y="4889061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6667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3" name="Freeform: Shape 1862">
                  <a:extLst>
                    <a:ext uri="{FF2B5EF4-FFF2-40B4-BE49-F238E27FC236}">
                      <a16:creationId xmlns:a16="http://schemas.microsoft.com/office/drawing/2014/main" id="{451C8879-7FD0-B120-BE99-2DADD72DC0C0}"/>
                    </a:ext>
                  </a:extLst>
                </p:cNvPr>
                <p:cNvSpPr/>
                <p:nvPr/>
              </p:nvSpPr>
              <p:spPr>
                <a:xfrm>
                  <a:off x="1622025" y="255921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4" name="Freeform: Shape 1863">
                  <a:extLst>
                    <a:ext uri="{FF2B5EF4-FFF2-40B4-BE49-F238E27FC236}">
                      <a16:creationId xmlns:a16="http://schemas.microsoft.com/office/drawing/2014/main" id="{CB8846A9-22F0-C6E8-C1D9-1419DA5ED677}"/>
                    </a:ext>
                  </a:extLst>
                </p:cNvPr>
                <p:cNvSpPr/>
                <p:nvPr/>
              </p:nvSpPr>
              <p:spPr>
                <a:xfrm>
                  <a:off x="1734732" y="4449465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4763"/>
                        <a:pt x="4763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5" name="Freeform: Shape 1864">
                  <a:extLst>
                    <a:ext uri="{FF2B5EF4-FFF2-40B4-BE49-F238E27FC236}">
                      <a16:creationId xmlns:a16="http://schemas.microsoft.com/office/drawing/2014/main" id="{D57042F6-F3CD-020F-0426-8F60AE060FB2}"/>
                    </a:ext>
                  </a:extLst>
                </p:cNvPr>
                <p:cNvSpPr/>
                <p:nvPr/>
              </p:nvSpPr>
              <p:spPr>
                <a:xfrm>
                  <a:off x="2359130" y="559729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6" name="Freeform: Shape 1865">
                  <a:extLst>
                    <a:ext uri="{FF2B5EF4-FFF2-40B4-BE49-F238E27FC236}">
                      <a16:creationId xmlns:a16="http://schemas.microsoft.com/office/drawing/2014/main" id="{A4A51368-7A15-741E-7BEE-8415FE479AED}"/>
                    </a:ext>
                  </a:extLst>
                </p:cNvPr>
                <p:cNvSpPr/>
                <p:nvPr/>
              </p:nvSpPr>
              <p:spPr>
                <a:xfrm>
                  <a:off x="1759527" y="376077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7" name="Freeform: Shape 1866">
                  <a:extLst>
                    <a:ext uri="{FF2B5EF4-FFF2-40B4-BE49-F238E27FC236}">
                      <a16:creationId xmlns:a16="http://schemas.microsoft.com/office/drawing/2014/main" id="{8DD08177-58BD-F797-298D-5C85E00B8295}"/>
                    </a:ext>
                  </a:extLst>
                </p:cNvPr>
                <p:cNvSpPr/>
                <p:nvPr/>
              </p:nvSpPr>
              <p:spPr>
                <a:xfrm>
                  <a:off x="2528193" y="344572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8" name="Freeform: Shape 1867">
                  <a:extLst>
                    <a:ext uri="{FF2B5EF4-FFF2-40B4-BE49-F238E27FC236}">
                      <a16:creationId xmlns:a16="http://schemas.microsoft.com/office/drawing/2014/main" id="{488EBD4E-5885-379F-4C47-0E268132D7D9}"/>
                    </a:ext>
                  </a:extLst>
                </p:cNvPr>
                <p:cNvSpPr/>
                <p:nvPr/>
              </p:nvSpPr>
              <p:spPr>
                <a:xfrm>
                  <a:off x="2537209" y="311847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8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9" name="Freeform: Shape 1868">
                  <a:extLst>
                    <a:ext uri="{FF2B5EF4-FFF2-40B4-BE49-F238E27FC236}">
                      <a16:creationId xmlns:a16="http://schemas.microsoft.com/office/drawing/2014/main" id="{D88833FB-97BF-12D8-2D49-CC9DAE115A03}"/>
                    </a:ext>
                  </a:extLst>
                </p:cNvPr>
                <p:cNvSpPr/>
                <p:nvPr/>
              </p:nvSpPr>
              <p:spPr>
                <a:xfrm>
                  <a:off x="2534956" y="236139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0" name="Freeform: Shape 1869">
                  <a:extLst>
                    <a:ext uri="{FF2B5EF4-FFF2-40B4-BE49-F238E27FC236}">
                      <a16:creationId xmlns:a16="http://schemas.microsoft.com/office/drawing/2014/main" id="{E6BBC912-4CE1-ABD8-7F7A-D3B26C19CE53}"/>
                    </a:ext>
                  </a:extLst>
                </p:cNvPr>
                <p:cNvSpPr/>
                <p:nvPr/>
              </p:nvSpPr>
              <p:spPr>
                <a:xfrm>
                  <a:off x="1858712" y="365575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1" name="Freeform: Shape 1870">
                  <a:extLst>
                    <a:ext uri="{FF2B5EF4-FFF2-40B4-BE49-F238E27FC236}">
                      <a16:creationId xmlns:a16="http://schemas.microsoft.com/office/drawing/2014/main" id="{5228A7D4-B9B6-77E6-7556-3B4A0E83FBC9}"/>
                    </a:ext>
                  </a:extLst>
                </p:cNvPr>
                <p:cNvSpPr/>
                <p:nvPr/>
              </p:nvSpPr>
              <p:spPr>
                <a:xfrm>
                  <a:off x="2492126" y="2637363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2" name="Freeform: Shape 1871">
                  <a:extLst>
                    <a:ext uri="{FF2B5EF4-FFF2-40B4-BE49-F238E27FC236}">
                      <a16:creationId xmlns:a16="http://schemas.microsoft.com/office/drawing/2014/main" id="{4914C0B3-CACF-65BA-E2A2-D010E92C1760}"/>
                    </a:ext>
                  </a:extLst>
                </p:cNvPr>
                <p:cNvSpPr/>
                <p:nvPr/>
              </p:nvSpPr>
              <p:spPr>
                <a:xfrm>
                  <a:off x="2210359" y="218555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3" name="Freeform: Shape 1872">
                  <a:extLst>
                    <a:ext uri="{FF2B5EF4-FFF2-40B4-BE49-F238E27FC236}">
                      <a16:creationId xmlns:a16="http://schemas.microsoft.com/office/drawing/2014/main" id="{F642D0DC-5563-294C-0592-4E3D43E155F1}"/>
                    </a:ext>
                  </a:extLst>
                </p:cNvPr>
                <p:cNvSpPr/>
                <p:nvPr/>
              </p:nvSpPr>
              <p:spPr>
                <a:xfrm>
                  <a:off x="2440282" y="5172355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4" name="Freeform: Shape 1873">
                  <a:extLst>
                    <a:ext uri="{FF2B5EF4-FFF2-40B4-BE49-F238E27FC236}">
                      <a16:creationId xmlns:a16="http://schemas.microsoft.com/office/drawing/2014/main" id="{93FBB397-1CE1-A253-08E1-EA85D544C211}"/>
                    </a:ext>
                  </a:extLst>
                </p:cNvPr>
                <p:cNvSpPr/>
                <p:nvPr/>
              </p:nvSpPr>
              <p:spPr>
                <a:xfrm>
                  <a:off x="1800104" y="551914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5" name="Freeform: Shape 1874">
                  <a:extLst>
                    <a:ext uri="{FF2B5EF4-FFF2-40B4-BE49-F238E27FC236}">
                      <a16:creationId xmlns:a16="http://schemas.microsoft.com/office/drawing/2014/main" id="{CF8936CE-E0F8-C322-2800-768AFB129F10}"/>
                    </a:ext>
                  </a:extLst>
                </p:cNvPr>
                <p:cNvSpPr/>
                <p:nvPr/>
              </p:nvSpPr>
              <p:spPr>
                <a:xfrm>
                  <a:off x="2805454" y="3797402"/>
                  <a:ext cx="54100" cy="58613"/>
                </a:xfrm>
                <a:custGeom>
                  <a:avLst/>
                  <a:gdLst>
                    <a:gd name="connsiteX0" fmla="*/ 22860 w 22860"/>
                    <a:gd name="connsiteY0" fmla="*/ 11430 h 22860"/>
                    <a:gd name="connsiteX1" fmla="*/ 11430 w 22860"/>
                    <a:gd name="connsiteY1" fmla="*/ 22860 h 22860"/>
                    <a:gd name="connsiteX2" fmla="*/ 0 w 22860"/>
                    <a:gd name="connsiteY2" fmla="*/ 11430 h 22860"/>
                    <a:gd name="connsiteX3" fmla="*/ 11430 w 22860"/>
                    <a:gd name="connsiteY3" fmla="*/ 0 h 22860"/>
                    <a:gd name="connsiteX4" fmla="*/ 22860 w 22860"/>
                    <a:gd name="connsiteY4" fmla="*/ 1143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22860" y="11430"/>
                      </a:moveTo>
                      <a:cubicBezTo>
                        <a:pt x="22860" y="17743"/>
                        <a:pt x="17743" y="22860"/>
                        <a:pt x="11430" y="22860"/>
                      </a:cubicBezTo>
                      <a:cubicBezTo>
                        <a:pt x="5117" y="22860"/>
                        <a:pt x="0" y="17743"/>
                        <a:pt x="0" y="11430"/>
                      </a:cubicBezTo>
                      <a:cubicBezTo>
                        <a:pt x="0" y="5117"/>
                        <a:pt x="5117" y="0"/>
                        <a:pt x="11430" y="0"/>
                      </a:cubicBezTo>
                      <a:cubicBezTo>
                        <a:pt x="17743" y="0"/>
                        <a:pt x="22860" y="5117"/>
                        <a:pt x="22860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6" name="Freeform: Shape 1875">
                  <a:extLst>
                    <a:ext uri="{FF2B5EF4-FFF2-40B4-BE49-F238E27FC236}">
                      <a16:creationId xmlns:a16="http://schemas.microsoft.com/office/drawing/2014/main" id="{5E6B3F76-18BE-FC49-816E-B62B02DC5403}"/>
                    </a:ext>
                  </a:extLst>
                </p:cNvPr>
                <p:cNvSpPr/>
                <p:nvPr/>
              </p:nvSpPr>
              <p:spPr>
                <a:xfrm>
                  <a:off x="2845780" y="3726579"/>
                  <a:ext cx="54346" cy="58613"/>
                </a:xfrm>
                <a:custGeom>
                  <a:avLst/>
                  <a:gdLst>
                    <a:gd name="connsiteX0" fmla="*/ 11534 w 22964"/>
                    <a:gd name="connsiteY0" fmla="*/ 0 h 22860"/>
                    <a:gd name="connsiteX1" fmla="*/ 22964 w 22964"/>
                    <a:gd name="connsiteY1" fmla="*/ 11430 h 22860"/>
                    <a:gd name="connsiteX2" fmla="*/ 11534 w 22964"/>
                    <a:gd name="connsiteY2" fmla="*/ 22860 h 22860"/>
                    <a:gd name="connsiteX3" fmla="*/ 104 w 22964"/>
                    <a:gd name="connsiteY3" fmla="*/ 11430 h 22860"/>
                    <a:gd name="connsiteX4" fmla="*/ 11534 w 22964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964" h="22860">
                      <a:moveTo>
                        <a:pt x="11534" y="0"/>
                      </a:moveTo>
                      <a:cubicBezTo>
                        <a:pt x="18202" y="0"/>
                        <a:pt x="22964" y="5715"/>
                        <a:pt x="22964" y="11430"/>
                      </a:cubicBezTo>
                      <a:cubicBezTo>
                        <a:pt x="22964" y="18098"/>
                        <a:pt x="17249" y="22860"/>
                        <a:pt x="11534" y="22860"/>
                      </a:cubicBezTo>
                      <a:cubicBezTo>
                        <a:pt x="4867" y="22860"/>
                        <a:pt x="104" y="17145"/>
                        <a:pt x="104" y="11430"/>
                      </a:cubicBezTo>
                      <a:cubicBezTo>
                        <a:pt x="-848" y="5715"/>
                        <a:pt x="4867" y="0"/>
                        <a:pt x="11534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7" name="Freeform: Shape 1876">
                  <a:extLst>
                    <a:ext uri="{FF2B5EF4-FFF2-40B4-BE49-F238E27FC236}">
                      <a16:creationId xmlns:a16="http://schemas.microsoft.com/office/drawing/2014/main" id="{8882E60D-B2CD-25C0-8A1F-FE85E42F367F}"/>
                    </a:ext>
                  </a:extLst>
                </p:cNvPr>
                <p:cNvSpPr/>
                <p:nvPr/>
              </p:nvSpPr>
              <p:spPr>
                <a:xfrm>
                  <a:off x="2805454" y="3926836"/>
                  <a:ext cx="49589" cy="53728"/>
                </a:xfrm>
                <a:custGeom>
                  <a:avLst/>
                  <a:gdLst>
                    <a:gd name="connsiteX0" fmla="*/ 10477 w 20954"/>
                    <a:gd name="connsiteY0" fmla="*/ 0 h 20955"/>
                    <a:gd name="connsiteX1" fmla="*/ 20955 w 20954"/>
                    <a:gd name="connsiteY1" fmla="*/ 10478 h 20955"/>
                    <a:gd name="connsiteX2" fmla="*/ 10477 w 20954"/>
                    <a:gd name="connsiteY2" fmla="*/ 20955 h 20955"/>
                    <a:gd name="connsiteX3" fmla="*/ 0 w 20954"/>
                    <a:gd name="connsiteY3" fmla="*/ 10478 h 20955"/>
                    <a:gd name="connsiteX4" fmla="*/ 10477 w 20954"/>
                    <a:gd name="connsiteY4" fmla="*/ 0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5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8"/>
                      </a:cubicBezTo>
                      <a:cubicBezTo>
                        <a:pt x="20955" y="16193"/>
                        <a:pt x="16192" y="20955"/>
                        <a:pt x="10477" y="20955"/>
                      </a:cubicBezTo>
                      <a:cubicBezTo>
                        <a:pt x="4763" y="20955"/>
                        <a:pt x="0" y="16193"/>
                        <a:pt x="0" y="10478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8" name="Freeform: Shape 1877">
                  <a:extLst>
                    <a:ext uri="{FF2B5EF4-FFF2-40B4-BE49-F238E27FC236}">
                      <a16:creationId xmlns:a16="http://schemas.microsoft.com/office/drawing/2014/main" id="{00D6BC7D-9731-9B26-411F-A952D2AD72DE}"/>
                    </a:ext>
                  </a:extLst>
                </p:cNvPr>
                <p:cNvSpPr/>
                <p:nvPr/>
              </p:nvSpPr>
              <p:spPr>
                <a:xfrm>
                  <a:off x="2814471" y="2903560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9" name="Freeform: Shape 1878">
                  <a:extLst>
                    <a:ext uri="{FF2B5EF4-FFF2-40B4-BE49-F238E27FC236}">
                      <a16:creationId xmlns:a16="http://schemas.microsoft.com/office/drawing/2014/main" id="{A8C5CDEC-B281-617A-C7CD-0666F7D1B226}"/>
                    </a:ext>
                  </a:extLst>
                </p:cNvPr>
                <p:cNvSpPr/>
                <p:nvPr/>
              </p:nvSpPr>
              <p:spPr>
                <a:xfrm>
                  <a:off x="2154004" y="541901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0" name="Freeform: Shape 1879">
                  <a:extLst>
                    <a:ext uri="{FF2B5EF4-FFF2-40B4-BE49-F238E27FC236}">
                      <a16:creationId xmlns:a16="http://schemas.microsoft.com/office/drawing/2014/main" id="{BB20ACFA-C0B9-3073-302B-C740F69B16B0}"/>
                    </a:ext>
                  </a:extLst>
                </p:cNvPr>
                <p:cNvSpPr/>
                <p:nvPr/>
              </p:nvSpPr>
              <p:spPr>
                <a:xfrm>
                  <a:off x="2609342" y="355318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1" name="Freeform: Shape 1880">
                  <a:extLst>
                    <a:ext uri="{FF2B5EF4-FFF2-40B4-BE49-F238E27FC236}">
                      <a16:creationId xmlns:a16="http://schemas.microsoft.com/office/drawing/2014/main" id="{8D1400BE-6BBC-A483-E5FA-283162EF4704}"/>
                    </a:ext>
                  </a:extLst>
                </p:cNvPr>
                <p:cNvSpPr/>
                <p:nvPr/>
              </p:nvSpPr>
              <p:spPr>
                <a:xfrm>
                  <a:off x="1854201" y="212450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2" name="Freeform: Shape 1881">
                  <a:extLst>
                    <a:ext uri="{FF2B5EF4-FFF2-40B4-BE49-F238E27FC236}">
                      <a16:creationId xmlns:a16="http://schemas.microsoft.com/office/drawing/2014/main" id="{9A323202-F5BA-2689-3A93-73EE8F9D6254}"/>
                    </a:ext>
                  </a:extLst>
                </p:cNvPr>
                <p:cNvSpPr/>
                <p:nvPr/>
              </p:nvSpPr>
              <p:spPr>
                <a:xfrm>
                  <a:off x="2002977" y="232964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3" name="Freeform: Shape 1882">
                  <a:extLst>
                    <a:ext uri="{FF2B5EF4-FFF2-40B4-BE49-F238E27FC236}">
                      <a16:creationId xmlns:a16="http://schemas.microsoft.com/office/drawing/2014/main" id="{D74C7723-A3D0-5982-1BD7-F28C02BD507E}"/>
                    </a:ext>
                  </a:extLst>
                </p:cNvPr>
                <p:cNvSpPr/>
                <p:nvPr/>
              </p:nvSpPr>
              <p:spPr>
                <a:xfrm>
                  <a:off x="2217120" y="2637363"/>
                  <a:ext cx="40575" cy="43957"/>
                </a:xfrm>
                <a:custGeom>
                  <a:avLst/>
                  <a:gdLst>
                    <a:gd name="connsiteX0" fmla="*/ 17145 w 17145"/>
                    <a:gd name="connsiteY0" fmla="*/ 8572 h 17144"/>
                    <a:gd name="connsiteX1" fmla="*/ 8572 w 17145"/>
                    <a:gd name="connsiteY1" fmla="*/ 17145 h 17144"/>
                    <a:gd name="connsiteX2" fmla="*/ 0 w 17145"/>
                    <a:gd name="connsiteY2" fmla="*/ 8572 h 17144"/>
                    <a:gd name="connsiteX3" fmla="*/ 8572 w 17145"/>
                    <a:gd name="connsiteY3" fmla="*/ 0 h 17144"/>
                    <a:gd name="connsiteX4" fmla="*/ 17145 w 17145"/>
                    <a:gd name="connsiteY4" fmla="*/ 8572 h 1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4">
                      <a:moveTo>
                        <a:pt x="17145" y="8572"/>
                      </a:moveTo>
                      <a:cubicBezTo>
                        <a:pt x="17145" y="13307"/>
                        <a:pt x="13307" y="17145"/>
                        <a:pt x="8572" y="17145"/>
                      </a:cubicBezTo>
                      <a:cubicBezTo>
                        <a:pt x="3838" y="17145"/>
                        <a:pt x="0" y="13307"/>
                        <a:pt x="0" y="8572"/>
                      </a:cubicBezTo>
                      <a:cubicBezTo>
                        <a:pt x="0" y="3838"/>
                        <a:pt x="3838" y="0"/>
                        <a:pt x="8572" y="0"/>
                      </a:cubicBezTo>
                      <a:cubicBezTo>
                        <a:pt x="13307" y="0"/>
                        <a:pt x="17145" y="3838"/>
                        <a:pt x="17145" y="857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4" name="Freeform: Shape 1883">
                  <a:extLst>
                    <a:ext uri="{FF2B5EF4-FFF2-40B4-BE49-F238E27FC236}">
                      <a16:creationId xmlns:a16="http://schemas.microsoft.com/office/drawing/2014/main" id="{FC5ABF25-3073-0F51-3146-5AFE65C01082}"/>
                    </a:ext>
                  </a:extLst>
                </p:cNvPr>
                <p:cNvSpPr/>
                <p:nvPr/>
              </p:nvSpPr>
              <p:spPr>
                <a:xfrm>
                  <a:off x="1867728" y="5125952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5" name="Freeform: Shape 1884">
                  <a:extLst>
                    <a:ext uri="{FF2B5EF4-FFF2-40B4-BE49-F238E27FC236}">
                      <a16:creationId xmlns:a16="http://schemas.microsoft.com/office/drawing/2014/main" id="{4CC107D4-0B41-53C2-9683-7D28E0BEF436}"/>
                    </a:ext>
                  </a:extLst>
                </p:cNvPr>
                <p:cNvSpPr/>
                <p:nvPr/>
              </p:nvSpPr>
              <p:spPr>
                <a:xfrm>
                  <a:off x="2194579" y="5546009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6" name="Freeform: Shape 1885">
                  <a:extLst>
                    <a:ext uri="{FF2B5EF4-FFF2-40B4-BE49-F238E27FC236}">
                      <a16:creationId xmlns:a16="http://schemas.microsoft.com/office/drawing/2014/main" id="{3E9452FC-8926-DA5F-C295-73E35DF6A744}"/>
                    </a:ext>
                  </a:extLst>
                </p:cNvPr>
                <p:cNvSpPr/>
                <p:nvPr/>
              </p:nvSpPr>
              <p:spPr>
                <a:xfrm>
                  <a:off x="1903795" y="365819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7" name="Freeform: Shape 1886">
                  <a:extLst>
                    <a:ext uri="{FF2B5EF4-FFF2-40B4-BE49-F238E27FC236}">
                      <a16:creationId xmlns:a16="http://schemas.microsoft.com/office/drawing/2014/main" id="{01520995-F253-C469-0D14-731C69F82CAF}"/>
                    </a:ext>
                  </a:extLst>
                </p:cNvPr>
                <p:cNvSpPr/>
                <p:nvPr/>
              </p:nvSpPr>
              <p:spPr>
                <a:xfrm>
                  <a:off x="1599483" y="194133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8" name="Freeform: Shape 1887">
                  <a:extLst>
                    <a:ext uri="{FF2B5EF4-FFF2-40B4-BE49-F238E27FC236}">
                      <a16:creationId xmlns:a16="http://schemas.microsoft.com/office/drawing/2014/main" id="{A4ABF5D9-5BBF-C3A2-B37B-278C3668ED6A}"/>
                    </a:ext>
                  </a:extLst>
                </p:cNvPr>
                <p:cNvSpPr/>
                <p:nvPr/>
              </p:nvSpPr>
              <p:spPr>
                <a:xfrm>
                  <a:off x="2178799" y="563636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9" name="Freeform: Shape 1888">
                  <a:extLst>
                    <a:ext uri="{FF2B5EF4-FFF2-40B4-BE49-F238E27FC236}">
                      <a16:creationId xmlns:a16="http://schemas.microsoft.com/office/drawing/2014/main" id="{8134F536-0E44-036D-2C56-4E3365E3904C}"/>
                    </a:ext>
                  </a:extLst>
                </p:cNvPr>
                <p:cNvSpPr/>
                <p:nvPr/>
              </p:nvSpPr>
              <p:spPr>
                <a:xfrm>
                  <a:off x="2864062" y="254456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0" name="Freeform: Shape 1889">
                  <a:extLst>
                    <a:ext uri="{FF2B5EF4-FFF2-40B4-BE49-F238E27FC236}">
                      <a16:creationId xmlns:a16="http://schemas.microsoft.com/office/drawing/2014/main" id="{4A027B24-4D70-710D-24F4-BE603437231B}"/>
                    </a:ext>
                  </a:extLst>
                </p:cNvPr>
                <p:cNvSpPr/>
                <p:nvPr/>
              </p:nvSpPr>
              <p:spPr>
                <a:xfrm>
                  <a:off x="2309542" y="4903714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7 h 28575"/>
                    <a:gd name="connsiteX1" fmla="*/ 14288 w 28575"/>
                    <a:gd name="connsiteY1" fmla="*/ 28575 h 28575"/>
                    <a:gd name="connsiteX2" fmla="*/ 0 w 28575"/>
                    <a:gd name="connsiteY2" fmla="*/ 14287 h 28575"/>
                    <a:gd name="connsiteX3" fmla="*/ 14288 w 28575"/>
                    <a:gd name="connsiteY3" fmla="*/ 0 h 28575"/>
                    <a:gd name="connsiteX4" fmla="*/ 28575 w 28575"/>
                    <a:gd name="connsiteY4" fmla="*/ 14287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7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7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1" name="Freeform: Shape 1890">
                  <a:extLst>
                    <a:ext uri="{FF2B5EF4-FFF2-40B4-BE49-F238E27FC236}">
                      <a16:creationId xmlns:a16="http://schemas.microsoft.com/office/drawing/2014/main" id="{9A520F55-DBCF-835B-A421-453A60132972}"/>
                    </a:ext>
                  </a:extLst>
                </p:cNvPr>
                <p:cNvSpPr/>
                <p:nvPr/>
              </p:nvSpPr>
              <p:spPr>
                <a:xfrm>
                  <a:off x="2280236" y="4840218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7145" y="0"/>
                        <a:pt x="22860" y="4763"/>
                        <a:pt x="22860" y="11430"/>
                      </a:cubicBezTo>
                      <a:cubicBezTo>
                        <a:pt x="22860" y="17145"/>
                        <a:pt x="18098" y="22860"/>
                        <a:pt x="11430" y="22860"/>
                      </a:cubicBezTo>
                      <a:cubicBezTo>
                        <a:pt x="4763" y="22860"/>
                        <a:pt x="0" y="18097"/>
                        <a:pt x="0" y="11430"/>
                      </a:cubicBezTo>
                      <a:cubicBezTo>
                        <a:pt x="953" y="4763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2" name="Freeform: Shape 1891">
                  <a:extLst>
                    <a:ext uri="{FF2B5EF4-FFF2-40B4-BE49-F238E27FC236}">
                      <a16:creationId xmlns:a16="http://schemas.microsoft.com/office/drawing/2014/main" id="{7C142797-904A-FC89-CAC9-433686B96080}"/>
                    </a:ext>
                  </a:extLst>
                </p:cNvPr>
                <p:cNvSpPr/>
                <p:nvPr/>
              </p:nvSpPr>
              <p:spPr>
                <a:xfrm>
                  <a:off x="2449299" y="2695976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3" name="Freeform: Shape 1892">
                  <a:extLst>
                    <a:ext uri="{FF2B5EF4-FFF2-40B4-BE49-F238E27FC236}">
                      <a16:creationId xmlns:a16="http://schemas.microsoft.com/office/drawing/2014/main" id="{5C5DB727-68E7-92A2-D36D-262206A1FC31}"/>
                    </a:ext>
                  </a:extLst>
                </p:cNvPr>
                <p:cNvSpPr/>
                <p:nvPr/>
              </p:nvSpPr>
              <p:spPr>
                <a:xfrm>
                  <a:off x="1842932" y="380228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4" name="Freeform: Shape 1893">
                  <a:extLst>
                    <a:ext uri="{FF2B5EF4-FFF2-40B4-BE49-F238E27FC236}">
                      <a16:creationId xmlns:a16="http://schemas.microsoft.com/office/drawing/2014/main" id="{35CD7ABD-6993-4E1C-56CC-74A66B3A6260}"/>
                    </a:ext>
                  </a:extLst>
                </p:cNvPr>
                <p:cNvSpPr/>
                <p:nvPr/>
              </p:nvSpPr>
              <p:spPr>
                <a:xfrm>
                  <a:off x="2742336" y="3499455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8"/>
                        <a:pt x="28575" y="14288"/>
                      </a:cubicBezTo>
                      <a:cubicBezTo>
                        <a:pt x="28575" y="21908"/>
                        <a:pt x="21908" y="28575"/>
                        <a:pt x="14288" y="28575"/>
                      </a:cubicBezTo>
                      <a:cubicBezTo>
                        <a:pt x="6668" y="28575"/>
                        <a:pt x="0" y="21908"/>
                        <a:pt x="0" y="14288"/>
                      </a:cubicBezTo>
                      <a:cubicBezTo>
                        <a:pt x="0" y="6668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5" name="Freeform: Shape 1894">
                  <a:extLst>
                    <a:ext uri="{FF2B5EF4-FFF2-40B4-BE49-F238E27FC236}">
                      <a16:creationId xmlns:a16="http://schemas.microsoft.com/office/drawing/2014/main" id="{6485DE01-6023-70B4-7780-490D84305C3A}"/>
                    </a:ext>
                  </a:extLst>
                </p:cNvPr>
                <p:cNvSpPr/>
                <p:nvPr/>
              </p:nvSpPr>
              <p:spPr>
                <a:xfrm>
                  <a:off x="2661189" y="2146482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6" name="Freeform: Shape 1895">
                  <a:extLst>
                    <a:ext uri="{FF2B5EF4-FFF2-40B4-BE49-F238E27FC236}">
                      <a16:creationId xmlns:a16="http://schemas.microsoft.com/office/drawing/2014/main" id="{FC108497-74AF-BA81-84DB-81BEA1442970}"/>
                    </a:ext>
                  </a:extLst>
                </p:cNvPr>
                <p:cNvSpPr/>
                <p:nvPr/>
              </p:nvSpPr>
              <p:spPr>
                <a:xfrm>
                  <a:off x="1779815" y="5001402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7" name="Freeform: Shape 1896">
                  <a:extLst>
                    <a:ext uri="{FF2B5EF4-FFF2-40B4-BE49-F238E27FC236}">
                      <a16:creationId xmlns:a16="http://schemas.microsoft.com/office/drawing/2014/main" id="{1AD16A5E-38D9-1A82-2B1D-F597E08414EA}"/>
                    </a:ext>
                  </a:extLst>
                </p:cNvPr>
                <p:cNvSpPr/>
                <p:nvPr/>
              </p:nvSpPr>
              <p:spPr>
                <a:xfrm>
                  <a:off x="2460568" y="4151520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6668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8" name="Freeform: Shape 1897">
                  <a:extLst>
                    <a:ext uri="{FF2B5EF4-FFF2-40B4-BE49-F238E27FC236}">
                      <a16:creationId xmlns:a16="http://schemas.microsoft.com/office/drawing/2014/main" id="{6E59B39D-C64B-424A-AD66-24FD5A69FBF3}"/>
                    </a:ext>
                  </a:extLst>
                </p:cNvPr>
                <p:cNvSpPr/>
                <p:nvPr/>
              </p:nvSpPr>
              <p:spPr>
                <a:xfrm>
                  <a:off x="2090888" y="357516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9" name="Freeform: Shape 1898">
                  <a:extLst>
                    <a:ext uri="{FF2B5EF4-FFF2-40B4-BE49-F238E27FC236}">
                      <a16:creationId xmlns:a16="http://schemas.microsoft.com/office/drawing/2014/main" id="{ACD7FB9F-F441-ED8A-7DC4-A04F9DD3A3D2}"/>
                    </a:ext>
                  </a:extLst>
                </p:cNvPr>
                <p:cNvSpPr/>
                <p:nvPr/>
              </p:nvSpPr>
              <p:spPr>
                <a:xfrm>
                  <a:off x="2796435" y="263003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0" name="Freeform: Shape 1899">
                  <a:extLst>
                    <a:ext uri="{FF2B5EF4-FFF2-40B4-BE49-F238E27FC236}">
                      <a16:creationId xmlns:a16="http://schemas.microsoft.com/office/drawing/2014/main" id="{BCAAAA45-C385-6F61-F934-5CBD5BABE676}"/>
                    </a:ext>
                  </a:extLst>
                </p:cNvPr>
                <p:cNvSpPr/>
                <p:nvPr/>
              </p:nvSpPr>
              <p:spPr>
                <a:xfrm>
                  <a:off x="2485365" y="2771682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1" name="Freeform: Shape 1900">
                  <a:extLst>
                    <a:ext uri="{FF2B5EF4-FFF2-40B4-BE49-F238E27FC236}">
                      <a16:creationId xmlns:a16="http://schemas.microsoft.com/office/drawing/2014/main" id="{F2081EE0-CCC1-CD64-5730-6A858DC20962}"/>
                    </a:ext>
                  </a:extLst>
                </p:cNvPr>
                <p:cNvSpPr/>
                <p:nvPr/>
              </p:nvSpPr>
              <p:spPr>
                <a:xfrm>
                  <a:off x="2942956" y="5592409"/>
                  <a:ext cx="27050" cy="29306"/>
                </a:xfrm>
                <a:custGeom>
                  <a:avLst/>
                  <a:gdLst>
                    <a:gd name="connsiteX0" fmla="*/ 5715 w 11430"/>
                    <a:gd name="connsiteY0" fmla="*/ 0 h 11430"/>
                    <a:gd name="connsiteX1" fmla="*/ 11430 w 11430"/>
                    <a:gd name="connsiteY1" fmla="*/ 5715 h 11430"/>
                    <a:gd name="connsiteX2" fmla="*/ 5715 w 11430"/>
                    <a:gd name="connsiteY2" fmla="*/ 11430 h 11430"/>
                    <a:gd name="connsiteX3" fmla="*/ 0 w 11430"/>
                    <a:gd name="connsiteY3" fmla="*/ 5715 h 11430"/>
                    <a:gd name="connsiteX4" fmla="*/ 5715 w 11430"/>
                    <a:gd name="connsiteY4" fmla="*/ 0 h 11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" h="11430">
                      <a:moveTo>
                        <a:pt x="5715" y="0"/>
                      </a:moveTo>
                      <a:cubicBezTo>
                        <a:pt x="8573" y="0"/>
                        <a:pt x="11430" y="2858"/>
                        <a:pt x="11430" y="5715"/>
                      </a:cubicBezTo>
                      <a:cubicBezTo>
                        <a:pt x="11430" y="8573"/>
                        <a:pt x="8573" y="11430"/>
                        <a:pt x="5715" y="11430"/>
                      </a:cubicBezTo>
                      <a:cubicBezTo>
                        <a:pt x="2858" y="11430"/>
                        <a:pt x="0" y="8573"/>
                        <a:pt x="0" y="5715"/>
                      </a:cubicBezTo>
                      <a:cubicBezTo>
                        <a:pt x="0" y="2858"/>
                        <a:pt x="2858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2" name="Freeform: Shape 1901">
                  <a:extLst>
                    <a:ext uri="{FF2B5EF4-FFF2-40B4-BE49-F238E27FC236}">
                      <a16:creationId xmlns:a16="http://schemas.microsoft.com/office/drawing/2014/main" id="{4E645D83-D2F4-2B91-20FA-1B6CA7791078}"/>
                    </a:ext>
                  </a:extLst>
                </p:cNvPr>
                <p:cNvSpPr/>
                <p:nvPr/>
              </p:nvSpPr>
              <p:spPr>
                <a:xfrm>
                  <a:off x="1694158" y="208054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3" name="Freeform: Shape 1902">
                  <a:extLst>
                    <a:ext uri="{FF2B5EF4-FFF2-40B4-BE49-F238E27FC236}">
                      <a16:creationId xmlns:a16="http://schemas.microsoft.com/office/drawing/2014/main" id="{DC7B8EB5-EE9B-A610-70BE-1AE540DAD7E7}"/>
                    </a:ext>
                  </a:extLst>
                </p:cNvPr>
                <p:cNvSpPr/>
                <p:nvPr/>
              </p:nvSpPr>
              <p:spPr>
                <a:xfrm>
                  <a:off x="1937606" y="4317589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4" name="Freeform: Shape 1903">
                  <a:extLst>
                    <a:ext uri="{FF2B5EF4-FFF2-40B4-BE49-F238E27FC236}">
                      <a16:creationId xmlns:a16="http://schemas.microsoft.com/office/drawing/2014/main" id="{0012DD74-0E57-FC60-2B52-B5BED8829D5F}"/>
                    </a:ext>
                  </a:extLst>
                </p:cNvPr>
                <p:cNvSpPr/>
                <p:nvPr/>
              </p:nvSpPr>
              <p:spPr>
                <a:xfrm>
                  <a:off x="2104413" y="372657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5" name="Freeform: Shape 1904">
                  <a:extLst>
                    <a:ext uri="{FF2B5EF4-FFF2-40B4-BE49-F238E27FC236}">
                      <a16:creationId xmlns:a16="http://schemas.microsoft.com/office/drawing/2014/main" id="{71F72174-3775-5C44-1237-777A142FBA88}"/>
                    </a:ext>
                  </a:extLst>
                </p:cNvPr>
                <p:cNvSpPr/>
                <p:nvPr/>
              </p:nvSpPr>
              <p:spPr>
                <a:xfrm>
                  <a:off x="1613008" y="259828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6" name="Freeform: Shape 1905">
                  <a:extLst>
                    <a:ext uri="{FF2B5EF4-FFF2-40B4-BE49-F238E27FC236}">
                      <a16:creationId xmlns:a16="http://schemas.microsoft.com/office/drawing/2014/main" id="{09F63B75-F5D2-8710-10CD-D82F688F8BCC}"/>
                    </a:ext>
                  </a:extLst>
                </p:cNvPr>
                <p:cNvSpPr/>
                <p:nvPr/>
              </p:nvSpPr>
              <p:spPr>
                <a:xfrm>
                  <a:off x="2289253" y="335780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7" name="Freeform: Shape 1906">
                  <a:extLst>
                    <a:ext uri="{FF2B5EF4-FFF2-40B4-BE49-F238E27FC236}">
                      <a16:creationId xmlns:a16="http://schemas.microsoft.com/office/drawing/2014/main" id="{1D2A7304-C07F-A225-37B8-3D303AF460C2}"/>
                    </a:ext>
                  </a:extLst>
                </p:cNvPr>
                <p:cNvSpPr/>
                <p:nvPr/>
              </p:nvSpPr>
              <p:spPr>
                <a:xfrm>
                  <a:off x="2433518" y="378519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8" name="Freeform: Shape 1907">
                  <a:extLst>
                    <a:ext uri="{FF2B5EF4-FFF2-40B4-BE49-F238E27FC236}">
                      <a16:creationId xmlns:a16="http://schemas.microsoft.com/office/drawing/2014/main" id="{8B89BAE7-A312-744A-DA73-C6BB6D6EE140}"/>
                    </a:ext>
                  </a:extLst>
                </p:cNvPr>
                <p:cNvSpPr/>
                <p:nvPr/>
              </p:nvSpPr>
              <p:spPr>
                <a:xfrm>
                  <a:off x="2264459" y="190959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9" name="Freeform: Shape 1908">
                  <a:extLst>
                    <a:ext uri="{FF2B5EF4-FFF2-40B4-BE49-F238E27FC236}">
                      <a16:creationId xmlns:a16="http://schemas.microsoft.com/office/drawing/2014/main" id="{2A16663F-6A9B-3432-80B4-ED1292DA20CD}"/>
                    </a:ext>
                  </a:extLst>
                </p:cNvPr>
                <p:cNvSpPr/>
                <p:nvPr/>
              </p:nvSpPr>
              <p:spPr>
                <a:xfrm>
                  <a:off x="2744591" y="3880436"/>
                  <a:ext cx="49589" cy="53726"/>
                </a:xfrm>
                <a:custGeom>
                  <a:avLst/>
                  <a:gdLst>
                    <a:gd name="connsiteX0" fmla="*/ 10477 w 20954"/>
                    <a:gd name="connsiteY0" fmla="*/ 0 h 20954"/>
                    <a:gd name="connsiteX1" fmla="*/ 20955 w 20954"/>
                    <a:gd name="connsiteY1" fmla="*/ 10477 h 20954"/>
                    <a:gd name="connsiteX2" fmla="*/ 10477 w 20954"/>
                    <a:gd name="connsiteY2" fmla="*/ 20955 h 20954"/>
                    <a:gd name="connsiteX3" fmla="*/ 0 w 20954"/>
                    <a:gd name="connsiteY3" fmla="*/ 10477 h 20954"/>
                    <a:gd name="connsiteX4" fmla="*/ 10477 w 20954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10477" y="0"/>
                      </a:moveTo>
                      <a:cubicBezTo>
                        <a:pt x="16192" y="0"/>
                        <a:pt x="20955" y="4763"/>
                        <a:pt x="20955" y="10477"/>
                      </a:cubicBezTo>
                      <a:cubicBezTo>
                        <a:pt x="20955" y="16192"/>
                        <a:pt x="16192" y="20955"/>
                        <a:pt x="10477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0" name="Freeform: Shape 1909">
                  <a:extLst>
                    <a:ext uri="{FF2B5EF4-FFF2-40B4-BE49-F238E27FC236}">
                      <a16:creationId xmlns:a16="http://schemas.microsoft.com/office/drawing/2014/main" id="{942DD7A0-985A-835F-BBCA-D3BF00A9DFDD}"/>
                    </a:ext>
                  </a:extLst>
                </p:cNvPr>
                <p:cNvSpPr/>
                <p:nvPr/>
              </p:nvSpPr>
              <p:spPr>
                <a:xfrm>
                  <a:off x="2507907" y="5182124"/>
                  <a:ext cx="54097" cy="58610"/>
                </a:xfrm>
                <a:custGeom>
                  <a:avLst/>
                  <a:gdLst>
                    <a:gd name="connsiteX0" fmla="*/ 11430 w 22859"/>
                    <a:gd name="connsiteY0" fmla="*/ 0 h 22859"/>
                    <a:gd name="connsiteX1" fmla="*/ 22860 w 22859"/>
                    <a:gd name="connsiteY1" fmla="*/ 11430 h 22859"/>
                    <a:gd name="connsiteX2" fmla="*/ 11430 w 22859"/>
                    <a:gd name="connsiteY2" fmla="*/ 22860 h 22859"/>
                    <a:gd name="connsiteX3" fmla="*/ 0 w 22859"/>
                    <a:gd name="connsiteY3" fmla="*/ 11430 h 22859"/>
                    <a:gd name="connsiteX4" fmla="*/ 11430 w 22859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59" h="22859">
                      <a:moveTo>
                        <a:pt x="11430" y="0"/>
                      </a:moveTo>
                      <a:cubicBezTo>
                        <a:pt x="17145" y="0"/>
                        <a:pt x="22860" y="4763"/>
                        <a:pt x="22860" y="11430"/>
                      </a:cubicBezTo>
                      <a:cubicBezTo>
                        <a:pt x="22860" y="17145"/>
                        <a:pt x="18097" y="22860"/>
                        <a:pt x="11430" y="22860"/>
                      </a:cubicBezTo>
                      <a:cubicBezTo>
                        <a:pt x="5715" y="22860"/>
                        <a:pt x="0" y="18097"/>
                        <a:pt x="0" y="11430"/>
                      </a:cubicBezTo>
                      <a:cubicBezTo>
                        <a:pt x="952" y="4763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1" name="Freeform: Shape 1910">
                  <a:extLst>
                    <a:ext uri="{FF2B5EF4-FFF2-40B4-BE49-F238E27FC236}">
                      <a16:creationId xmlns:a16="http://schemas.microsoft.com/office/drawing/2014/main" id="{3BCA0BC3-4E48-0442-E365-AFB1C66A1CD4}"/>
                    </a:ext>
                  </a:extLst>
                </p:cNvPr>
                <p:cNvSpPr/>
                <p:nvPr/>
              </p:nvSpPr>
              <p:spPr>
                <a:xfrm>
                  <a:off x="1989452" y="5323771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2" name="Freeform: Shape 1911">
                  <a:extLst>
                    <a:ext uri="{FF2B5EF4-FFF2-40B4-BE49-F238E27FC236}">
                      <a16:creationId xmlns:a16="http://schemas.microsoft.com/office/drawing/2014/main" id="{DDC45E99-3EFE-75B1-335D-E6CCE8EEC966}"/>
                    </a:ext>
                  </a:extLst>
                </p:cNvPr>
                <p:cNvSpPr/>
                <p:nvPr/>
              </p:nvSpPr>
              <p:spPr>
                <a:xfrm>
                  <a:off x="2758116" y="3416420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3" name="Freeform: Shape 1912">
                  <a:extLst>
                    <a:ext uri="{FF2B5EF4-FFF2-40B4-BE49-F238E27FC236}">
                      <a16:creationId xmlns:a16="http://schemas.microsoft.com/office/drawing/2014/main" id="{09ABC1AD-36FA-5243-7467-7420F753D27C}"/>
                    </a:ext>
                  </a:extLst>
                </p:cNvPr>
                <p:cNvSpPr/>
                <p:nvPr/>
              </p:nvSpPr>
              <p:spPr>
                <a:xfrm>
                  <a:off x="2638645" y="259828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4" name="Freeform: Shape 1913">
                  <a:extLst>
                    <a:ext uri="{FF2B5EF4-FFF2-40B4-BE49-F238E27FC236}">
                      <a16:creationId xmlns:a16="http://schemas.microsoft.com/office/drawing/2014/main" id="{1C5F4909-F32B-0598-543F-79ADAAA0F8A0}"/>
                    </a:ext>
                  </a:extLst>
                </p:cNvPr>
                <p:cNvSpPr/>
                <p:nvPr/>
              </p:nvSpPr>
              <p:spPr>
                <a:xfrm>
                  <a:off x="1698666" y="5467859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5" name="Freeform: Shape 1914">
                  <a:extLst>
                    <a:ext uri="{FF2B5EF4-FFF2-40B4-BE49-F238E27FC236}">
                      <a16:creationId xmlns:a16="http://schemas.microsoft.com/office/drawing/2014/main" id="{21E164B6-2240-09E5-6067-768341CC5D3D}"/>
                    </a:ext>
                  </a:extLst>
                </p:cNvPr>
                <p:cNvSpPr/>
                <p:nvPr/>
              </p:nvSpPr>
              <p:spPr>
                <a:xfrm>
                  <a:off x="1883506" y="371681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6" name="Freeform: Shape 1915">
                  <a:extLst>
                    <a:ext uri="{FF2B5EF4-FFF2-40B4-BE49-F238E27FC236}">
                      <a16:creationId xmlns:a16="http://schemas.microsoft.com/office/drawing/2014/main" id="{FB73AFA9-A9FA-23FB-29FA-87ADF480015F}"/>
                    </a:ext>
                  </a:extLst>
                </p:cNvPr>
                <p:cNvSpPr/>
                <p:nvPr/>
              </p:nvSpPr>
              <p:spPr>
                <a:xfrm>
                  <a:off x="2343353" y="5406805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7" name="Freeform: Shape 1916">
                  <a:extLst>
                    <a:ext uri="{FF2B5EF4-FFF2-40B4-BE49-F238E27FC236}">
                      <a16:creationId xmlns:a16="http://schemas.microsoft.com/office/drawing/2014/main" id="{D919EEA7-6DB6-82EF-5D4B-752CE2CFA025}"/>
                    </a:ext>
                  </a:extLst>
                </p:cNvPr>
                <p:cNvSpPr/>
                <p:nvPr/>
              </p:nvSpPr>
              <p:spPr>
                <a:xfrm>
                  <a:off x="2480854" y="4703455"/>
                  <a:ext cx="36064" cy="39075"/>
                </a:xfrm>
                <a:custGeom>
                  <a:avLst/>
                  <a:gdLst>
                    <a:gd name="connsiteX0" fmla="*/ 7620 w 15239"/>
                    <a:gd name="connsiteY0" fmla="*/ 0 h 15240"/>
                    <a:gd name="connsiteX1" fmla="*/ 15240 w 15239"/>
                    <a:gd name="connsiteY1" fmla="*/ 7620 h 15240"/>
                    <a:gd name="connsiteX2" fmla="*/ 7620 w 15239"/>
                    <a:gd name="connsiteY2" fmla="*/ 15240 h 15240"/>
                    <a:gd name="connsiteX3" fmla="*/ 0 w 15239"/>
                    <a:gd name="connsiteY3" fmla="*/ 7620 h 15240"/>
                    <a:gd name="connsiteX4" fmla="*/ 7620 w 15239"/>
                    <a:gd name="connsiteY4" fmla="*/ 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7620" y="0"/>
                      </a:moveTo>
                      <a:cubicBezTo>
                        <a:pt x="11430" y="0"/>
                        <a:pt x="15240" y="2858"/>
                        <a:pt x="15240" y="7620"/>
                      </a:cubicBezTo>
                      <a:cubicBezTo>
                        <a:pt x="15240" y="11430"/>
                        <a:pt x="12383" y="15240"/>
                        <a:pt x="7620" y="15240"/>
                      </a:cubicBezTo>
                      <a:cubicBezTo>
                        <a:pt x="2858" y="15240"/>
                        <a:pt x="0" y="12383"/>
                        <a:pt x="0" y="7620"/>
                      </a:cubicBezTo>
                      <a:cubicBezTo>
                        <a:pt x="0" y="2858"/>
                        <a:pt x="3810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8" name="Freeform: Shape 1917">
                  <a:extLst>
                    <a:ext uri="{FF2B5EF4-FFF2-40B4-BE49-F238E27FC236}">
                      <a16:creationId xmlns:a16="http://schemas.microsoft.com/office/drawing/2014/main" id="{FD362616-65B4-3A3A-BE71-94F3CBA204D4}"/>
                    </a:ext>
                  </a:extLst>
                </p:cNvPr>
                <p:cNvSpPr/>
                <p:nvPr/>
              </p:nvSpPr>
              <p:spPr>
                <a:xfrm>
                  <a:off x="2521431" y="3824267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9" name="Freeform: Shape 1918">
                  <a:extLst>
                    <a:ext uri="{FF2B5EF4-FFF2-40B4-BE49-F238E27FC236}">
                      <a16:creationId xmlns:a16="http://schemas.microsoft.com/office/drawing/2014/main" id="{E4E56305-DE92-EE84-4C2E-A626878F2C96}"/>
                    </a:ext>
                  </a:extLst>
                </p:cNvPr>
                <p:cNvSpPr/>
                <p:nvPr/>
              </p:nvSpPr>
              <p:spPr>
                <a:xfrm>
                  <a:off x="2377166" y="2009719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0" name="Freeform: Shape 1919">
                  <a:extLst>
                    <a:ext uri="{FF2B5EF4-FFF2-40B4-BE49-F238E27FC236}">
                      <a16:creationId xmlns:a16="http://schemas.microsoft.com/office/drawing/2014/main" id="{17309FA0-51F8-B5F1-338D-D167DF297AE9}"/>
                    </a:ext>
                  </a:extLst>
                </p:cNvPr>
                <p:cNvSpPr/>
                <p:nvPr/>
              </p:nvSpPr>
              <p:spPr>
                <a:xfrm>
                  <a:off x="2113429" y="504291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1" name="Freeform: Shape 1920">
                  <a:extLst>
                    <a:ext uri="{FF2B5EF4-FFF2-40B4-BE49-F238E27FC236}">
                      <a16:creationId xmlns:a16="http://schemas.microsoft.com/office/drawing/2014/main" id="{C1C3E189-F9EA-C720-391B-AF04534E0E87}"/>
                    </a:ext>
                  </a:extLst>
                </p:cNvPr>
                <p:cNvSpPr/>
                <p:nvPr/>
              </p:nvSpPr>
              <p:spPr>
                <a:xfrm>
                  <a:off x="2059330" y="376077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2" name="Freeform: Shape 1921">
                  <a:extLst>
                    <a:ext uri="{FF2B5EF4-FFF2-40B4-BE49-F238E27FC236}">
                      <a16:creationId xmlns:a16="http://schemas.microsoft.com/office/drawing/2014/main" id="{6083D232-5F4E-9693-B43F-963F69766334}"/>
                    </a:ext>
                  </a:extLst>
                </p:cNvPr>
                <p:cNvSpPr/>
                <p:nvPr/>
              </p:nvSpPr>
              <p:spPr>
                <a:xfrm>
                  <a:off x="2361386" y="3348039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3" name="Freeform: Shape 1922">
                  <a:extLst>
                    <a:ext uri="{FF2B5EF4-FFF2-40B4-BE49-F238E27FC236}">
                      <a16:creationId xmlns:a16="http://schemas.microsoft.com/office/drawing/2014/main" id="{34FBC055-5F0A-F860-6DD7-0705DE2E55B8}"/>
                    </a:ext>
                  </a:extLst>
                </p:cNvPr>
                <p:cNvSpPr/>
                <p:nvPr/>
              </p:nvSpPr>
              <p:spPr>
                <a:xfrm>
                  <a:off x="2460568" y="5301790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4" name="Freeform: Shape 1923">
                  <a:extLst>
                    <a:ext uri="{FF2B5EF4-FFF2-40B4-BE49-F238E27FC236}">
                      <a16:creationId xmlns:a16="http://schemas.microsoft.com/office/drawing/2014/main" id="{FCA6E4EA-205E-E422-D53F-0129F6EAC9E6}"/>
                    </a:ext>
                  </a:extLst>
                </p:cNvPr>
                <p:cNvSpPr/>
                <p:nvPr/>
              </p:nvSpPr>
              <p:spPr>
                <a:xfrm>
                  <a:off x="2144987" y="224661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5" name="Freeform: Shape 1924">
                  <a:extLst>
                    <a:ext uri="{FF2B5EF4-FFF2-40B4-BE49-F238E27FC236}">
                      <a16:creationId xmlns:a16="http://schemas.microsoft.com/office/drawing/2014/main" id="{B9C5BE49-B4D7-7982-51F2-F07BC188E027}"/>
                    </a:ext>
                  </a:extLst>
                </p:cNvPr>
                <p:cNvSpPr/>
                <p:nvPr/>
              </p:nvSpPr>
              <p:spPr>
                <a:xfrm>
                  <a:off x="2796435" y="253723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6" name="Freeform: Shape 1925">
                  <a:extLst>
                    <a:ext uri="{FF2B5EF4-FFF2-40B4-BE49-F238E27FC236}">
                      <a16:creationId xmlns:a16="http://schemas.microsoft.com/office/drawing/2014/main" id="{B701F4B8-3A06-C5CA-6D9D-E15DEAA620BA}"/>
                    </a:ext>
                  </a:extLst>
                </p:cNvPr>
                <p:cNvSpPr/>
                <p:nvPr/>
              </p:nvSpPr>
              <p:spPr>
                <a:xfrm>
                  <a:off x="1619772" y="2236844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7" name="Freeform: Shape 1926">
                  <a:extLst>
                    <a:ext uri="{FF2B5EF4-FFF2-40B4-BE49-F238E27FC236}">
                      <a16:creationId xmlns:a16="http://schemas.microsoft.com/office/drawing/2014/main" id="{6281FF11-D5B7-A19A-14D4-FBC916CE7AE6}"/>
                    </a:ext>
                  </a:extLst>
                </p:cNvPr>
                <p:cNvSpPr/>
                <p:nvPr/>
              </p:nvSpPr>
              <p:spPr>
                <a:xfrm>
                  <a:off x="2210359" y="378030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8" name="Freeform: Shape 1927">
                  <a:extLst>
                    <a:ext uri="{FF2B5EF4-FFF2-40B4-BE49-F238E27FC236}">
                      <a16:creationId xmlns:a16="http://schemas.microsoft.com/office/drawing/2014/main" id="{5AA9541B-B6EC-97AA-C77F-7541A1745BF9}"/>
                    </a:ext>
                  </a:extLst>
                </p:cNvPr>
                <p:cNvSpPr/>
                <p:nvPr/>
              </p:nvSpPr>
              <p:spPr>
                <a:xfrm>
                  <a:off x="2521431" y="2993923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9" name="Freeform: Shape 1928">
                  <a:extLst>
                    <a:ext uri="{FF2B5EF4-FFF2-40B4-BE49-F238E27FC236}">
                      <a16:creationId xmlns:a16="http://schemas.microsoft.com/office/drawing/2014/main" id="{9675597E-8760-F105-FB57-54CD55E30C9F}"/>
                    </a:ext>
                  </a:extLst>
                </p:cNvPr>
                <p:cNvSpPr/>
                <p:nvPr/>
              </p:nvSpPr>
              <p:spPr>
                <a:xfrm>
                  <a:off x="1782068" y="540436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0" name="Freeform: Shape 1929">
                  <a:extLst>
                    <a:ext uri="{FF2B5EF4-FFF2-40B4-BE49-F238E27FC236}">
                      <a16:creationId xmlns:a16="http://schemas.microsoft.com/office/drawing/2014/main" id="{1E24BCB2-100C-F682-E311-F28C33749FE3}"/>
                    </a:ext>
                  </a:extLst>
                </p:cNvPr>
                <p:cNvSpPr/>
                <p:nvPr/>
              </p:nvSpPr>
              <p:spPr>
                <a:xfrm>
                  <a:off x="2625122" y="3611795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1" name="Freeform: Shape 1930">
                  <a:extLst>
                    <a:ext uri="{FF2B5EF4-FFF2-40B4-BE49-F238E27FC236}">
                      <a16:creationId xmlns:a16="http://schemas.microsoft.com/office/drawing/2014/main" id="{25954486-50AD-4288-79E3-CB5FE52E4959}"/>
                    </a:ext>
                  </a:extLst>
                </p:cNvPr>
                <p:cNvSpPr/>
                <p:nvPr/>
              </p:nvSpPr>
              <p:spPr>
                <a:xfrm>
                  <a:off x="1883506" y="202681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2" name="Freeform: Shape 1931">
                  <a:extLst>
                    <a:ext uri="{FF2B5EF4-FFF2-40B4-BE49-F238E27FC236}">
                      <a16:creationId xmlns:a16="http://schemas.microsoft.com/office/drawing/2014/main" id="{4E071F1C-78B3-2533-95EB-2B116DF06CAA}"/>
                    </a:ext>
                  </a:extLst>
                </p:cNvPr>
                <p:cNvSpPr/>
                <p:nvPr/>
              </p:nvSpPr>
              <p:spPr>
                <a:xfrm>
                  <a:off x="2045805" y="3580048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3" name="Freeform: Shape 1932">
                  <a:extLst>
                    <a:ext uri="{FF2B5EF4-FFF2-40B4-BE49-F238E27FC236}">
                      <a16:creationId xmlns:a16="http://schemas.microsoft.com/office/drawing/2014/main" id="{ECA35D20-AF5B-3DAA-5CDA-CF42CADAFA5C}"/>
                    </a:ext>
                  </a:extLst>
                </p:cNvPr>
                <p:cNvSpPr/>
                <p:nvPr/>
              </p:nvSpPr>
              <p:spPr>
                <a:xfrm>
                  <a:off x="2600325" y="3736348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4" name="Freeform: Shape 1933">
                  <a:extLst>
                    <a:ext uri="{FF2B5EF4-FFF2-40B4-BE49-F238E27FC236}">
                      <a16:creationId xmlns:a16="http://schemas.microsoft.com/office/drawing/2014/main" id="{B5BE4377-871A-39B1-D756-31055B698E08}"/>
                    </a:ext>
                  </a:extLst>
                </p:cNvPr>
                <p:cNvSpPr/>
                <p:nvPr/>
              </p:nvSpPr>
              <p:spPr>
                <a:xfrm>
                  <a:off x="2695000" y="5357962"/>
                  <a:ext cx="40575" cy="43959"/>
                </a:xfrm>
                <a:custGeom>
                  <a:avLst/>
                  <a:gdLst>
                    <a:gd name="connsiteX0" fmla="*/ 8573 w 17145"/>
                    <a:gd name="connsiteY0" fmla="*/ 0 h 17145"/>
                    <a:gd name="connsiteX1" fmla="*/ 17145 w 17145"/>
                    <a:gd name="connsiteY1" fmla="*/ 8572 h 17145"/>
                    <a:gd name="connsiteX2" fmla="*/ 8573 w 17145"/>
                    <a:gd name="connsiteY2" fmla="*/ 17145 h 17145"/>
                    <a:gd name="connsiteX3" fmla="*/ 0 w 17145"/>
                    <a:gd name="connsiteY3" fmla="*/ 8572 h 17145"/>
                    <a:gd name="connsiteX4" fmla="*/ 8573 w 17145"/>
                    <a:gd name="connsiteY4" fmla="*/ 0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5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2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2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5" name="Freeform: Shape 1934">
                  <a:extLst>
                    <a:ext uri="{FF2B5EF4-FFF2-40B4-BE49-F238E27FC236}">
                      <a16:creationId xmlns:a16="http://schemas.microsoft.com/office/drawing/2014/main" id="{A3DC92F1-F921-66D3-2FD7-7D7E5243002D}"/>
                    </a:ext>
                  </a:extLst>
                </p:cNvPr>
                <p:cNvSpPr/>
                <p:nvPr/>
              </p:nvSpPr>
              <p:spPr>
                <a:xfrm>
                  <a:off x="2300523" y="199751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6" name="Freeform: Shape 1935">
                  <a:extLst>
                    <a:ext uri="{FF2B5EF4-FFF2-40B4-BE49-F238E27FC236}">
                      <a16:creationId xmlns:a16="http://schemas.microsoft.com/office/drawing/2014/main" id="{4B888179-5088-9483-58F2-6D89A2368B33}"/>
                    </a:ext>
                  </a:extLst>
                </p:cNvPr>
                <p:cNvSpPr/>
                <p:nvPr/>
              </p:nvSpPr>
              <p:spPr>
                <a:xfrm>
                  <a:off x="2072855" y="5182124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7" name="Freeform: Shape 1936">
                  <a:extLst>
                    <a:ext uri="{FF2B5EF4-FFF2-40B4-BE49-F238E27FC236}">
                      <a16:creationId xmlns:a16="http://schemas.microsoft.com/office/drawing/2014/main" id="{192850FE-B38C-E7FC-4822-1B6BF73D7F62}"/>
                    </a:ext>
                  </a:extLst>
                </p:cNvPr>
                <p:cNvSpPr/>
                <p:nvPr/>
              </p:nvSpPr>
              <p:spPr>
                <a:xfrm>
                  <a:off x="2525940" y="245908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8" name="Freeform: Shape 1937">
                  <a:extLst>
                    <a:ext uri="{FF2B5EF4-FFF2-40B4-BE49-F238E27FC236}">
                      <a16:creationId xmlns:a16="http://schemas.microsoft.com/office/drawing/2014/main" id="{CA7DA1C7-7385-BC5D-A8A1-E850BE0CA8B3}"/>
                    </a:ext>
                  </a:extLst>
                </p:cNvPr>
                <p:cNvSpPr/>
                <p:nvPr/>
              </p:nvSpPr>
              <p:spPr>
                <a:xfrm>
                  <a:off x="1960147" y="419059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9" name="Freeform: Shape 1938">
                  <a:extLst>
                    <a:ext uri="{FF2B5EF4-FFF2-40B4-BE49-F238E27FC236}">
                      <a16:creationId xmlns:a16="http://schemas.microsoft.com/office/drawing/2014/main" id="{93579848-3E67-C8C3-7721-648708B6EB57}"/>
                    </a:ext>
                  </a:extLst>
                </p:cNvPr>
                <p:cNvSpPr/>
                <p:nvPr/>
              </p:nvSpPr>
              <p:spPr>
                <a:xfrm>
                  <a:off x="2424502" y="4412833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4288"/>
                        <a:pt x="14288" y="19050"/>
                        <a:pt x="9525" y="19050"/>
                      </a:cubicBezTo>
                      <a:cubicBezTo>
                        <a:pt x="4763" y="19050"/>
                        <a:pt x="0" y="14288"/>
                        <a:pt x="0" y="9525"/>
                      </a:cubicBezTo>
                      <a:cubicBezTo>
                        <a:pt x="0" y="4763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0" name="Freeform: Shape 1939">
                  <a:extLst>
                    <a:ext uri="{FF2B5EF4-FFF2-40B4-BE49-F238E27FC236}">
                      <a16:creationId xmlns:a16="http://schemas.microsoft.com/office/drawing/2014/main" id="{25EA7FA8-71EA-7766-5241-ABB94843ED66}"/>
                    </a:ext>
                  </a:extLst>
                </p:cNvPr>
                <p:cNvSpPr/>
                <p:nvPr/>
              </p:nvSpPr>
              <p:spPr>
                <a:xfrm>
                  <a:off x="2350116" y="228568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1" name="Freeform: Shape 1940">
                  <a:extLst>
                    <a:ext uri="{FF2B5EF4-FFF2-40B4-BE49-F238E27FC236}">
                      <a16:creationId xmlns:a16="http://schemas.microsoft.com/office/drawing/2014/main" id="{37611B88-CCA7-417A-305B-6E898FAE80AB}"/>
                    </a:ext>
                  </a:extLst>
                </p:cNvPr>
                <p:cNvSpPr/>
                <p:nvPr/>
              </p:nvSpPr>
              <p:spPr>
                <a:xfrm>
                  <a:off x="2672458" y="290844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6668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952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2" name="Freeform: Shape 1941">
                  <a:extLst>
                    <a:ext uri="{FF2B5EF4-FFF2-40B4-BE49-F238E27FC236}">
                      <a16:creationId xmlns:a16="http://schemas.microsoft.com/office/drawing/2014/main" id="{CD8ED608-A8E8-EED9-6446-E37DF9C31BFC}"/>
                    </a:ext>
                  </a:extLst>
                </p:cNvPr>
                <p:cNvSpPr/>
                <p:nvPr/>
              </p:nvSpPr>
              <p:spPr>
                <a:xfrm>
                  <a:off x="2726558" y="4451908"/>
                  <a:ext cx="31558" cy="34191"/>
                </a:xfrm>
                <a:custGeom>
                  <a:avLst/>
                  <a:gdLst>
                    <a:gd name="connsiteX0" fmla="*/ 6667 w 13335"/>
                    <a:gd name="connsiteY0" fmla="*/ 0 h 13335"/>
                    <a:gd name="connsiteX1" fmla="*/ 13335 w 13335"/>
                    <a:gd name="connsiteY1" fmla="*/ 6668 h 13335"/>
                    <a:gd name="connsiteX2" fmla="*/ 6667 w 13335"/>
                    <a:gd name="connsiteY2" fmla="*/ 13335 h 13335"/>
                    <a:gd name="connsiteX3" fmla="*/ 0 w 13335"/>
                    <a:gd name="connsiteY3" fmla="*/ 6668 h 13335"/>
                    <a:gd name="connsiteX4" fmla="*/ 6667 w 13335"/>
                    <a:gd name="connsiteY4" fmla="*/ 0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5">
                      <a:moveTo>
                        <a:pt x="6667" y="0"/>
                      </a:moveTo>
                      <a:cubicBezTo>
                        <a:pt x="10477" y="0"/>
                        <a:pt x="13335" y="2858"/>
                        <a:pt x="13335" y="6668"/>
                      </a:cubicBezTo>
                      <a:cubicBezTo>
                        <a:pt x="13335" y="10478"/>
                        <a:pt x="10477" y="13335"/>
                        <a:pt x="6667" y="13335"/>
                      </a:cubicBezTo>
                      <a:cubicBezTo>
                        <a:pt x="2858" y="13335"/>
                        <a:pt x="0" y="10478"/>
                        <a:pt x="0" y="6668"/>
                      </a:cubicBezTo>
                      <a:cubicBezTo>
                        <a:pt x="0" y="2858"/>
                        <a:pt x="3810" y="0"/>
                        <a:pt x="666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3" name="Freeform: Shape 1942">
                  <a:extLst>
                    <a:ext uri="{FF2B5EF4-FFF2-40B4-BE49-F238E27FC236}">
                      <a16:creationId xmlns:a16="http://schemas.microsoft.com/office/drawing/2014/main" id="{35553B0E-81AF-D21C-1138-AA07377C1F8B}"/>
                    </a:ext>
                  </a:extLst>
                </p:cNvPr>
                <p:cNvSpPr/>
                <p:nvPr/>
              </p:nvSpPr>
              <p:spPr>
                <a:xfrm>
                  <a:off x="2855043" y="3218602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4" name="Freeform: Shape 1943">
                  <a:extLst>
                    <a:ext uri="{FF2B5EF4-FFF2-40B4-BE49-F238E27FC236}">
                      <a16:creationId xmlns:a16="http://schemas.microsoft.com/office/drawing/2014/main" id="{2BFF0993-834F-BC0F-8523-04736A6D421E}"/>
                    </a:ext>
                  </a:extLst>
                </p:cNvPr>
                <p:cNvSpPr/>
                <p:nvPr/>
              </p:nvSpPr>
              <p:spPr>
                <a:xfrm>
                  <a:off x="2102160" y="406848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5" name="Freeform: Shape 1944">
                  <a:extLst>
                    <a:ext uri="{FF2B5EF4-FFF2-40B4-BE49-F238E27FC236}">
                      <a16:creationId xmlns:a16="http://schemas.microsoft.com/office/drawing/2014/main" id="{C9A77656-A947-AD3D-EF70-DE38226822B0}"/>
                    </a:ext>
                  </a:extLst>
                </p:cNvPr>
                <p:cNvSpPr/>
                <p:nvPr/>
              </p:nvSpPr>
              <p:spPr>
                <a:xfrm>
                  <a:off x="2347861" y="399033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6" name="Freeform: Shape 1945">
                  <a:extLst>
                    <a:ext uri="{FF2B5EF4-FFF2-40B4-BE49-F238E27FC236}">
                      <a16:creationId xmlns:a16="http://schemas.microsoft.com/office/drawing/2014/main" id="{3EF3F666-93E0-A22E-9A08-32FDCF028A8D}"/>
                    </a:ext>
                  </a:extLst>
                </p:cNvPr>
                <p:cNvSpPr/>
                <p:nvPr/>
              </p:nvSpPr>
              <p:spPr>
                <a:xfrm>
                  <a:off x="2106668" y="417105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7" name="Freeform: Shape 1946">
                  <a:extLst>
                    <a:ext uri="{FF2B5EF4-FFF2-40B4-BE49-F238E27FC236}">
                      <a16:creationId xmlns:a16="http://schemas.microsoft.com/office/drawing/2014/main" id="{D320D9B2-E57D-36EF-EFA0-C63D87C76512}"/>
                    </a:ext>
                  </a:extLst>
                </p:cNvPr>
                <p:cNvSpPr/>
                <p:nvPr/>
              </p:nvSpPr>
              <p:spPr>
                <a:xfrm>
                  <a:off x="2474093" y="2087869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8" name="Freeform: Shape 1947">
                  <a:extLst>
                    <a:ext uri="{FF2B5EF4-FFF2-40B4-BE49-F238E27FC236}">
                      <a16:creationId xmlns:a16="http://schemas.microsoft.com/office/drawing/2014/main" id="{65C0A3A1-C300-DA5B-5AE5-1B21DCA5E1A0}"/>
                    </a:ext>
                  </a:extLst>
                </p:cNvPr>
                <p:cNvSpPr/>
                <p:nvPr/>
              </p:nvSpPr>
              <p:spPr>
                <a:xfrm>
                  <a:off x="1919573" y="3797402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9" name="Freeform: Shape 1948">
                  <a:extLst>
                    <a:ext uri="{FF2B5EF4-FFF2-40B4-BE49-F238E27FC236}">
                      <a16:creationId xmlns:a16="http://schemas.microsoft.com/office/drawing/2014/main" id="{7130D11F-0B00-6C74-D8CD-EC91E257D35D}"/>
                    </a:ext>
                  </a:extLst>
                </p:cNvPr>
                <p:cNvSpPr/>
                <p:nvPr/>
              </p:nvSpPr>
              <p:spPr>
                <a:xfrm>
                  <a:off x="2688238" y="3216161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0" name="Freeform: Shape 1949">
                  <a:extLst>
                    <a:ext uri="{FF2B5EF4-FFF2-40B4-BE49-F238E27FC236}">
                      <a16:creationId xmlns:a16="http://schemas.microsoft.com/office/drawing/2014/main" id="{6F686C5E-EFEF-6B19-0E31-E92504CC72C0}"/>
                    </a:ext>
                  </a:extLst>
                </p:cNvPr>
                <p:cNvSpPr/>
                <p:nvPr/>
              </p:nvSpPr>
              <p:spPr>
                <a:xfrm>
                  <a:off x="2178801" y="1850978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1" name="Freeform: Shape 1950">
                  <a:extLst>
                    <a:ext uri="{FF2B5EF4-FFF2-40B4-BE49-F238E27FC236}">
                      <a16:creationId xmlns:a16="http://schemas.microsoft.com/office/drawing/2014/main" id="{687E1988-376B-71AF-44F9-0071A48E172A}"/>
                    </a:ext>
                  </a:extLst>
                </p:cNvPr>
                <p:cNvSpPr/>
                <p:nvPr/>
              </p:nvSpPr>
              <p:spPr>
                <a:xfrm>
                  <a:off x="2546226" y="4962327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3810"/>
                        <a:pt x="19050" y="9525"/>
                      </a:cubicBezTo>
                      <a:cubicBezTo>
                        <a:pt x="19050" y="14288"/>
                        <a:pt x="15240" y="19050"/>
                        <a:pt x="9525" y="19050"/>
                      </a:cubicBezTo>
                      <a:cubicBezTo>
                        <a:pt x="3810" y="19050"/>
                        <a:pt x="0" y="15240"/>
                        <a:pt x="0" y="9525"/>
                      </a:cubicBezTo>
                      <a:cubicBezTo>
                        <a:pt x="0" y="3810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2" name="Freeform: Shape 1951">
                  <a:extLst>
                    <a:ext uri="{FF2B5EF4-FFF2-40B4-BE49-F238E27FC236}">
                      <a16:creationId xmlns:a16="http://schemas.microsoft.com/office/drawing/2014/main" id="{6FF0E991-3917-531F-0A3F-60DBC45C14ED}"/>
                    </a:ext>
                  </a:extLst>
                </p:cNvPr>
                <p:cNvSpPr/>
                <p:nvPr/>
              </p:nvSpPr>
              <p:spPr>
                <a:xfrm>
                  <a:off x="2345608" y="379251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3" name="Freeform: Shape 1952">
                  <a:extLst>
                    <a:ext uri="{FF2B5EF4-FFF2-40B4-BE49-F238E27FC236}">
                      <a16:creationId xmlns:a16="http://schemas.microsoft.com/office/drawing/2014/main" id="{5EE35001-AEDE-1E5B-1945-81FB8C633577}"/>
                    </a:ext>
                  </a:extLst>
                </p:cNvPr>
                <p:cNvSpPr/>
                <p:nvPr/>
              </p:nvSpPr>
              <p:spPr>
                <a:xfrm>
                  <a:off x="1788832" y="2026813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4" name="Freeform: Shape 1953">
                  <a:extLst>
                    <a:ext uri="{FF2B5EF4-FFF2-40B4-BE49-F238E27FC236}">
                      <a16:creationId xmlns:a16="http://schemas.microsoft.com/office/drawing/2014/main" id="{D4E7330C-592C-41AA-8B23-AE7B802E90DA}"/>
                    </a:ext>
                  </a:extLst>
                </p:cNvPr>
                <p:cNvSpPr/>
                <p:nvPr/>
              </p:nvSpPr>
              <p:spPr>
                <a:xfrm>
                  <a:off x="2848282" y="3155105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5" name="Freeform: Shape 1954">
                  <a:extLst>
                    <a:ext uri="{FF2B5EF4-FFF2-40B4-BE49-F238E27FC236}">
                      <a16:creationId xmlns:a16="http://schemas.microsoft.com/office/drawing/2014/main" id="{0A3B73DC-BEC3-F9CE-BE96-E6D2CD674BBC}"/>
                    </a:ext>
                  </a:extLst>
                </p:cNvPr>
                <p:cNvSpPr/>
                <p:nvPr/>
              </p:nvSpPr>
              <p:spPr>
                <a:xfrm>
                  <a:off x="2068346" y="182655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6" name="Freeform: Shape 1955">
                  <a:extLst>
                    <a:ext uri="{FF2B5EF4-FFF2-40B4-BE49-F238E27FC236}">
                      <a16:creationId xmlns:a16="http://schemas.microsoft.com/office/drawing/2014/main" id="{E0AA6E51-4CAC-74AB-E9A6-086990BF7E00}"/>
                    </a:ext>
                  </a:extLst>
                </p:cNvPr>
                <p:cNvSpPr/>
                <p:nvPr/>
              </p:nvSpPr>
              <p:spPr>
                <a:xfrm>
                  <a:off x="1888015" y="207565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7" name="Freeform: Shape 1956">
                  <a:extLst>
                    <a:ext uri="{FF2B5EF4-FFF2-40B4-BE49-F238E27FC236}">
                      <a16:creationId xmlns:a16="http://schemas.microsoft.com/office/drawing/2014/main" id="{ACDD1167-B91B-6F9E-BE63-3FC436FA4E6D}"/>
                    </a:ext>
                  </a:extLst>
                </p:cNvPr>
                <p:cNvSpPr/>
                <p:nvPr/>
              </p:nvSpPr>
              <p:spPr>
                <a:xfrm>
                  <a:off x="2151751" y="347258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8" name="Freeform: Shape 1957">
                  <a:extLst>
                    <a:ext uri="{FF2B5EF4-FFF2-40B4-BE49-F238E27FC236}">
                      <a16:creationId xmlns:a16="http://schemas.microsoft.com/office/drawing/2014/main" id="{FD1BBD80-2385-28B2-AAFA-70AD5F15B632}"/>
                    </a:ext>
                  </a:extLst>
                </p:cNvPr>
                <p:cNvSpPr/>
                <p:nvPr/>
              </p:nvSpPr>
              <p:spPr>
                <a:xfrm>
                  <a:off x="2746846" y="293775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" name="Freeform: Shape 1958">
                  <a:extLst>
                    <a:ext uri="{FF2B5EF4-FFF2-40B4-BE49-F238E27FC236}">
                      <a16:creationId xmlns:a16="http://schemas.microsoft.com/office/drawing/2014/main" id="{E0317479-53EE-5467-AE0C-DB033D101D94}"/>
                    </a:ext>
                  </a:extLst>
                </p:cNvPr>
                <p:cNvSpPr/>
                <p:nvPr/>
              </p:nvSpPr>
              <p:spPr>
                <a:xfrm>
                  <a:off x="2861807" y="293042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0" name="Freeform: Shape 1959">
                  <a:extLst>
                    <a:ext uri="{FF2B5EF4-FFF2-40B4-BE49-F238E27FC236}">
                      <a16:creationId xmlns:a16="http://schemas.microsoft.com/office/drawing/2014/main" id="{3EE90A84-222C-BF13-088A-9E7E6D16BB57}"/>
                    </a:ext>
                  </a:extLst>
                </p:cNvPr>
                <p:cNvSpPr/>
                <p:nvPr/>
              </p:nvSpPr>
              <p:spPr>
                <a:xfrm>
                  <a:off x="2219376" y="207565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1" name="Freeform: Shape 1960">
                  <a:extLst>
                    <a:ext uri="{FF2B5EF4-FFF2-40B4-BE49-F238E27FC236}">
                      <a16:creationId xmlns:a16="http://schemas.microsoft.com/office/drawing/2014/main" id="{1ADB1EFF-8DF6-6235-00CD-FB47BF8F2C79}"/>
                    </a:ext>
                  </a:extLst>
                </p:cNvPr>
                <p:cNvSpPr/>
                <p:nvPr/>
              </p:nvSpPr>
              <p:spPr>
                <a:xfrm>
                  <a:off x="1847440" y="5499609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" name="Freeform: Shape 1961">
                  <a:extLst>
                    <a:ext uri="{FF2B5EF4-FFF2-40B4-BE49-F238E27FC236}">
                      <a16:creationId xmlns:a16="http://schemas.microsoft.com/office/drawing/2014/main" id="{CAE19D86-01D2-659B-09B8-34E143843224}"/>
                    </a:ext>
                  </a:extLst>
                </p:cNvPr>
                <p:cNvSpPr/>
                <p:nvPr/>
              </p:nvSpPr>
              <p:spPr>
                <a:xfrm>
                  <a:off x="2674711" y="309893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3" name="Freeform: Shape 1962">
                  <a:extLst>
                    <a:ext uri="{FF2B5EF4-FFF2-40B4-BE49-F238E27FC236}">
                      <a16:creationId xmlns:a16="http://schemas.microsoft.com/office/drawing/2014/main" id="{0D4C543B-97E9-FB08-230C-CC9D0D3A7E99}"/>
                    </a:ext>
                  </a:extLst>
                </p:cNvPr>
                <p:cNvSpPr/>
                <p:nvPr/>
              </p:nvSpPr>
              <p:spPr>
                <a:xfrm>
                  <a:off x="2023263" y="4315146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4" name="Freeform: Shape 1963">
                  <a:extLst>
                    <a:ext uri="{FF2B5EF4-FFF2-40B4-BE49-F238E27FC236}">
                      <a16:creationId xmlns:a16="http://schemas.microsoft.com/office/drawing/2014/main" id="{44DC4CD8-2407-26ED-DC72-E5E48EA6AFE6}"/>
                    </a:ext>
                  </a:extLst>
                </p:cNvPr>
                <p:cNvSpPr/>
                <p:nvPr/>
              </p:nvSpPr>
              <p:spPr>
                <a:xfrm>
                  <a:off x="2230645" y="2478620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5" name="Freeform: Shape 1964">
                  <a:extLst>
                    <a:ext uri="{FF2B5EF4-FFF2-40B4-BE49-F238E27FC236}">
                      <a16:creationId xmlns:a16="http://schemas.microsoft.com/office/drawing/2014/main" id="{DFD2D3F5-ED33-80EE-9661-D9B2B1EC6925}"/>
                    </a:ext>
                  </a:extLst>
                </p:cNvPr>
                <p:cNvSpPr/>
                <p:nvPr/>
              </p:nvSpPr>
              <p:spPr>
                <a:xfrm>
                  <a:off x="2483110" y="5440993"/>
                  <a:ext cx="58608" cy="63497"/>
                </a:xfrm>
                <a:custGeom>
                  <a:avLst/>
                  <a:gdLst>
                    <a:gd name="connsiteX0" fmla="*/ 12383 w 24765"/>
                    <a:gd name="connsiteY0" fmla="*/ 0 h 24765"/>
                    <a:gd name="connsiteX1" fmla="*/ 24765 w 24765"/>
                    <a:gd name="connsiteY1" fmla="*/ 12383 h 24765"/>
                    <a:gd name="connsiteX2" fmla="*/ 12383 w 24765"/>
                    <a:gd name="connsiteY2" fmla="*/ 24765 h 24765"/>
                    <a:gd name="connsiteX3" fmla="*/ 0 w 24765"/>
                    <a:gd name="connsiteY3" fmla="*/ 12383 h 24765"/>
                    <a:gd name="connsiteX4" fmla="*/ 12383 w 24765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5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4763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6" name="Freeform: Shape 1965">
                  <a:extLst>
                    <a:ext uri="{FF2B5EF4-FFF2-40B4-BE49-F238E27FC236}">
                      <a16:creationId xmlns:a16="http://schemas.microsoft.com/office/drawing/2014/main" id="{A2D1D70B-DB48-C00F-24AE-FE557E4E32AB}"/>
                    </a:ext>
                  </a:extLst>
                </p:cNvPr>
                <p:cNvSpPr/>
                <p:nvPr/>
              </p:nvSpPr>
              <p:spPr>
                <a:xfrm>
                  <a:off x="2250934" y="200239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7" name="Freeform: Shape 1966">
                  <a:extLst>
                    <a:ext uri="{FF2B5EF4-FFF2-40B4-BE49-F238E27FC236}">
                      <a16:creationId xmlns:a16="http://schemas.microsoft.com/office/drawing/2014/main" id="{BF85A836-AE9E-77D5-570C-AC9F905E749F}"/>
                    </a:ext>
                  </a:extLst>
                </p:cNvPr>
                <p:cNvSpPr/>
                <p:nvPr/>
              </p:nvSpPr>
              <p:spPr>
                <a:xfrm>
                  <a:off x="2097652" y="221730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8" name="Freeform: Shape 1967">
                  <a:extLst>
                    <a:ext uri="{FF2B5EF4-FFF2-40B4-BE49-F238E27FC236}">
                      <a16:creationId xmlns:a16="http://schemas.microsoft.com/office/drawing/2014/main" id="{F0567FEA-A6A8-F40F-68C3-319D567B5BCD}"/>
                    </a:ext>
                  </a:extLst>
                </p:cNvPr>
                <p:cNvSpPr/>
                <p:nvPr/>
              </p:nvSpPr>
              <p:spPr>
                <a:xfrm>
                  <a:off x="1603992" y="1770385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9" name="Freeform: Shape 1968">
                  <a:extLst>
                    <a:ext uri="{FF2B5EF4-FFF2-40B4-BE49-F238E27FC236}">
                      <a16:creationId xmlns:a16="http://schemas.microsoft.com/office/drawing/2014/main" id="{C8E0CFFD-E33F-6AA6-1980-E05F458345BA}"/>
                    </a:ext>
                  </a:extLst>
                </p:cNvPr>
                <p:cNvSpPr/>
                <p:nvPr/>
              </p:nvSpPr>
              <p:spPr>
                <a:xfrm>
                  <a:off x="2163021" y="2490832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0" name="Freeform: Shape 1969">
                  <a:extLst>
                    <a:ext uri="{FF2B5EF4-FFF2-40B4-BE49-F238E27FC236}">
                      <a16:creationId xmlns:a16="http://schemas.microsoft.com/office/drawing/2014/main" id="{D4E8B6BB-C168-9B2E-D123-B79055EEAED7}"/>
                    </a:ext>
                  </a:extLst>
                </p:cNvPr>
                <p:cNvSpPr/>
                <p:nvPr/>
              </p:nvSpPr>
              <p:spPr>
                <a:xfrm>
                  <a:off x="2354624" y="374611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1" name="Freeform: Shape 1970">
                  <a:extLst>
                    <a:ext uri="{FF2B5EF4-FFF2-40B4-BE49-F238E27FC236}">
                      <a16:creationId xmlns:a16="http://schemas.microsoft.com/office/drawing/2014/main" id="{B21E4A50-525E-AA4A-8EE7-53764C01F129}"/>
                    </a:ext>
                  </a:extLst>
                </p:cNvPr>
                <p:cNvSpPr/>
                <p:nvPr/>
              </p:nvSpPr>
              <p:spPr>
                <a:xfrm>
                  <a:off x="2640900" y="200971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8" y="28575"/>
                        <a:pt x="0" y="21907"/>
                        <a:pt x="0" y="14288"/>
                      </a:cubicBezTo>
                      <a:cubicBezTo>
                        <a:pt x="0" y="6667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2" name="Freeform: Shape 1971">
                  <a:extLst>
                    <a:ext uri="{FF2B5EF4-FFF2-40B4-BE49-F238E27FC236}">
                      <a16:creationId xmlns:a16="http://schemas.microsoft.com/office/drawing/2014/main" id="{A548C76B-6322-8DAE-C370-F7677C227245}"/>
                    </a:ext>
                  </a:extLst>
                </p:cNvPr>
                <p:cNvSpPr/>
                <p:nvPr/>
              </p:nvSpPr>
              <p:spPr>
                <a:xfrm>
                  <a:off x="2809960" y="285716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3" name="Freeform: Shape 1972">
                  <a:extLst>
                    <a:ext uri="{FF2B5EF4-FFF2-40B4-BE49-F238E27FC236}">
                      <a16:creationId xmlns:a16="http://schemas.microsoft.com/office/drawing/2014/main" id="{12B73233-2C3D-051D-4DA1-1721264B13FB}"/>
                    </a:ext>
                  </a:extLst>
                </p:cNvPr>
                <p:cNvSpPr/>
                <p:nvPr/>
              </p:nvSpPr>
              <p:spPr>
                <a:xfrm>
                  <a:off x="2124701" y="5621718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4" name="Freeform: Shape 1973">
                  <a:extLst>
                    <a:ext uri="{FF2B5EF4-FFF2-40B4-BE49-F238E27FC236}">
                      <a16:creationId xmlns:a16="http://schemas.microsoft.com/office/drawing/2014/main" id="{5EA62777-A2CA-8323-5301-ED1095BF8CE7}"/>
                    </a:ext>
                  </a:extLst>
                </p:cNvPr>
                <p:cNvSpPr/>
                <p:nvPr/>
              </p:nvSpPr>
              <p:spPr>
                <a:xfrm>
                  <a:off x="2395199" y="377542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5" name="Freeform: Shape 1974">
                  <a:extLst>
                    <a:ext uri="{FF2B5EF4-FFF2-40B4-BE49-F238E27FC236}">
                      <a16:creationId xmlns:a16="http://schemas.microsoft.com/office/drawing/2014/main" id="{AF0D3F1C-D05C-66E5-AC06-B10CD328C33D}"/>
                    </a:ext>
                  </a:extLst>
                </p:cNvPr>
                <p:cNvSpPr/>
                <p:nvPr/>
              </p:nvSpPr>
              <p:spPr>
                <a:xfrm>
                  <a:off x="2149496" y="3328501"/>
                  <a:ext cx="63114" cy="68381"/>
                </a:xfrm>
                <a:custGeom>
                  <a:avLst/>
                  <a:gdLst>
                    <a:gd name="connsiteX0" fmla="*/ 13335 w 26669"/>
                    <a:gd name="connsiteY0" fmla="*/ 0 h 26670"/>
                    <a:gd name="connsiteX1" fmla="*/ 26670 w 26669"/>
                    <a:gd name="connsiteY1" fmla="*/ 13335 h 26670"/>
                    <a:gd name="connsiteX2" fmla="*/ 13335 w 26669"/>
                    <a:gd name="connsiteY2" fmla="*/ 26670 h 26670"/>
                    <a:gd name="connsiteX3" fmla="*/ 0 w 26669"/>
                    <a:gd name="connsiteY3" fmla="*/ 13335 h 26670"/>
                    <a:gd name="connsiteX4" fmla="*/ 13335 w 26669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6" name="Freeform: Shape 1975">
                  <a:extLst>
                    <a:ext uri="{FF2B5EF4-FFF2-40B4-BE49-F238E27FC236}">
                      <a16:creationId xmlns:a16="http://schemas.microsoft.com/office/drawing/2014/main" id="{440D9364-D0B1-D10B-45DA-0883DD4A6DCA}"/>
                    </a:ext>
                  </a:extLst>
                </p:cNvPr>
                <p:cNvSpPr/>
                <p:nvPr/>
              </p:nvSpPr>
              <p:spPr>
                <a:xfrm>
                  <a:off x="2591063" y="3936605"/>
                  <a:ext cx="58852" cy="63494"/>
                </a:xfrm>
                <a:custGeom>
                  <a:avLst/>
                  <a:gdLst>
                    <a:gd name="connsiteX0" fmla="*/ 12486 w 24868"/>
                    <a:gd name="connsiteY0" fmla="*/ 0 h 24764"/>
                    <a:gd name="connsiteX1" fmla="*/ 24869 w 24868"/>
                    <a:gd name="connsiteY1" fmla="*/ 12383 h 24764"/>
                    <a:gd name="connsiteX2" fmla="*/ 12486 w 24868"/>
                    <a:gd name="connsiteY2" fmla="*/ 24765 h 24764"/>
                    <a:gd name="connsiteX3" fmla="*/ 104 w 24868"/>
                    <a:gd name="connsiteY3" fmla="*/ 12383 h 24764"/>
                    <a:gd name="connsiteX4" fmla="*/ 12486 w 24868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868" h="24764">
                      <a:moveTo>
                        <a:pt x="12486" y="0"/>
                      </a:moveTo>
                      <a:cubicBezTo>
                        <a:pt x="19154" y="0"/>
                        <a:pt x="24869" y="5715"/>
                        <a:pt x="24869" y="12383"/>
                      </a:cubicBezTo>
                      <a:cubicBezTo>
                        <a:pt x="24869" y="19050"/>
                        <a:pt x="19154" y="24765"/>
                        <a:pt x="12486" y="24765"/>
                      </a:cubicBezTo>
                      <a:cubicBezTo>
                        <a:pt x="5819" y="24765"/>
                        <a:pt x="104" y="19050"/>
                        <a:pt x="104" y="12383"/>
                      </a:cubicBezTo>
                      <a:cubicBezTo>
                        <a:pt x="-849" y="5715"/>
                        <a:pt x="4866" y="0"/>
                        <a:pt x="1248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7" name="Freeform: Shape 1976">
                  <a:extLst>
                    <a:ext uri="{FF2B5EF4-FFF2-40B4-BE49-F238E27FC236}">
                      <a16:creationId xmlns:a16="http://schemas.microsoft.com/office/drawing/2014/main" id="{A30365BC-5F37-D9E2-6644-18693DD5BEE3}"/>
                    </a:ext>
                  </a:extLst>
                </p:cNvPr>
                <p:cNvSpPr/>
                <p:nvPr/>
              </p:nvSpPr>
              <p:spPr>
                <a:xfrm>
                  <a:off x="1698666" y="489883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8" name="Freeform: Shape 1977">
                  <a:extLst>
                    <a:ext uri="{FF2B5EF4-FFF2-40B4-BE49-F238E27FC236}">
                      <a16:creationId xmlns:a16="http://schemas.microsoft.com/office/drawing/2014/main" id="{D45D526E-04F1-7334-FF23-1A60A3FE1CD4}"/>
                    </a:ext>
                  </a:extLst>
                </p:cNvPr>
                <p:cNvSpPr/>
                <p:nvPr/>
              </p:nvSpPr>
              <p:spPr>
                <a:xfrm>
                  <a:off x="1797849" y="519921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9" name="Freeform: Shape 1978">
                  <a:extLst>
                    <a:ext uri="{FF2B5EF4-FFF2-40B4-BE49-F238E27FC236}">
                      <a16:creationId xmlns:a16="http://schemas.microsoft.com/office/drawing/2014/main" id="{D557765F-08E8-C010-9181-8698DE683BA0}"/>
                    </a:ext>
                  </a:extLst>
                </p:cNvPr>
                <p:cNvSpPr/>
                <p:nvPr/>
              </p:nvSpPr>
              <p:spPr>
                <a:xfrm>
                  <a:off x="2699508" y="238581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0" name="Freeform: Shape 1979">
                  <a:extLst>
                    <a:ext uri="{FF2B5EF4-FFF2-40B4-BE49-F238E27FC236}">
                      <a16:creationId xmlns:a16="http://schemas.microsoft.com/office/drawing/2014/main" id="{749A9A34-D0D1-1D85-6FB3-7546D6467AEB}"/>
                    </a:ext>
                  </a:extLst>
                </p:cNvPr>
                <p:cNvSpPr/>
                <p:nvPr/>
              </p:nvSpPr>
              <p:spPr>
                <a:xfrm>
                  <a:off x="2368147" y="364110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1" name="Freeform: Shape 1980">
                  <a:extLst>
                    <a:ext uri="{FF2B5EF4-FFF2-40B4-BE49-F238E27FC236}">
                      <a16:creationId xmlns:a16="http://schemas.microsoft.com/office/drawing/2014/main" id="{A1E84584-C11D-07E8-F0C5-65CD0FFB5A35}"/>
                    </a:ext>
                  </a:extLst>
                </p:cNvPr>
                <p:cNvSpPr/>
                <p:nvPr/>
              </p:nvSpPr>
              <p:spPr>
                <a:xfrm>
                  <a:off x="2487618" y="374367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2" name="Freeform: Shape 1981">
                  <a:extLst>
                    <a:ext uri="{FF2B5EF4-FFF2-40B4-BE49-F238E27FC236}">
                      <a16:creationId xmlns:a16="http://schemas.microsoft.com/office/drawing/2014/main" id="{5AC45286-06D0-DFFA-1486-4434EC9CC267}"/>
                    </a:ext>
                  </a:extLst>
                </p:cNvPr>
                <p:cNvSpPr/>
                <p:nvPr/>
              </p:nvSpPr>
              <p:spPr>
                <a:xfrm>
                  <a:off x="2940703" y="5355518"/>
                  <a:ext cx="27047" cy="29304"/>
                </a:xfrm>
                <a:custGeom>
                  <a:avLst/>
                  <a:gdLst>
                    <a:gd name="connsiteX0" fmla="*/ 5715 w 11429"/>
                    <a:gd name="connsiteY0" fmla="*/ 0 h 11429"/>
                    <a:gd name="connsiteX1" fmla="*/ 11430 w 11429"/>
                    <a:gd name="connsiteY1" fmla="*/ 5715 h 11429"/>
                    <a:gd name="connsiteX2" fmla="*/ 5715 w 11429"/>
                    <a:gd name="connsiteY2" fmla="*/ 11430 h 11429"/>
                    <a:gd name="connsiteX3" fmla="*/ 0 w 11429"/>
                    <a:gd name="connsiteY3" fmla="*/ 5715 h 11429"/>
                    <a:gd name="connsiteX4" fmla="*/ 5715 w 11429"/>
                    <a:gd name="connsiteY4" fmla="*/ 0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29" h="11429">
                      <a:moveTo>
                        <a:pt x="5715" y="0"/>
                      </a:moveTo>
                      <a:cubicBezTo>
                        <a:pt x="8573" y="0"/>
                        <a:pt x="11430" y="2858"/>
                        <a:pt x="11430" y="5715"/>
                      </a:cubicBezTo>
                      <a:cubicBezTo>
                        <a:pt x="11430" y="8573"/>
                        <a:pt x="8573" y="11430"/>
                        <a:pt x="5715" y="11430"/>
                      </a:cubicBezTo>
                      <a:cubicBezTo>
                        <a:pt x="2858" y="11430"/>
                        <a:pt x="0" y="8573"/>
                        <a:pt x="0" y="5715"/>
                      </a:cubicBezTo>
                      <a:cubicBezTo>
                        <a:pt x="0" y="1905"/>
                        <a:pt x="2858" y="0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3" name="Freeform: Shape 1982">
                  <a:extLst>
                    <a:ext uri="{FF2B5EF4-FFF2-40B4-BE49-F238E27FC236}">
                      <a16:creationId xmlns:a16="http://schemas.microsoft.com/office/drawing/2014/main" id="{5FB839EE-5AF9-73D8-FB2B-CFC707611220}"/>
                    </a:ext>
                  </a:extLst>
                </p:cNvPr>
                <p:cNvSpPr/>
                <p:nvPr/>
              </p:nvSpPr>
              <p:spPr>
                <a:xfrm>
                  <a:off x="2843774" y="2612941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4" name="Freeform: Shape 1983">
                  <a:extLst>
                    <a:ext uri="{FF2B5EF4-FFF2-40B4-BE49-F238E27FC236}">
                      <a16:creationId xmlns:a16="http://schemas.microsoft.com/office/drawing/2014/main" id="{37204AD5-35EC-A4BA-29DD-CD889E0BD1E0}"/>
                    </a:ext>
                  </a:extLst>
                </p:cNvPr>
                <p:cNvSpPr/>
                <p:nvPr/>
              </p:nvSpPr>
              <p:spPr>
                <a:xfrm>
                  <a:off x="2239662" y="413930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5" name="Freeform: Shape 1984">
                  <a:extLst>
                    <a:ext uri="{FF2B5EF4-FFF2-40B4-BE49-F238E27FC236}">
                      <a16:creationId xmlns:a16="http://schemas.microsoft.com/office/drawing/2014/main" id="{4D1B3E8A-AFAD-5ECC-324F-7ECE955CB21D}"/>
                    </a:ext>
                  </a:extLst>
                </p:cNvPr>
                <p:cNvSpPr/>
                <p:nvPr/>
              </p:nvSpPr>
              <p:spPr>
                <a:xfrm>
                  <a:off x="2715288" y="3575164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8" y="0"/>
                        <a:pt x="28575" y="6667"/>
                        <a:pt x="28575" y="14288"/>
                      </a:cubicBezTo>
                      <a:cubicBezTo>
                        <a:pt x="28575" y="21907"/>
                        <a:pt x="21908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6" name="Freeform: Shape 1985">
                  <a:extLst>
                    <a:ext uri="{FF2B5EF4-FFF2-40B4-BE49-F238E27FC236}">
                      <a16:creationId xmlns:a16="http://schemas.microsoft.com/office/drawing/2014/main" id="{FE763B05-89A8-AC1A-6384-A6C152DFD13F}"/>
                    </a:ext>
                  </a:extLst>
                </p:cNvPr>
                <p:cNvSpPr/>
                <p:nvPr/>
              </p:nvSpPr>
              <p:spPr>
                <a:xfrm>
                  <a:off x="2178801" y="372169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7" name="Freeform: Shape 1986">
                  <a:extLst>
                    <a:ext uri="{FF2B5EF4-FFF2-40B4-BE49-F238E27FC236}">
                      <a16:creationId xmlns:a16="http://schemas.microsoft.com/office/drawing/2014/main" id="{055894AC-C034-37FF-D908-74625B9BDE6F}"/>
                    </a:ext>
                  </a:extLst>
                </p:cNvPr>
                <p:cNvSpPr/>
                <p:nvPr/>
              </p:nvSpPr>
              <p:spPr>
                <a:xfrm>
                  <a:off x="2178799" y="2300338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8" name="Freeform: Shape 1987">
                  <a:extLst>
                    <a:ext uri="{FF2B5EF4-FFF2-40B4-BE49-F238E27FC236}">
                      <a16:creationId xmlns:a16="http://schemas.microsoft.com/office/drawing/2014/main" id="{5DDA4A1A-816E-482E-14B6-4EC5AAD7A2BB}"/>
                    </a:ext>
                  </a:extLst>
                </p:cNvPr>
                <p:cNvSpPr/>
                <p:nvPr/>
              </p:nvSpPr>
              <p:spPr>
                <a:xfrm>
                  <a:off x="1906048" y="360691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9" name="Freeform: Shape 1988">
                  <a:extLst>
                    <a:ext uri="{FF2B5EF4-FFF2-40B4-BE49-F238E27FC236}">
                      <a16:creationId xmlns:a16="http://schemas.microsoft.com/office/drawing/2014/main" id="{499CAC5C-E234-E404-35DE-E45B6A8ABD58}"/>
                    </a:ext>
                  </a:extLst>
                </p:cNvPr>
                <p:cNvSpPr/>
                <p:nvPr/>
              </p:nvSpPr>
              <p:spPr>
                <a:xfrm>
                  <a:off x="1773054" y="184121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0" name="Freeform: Shape 1989">
                  <a:extLst>
                    <a:ext uri="{FF2B5EF4-FFF2-40B4-BE49-F238E27FC236}">
                      <a16:creationId xmlns:a16="http://schemas.microsoft.com/office/drawing/2014/main" id="{C8C2ACB7-B5E1-9A45-BB94-9D1C3B92C2A3}"/>
                    </a:ext>
                  </a:extLst>
                </p:cNvPr>
                <p:cNvSpPr/>
                <p:nvPr/>
              </p:nvSpPr>
              <p:spPr>
                <a:xfrm>
                  <a:off x="2471838" y="4239439"/>
                  <a:ext cx="54100" cy="58613"/>
                </a:xfrm>
                <a:custGeom>
                  <a:avLst/>
                  <a:gdLst>
                    <a:gd name="connsiteX0" fmla="*/ 11430 w 22860"/>
                    <a:gd name="connsiteY0" fmla="*/ 0 h 22860"/>
                    <a:gd name="connsiteX1" fmla="*/ 22860 w 22860"/>
                    <a:gd name="connsiteY1" fmla="*/ 11430 h 22860"/>
                    <a:gd name="connsiteX2" fmla="*/ 11430 w 22860"/>
                    <a:gd name="connsiteY2" fmla="*/ 22860 h 22860"/>
                    <a:gd name="connsiteX3" fmla="*/ 0 w 22860"/>
                    <a:gd name="connsiteY3" fmla="*/ 11430 h 22860"/>
                    <a:gd name="connsiteX4" fmla="*/ 11430 w 22860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60">
                      <a:moveTo>
                        <a:pt x="11430" y="0"/>
                      </a:moveTo>
                      <a:cubicBezTo>
                        <a:pt x="18098" y="0"/>
                        <a:pt x="22860" y="4763"/>
                        <a:pt x="22860" y="11430"/>
                      </a:cubicBezTo>
                      <a:cubicBezTo>
                        <a:pt x="22860" y="18098"/>
                        <a:pt x="18098" y="22860"/>
                        <a:pt x="11430" y="22860"/>
                      </a:cubicBezTo>
                      <a:cubicBezTo>
                        <a:pt x="4763" y="22860"/>
                        <a:pt x="0" y="18098"/>
                        <a:pt x="0" y="11430"/>
                      </a:cubicBezTo>
                      <a:cubicBezTo>
                        <a:pt x="0" y="4763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1" name="Freeform: Shape 1990">
                  <a:extLst>
                    <a:ext uri="{FF2B5EF4-FFF2-40B4-BE49-F238E27FC236}">
                      <a16:creationId xmlns:a16="http://schemas.microsoft.com/office/drawing/2014/main" id="{14C046C7-6B26-82D7-B794-D7C990FBB03B}"/>
                    </a:ext>
                  </a:extLst>
                </p:cNvPr>
                <p:cNvSpPr/>
                <p:nvPr/>
              </p:nvSpPr>
              <p:spPr>
                <a:xfrm>
                  <a:off x="2300333" y="5585084"/>
                  <a:ext cx="72322" cy="78147"/>
                </a:xfrm>
                <a:custGeom>
                  <a:avLst/>
                  <a:gdLst>
                    <a:gd name="connsiteX0" fmla="*/ 15321 w 30560"/>
                    <a:gd name="connsiteY0" fmla="*/ 0 h 30479"/>
                    <a:gd name="connsiteX1" fmla="*/ 30561 w 30560"/>
                    <a:gd name="connsiteY1" fmla="*/ 15240 h 30479"/>
                    <a:gd name="connsiteX2" fmla="*/ 15321 w 30560"/>
                    <a:gd name="connsiteY2" fmla="*/ 30480 h 30479"/>
                    <a:gd name="connsiteX3" fmla="*/ 81 w 30560"/>
                    <a:gd name="connsiteY3" fmla="*/ 15240 h 30479"/>
                    <a:gd name="connsiteX4" fmla="*/ 15321 w 3056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79">
                      <a:moveTo>
                        <a:pt x="15321" y="0"/>
                      </a:moveTo>
                      <a:cubicBezTo>
                        <a:pt x="23893" y="0"/>
                        <a:pt x="30561" y="6667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7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2" name="Freeform: Shape 1991">
                  <a:extLst>
                    <a:ext uri="{FF2B5EF4-FFF2-40B4-BE49-F238E27FC236}">
                      <a16:creationId xmlns:a16="http://schemas.microsoft.com/office/drawing/2014/main" id="{45EE4201-1661-C45D-740A-616BFB62C2CE}"/>
                    </a:ext>
                  </a:extLst>
                </p:cNvPr>
                <p:cNvSpPr/>
                <p:nvPr/>
              </p:nvSpPr>
              <p:spPr>
                <a:xfrm>
                  <a:off x="1951131" y="563148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3" name="Freeform: Shape 1992">
                  <a:extLst>
                    <a:ext uri="{FF2B5EF4-FFF2-40B4-BE49-F238E27FC236}">
                      <a16:creationId xmlns:a16="http://schemas.microsoft.com/office/drawing/2014/main" id="{18014F44-7D44-110B-4A64-358FAA45AE05}"/>
                    </a:ext>
                  </a:extLst>
                </p:cNvPr>
                <p:cNvSpPr/>
                <p:nvPr/>
              </p:nvSpPr>
              <p:spPr>
                <a:xfrm>
                  <a:off x="2036788" y="513328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4" name="Freeform: Shape 1993">
                  <a:extLst>
                    <a:ext uri="{FF2B5EF4-FFF2-40B4-BE49-F238E27FC236}">
                      <a16:creationId xmlns:a16="http://schemas.microsoft.com/office/drawing/2014/main" id="{40F30586-4999-EC4C-2A44-31A184C3F9A3}"/>
                    </a:ext>
                  </a:extLst>
                </p:cNvPr>
                <p:cNvSpPr/>
                <p:nvPr/>
              </p:nvSpPr>
              <p:spPr>
                <a:xfrm>
                  <a:off x="1691905" y="221242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5" name="Freeform: Shape 1994">
                  <a:extLst>
                    <a:ext uri="{FF2B5EF4-FFF2-40B4-BE49-F238E27FC236}">
                      <a16:creationId xmlns:a16="http://schemas.microsoft.com/office/drawing/2014/main" id="{D39FD330-1BCB-4411-E6D4-0CC9889F6E30}"/>
                    </a:ext>
                  </a:extLst>
                </p:cNvPr>
                <p:cNvSpPr/>
                <p:nvPr/>
              </p:nvSpPr>
              <p:spPr>
                <a:xfrm>
                  <a:off x="1642313" y="399522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6" name="Freeform: Shape 1995">
                  <a:extLst>
                    <a:ext uri="{FF2B5EF4-FFF2-40B4-BE49-F238E27FC236}">
                      <a16:creationId xmlns:a16="http://schemas.microsoft.com/office/drawing/2014/main" id="{47F53AE2-309D-1F2E-1069-56F7FC6210BD}"/>
                    </a:ext>
                  </a:extLst>
                </p:cNvPr>
                <p:cNvSpPr/>
                <p:nvPr/>
              </p:nvSpPr>
              <p:spPr>
                <a:xfrm>
                  <a:off x="1928589" y="370459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7" name="Freeform: Shape 1996">
                  <a:extLst>
                    <a:ext uri="{FF2B5EF4-FFF2-40B4-BE49-F238E27FC236}">
                      <a16:creationId xmlns:a16="http://schemas.microsoft.com/office/drawing/2014/main" id="{1F81376A-FC95-AB99-EAB9-4F97DE7A63AB}"/>
                    </a:ext>
                  </a:extLst>
                </p:cNvPr>
                <p:cNvSpPr/>
                <p:nvPr/>
              </p:nvSpPr>
              <p:spPr>
                <a:xfrm>
                  <a:off x="1640058" y="201216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8" name="Freeform: Shape 1997">
                  <a:extLst>
                    <a:ext uri="{FF2B5EF4-FFF2-40B4-BE49-F238E27FC236}">
                      <a16:creationId xmlns:a16="http://schemas.microsoft.com/office/drawing/2014/main" id="{61DD021A-6F7D-94B6-C60F-8DDCB65239D4}"/>
                    </a:ext>
                  </a:extLst>
                </p:cNvPr>
                <p:cNvSpPr/>
                <p:nvPr/>
              </p:nvSpPr>
              <p:spPr>
                <a:xfrm>
                  <a:off x="1951131" y="393660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9" name="Freeform: Shape 1998">
                  <a:extLst>
                    <a:ext uri="{FF2B5EF4-FFF2-40B4-BE49-F238E27FC236}">
                      <a16:creationId xmlns:a16="http://schemas.microsoft.com/office/drawing/2014/main" id="{A626B292-6CBA-7EBB-AD0C-F82206B310F5}"/>
                    </a:ext>
                  </a:extLst>
                </p:cNvPr>
                <p:cNvSpPr/>
                <p:nvPr/>
              </p:nvSpPr>
              <p:spPr>
                <a:xfrm>
                  <a:off x="2167529" y="1921800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0" name="Freeform: Shape 1999">
                  <a:extLst>
                    <a:ext uri="{FF2B5EF4-FFF2-40B4-BE49-F238E27FC236}">
                      <a16:creationId xmlns:a16="http://schemas.microsoft.com/office/drawing/2014/main" id="{9B40BC13-2927-61C6-B69D-0CFF12861EE6}"/>
                    </a:ext>
                  </a:extLst>
                </p:cNvPr>
                <p:cNvSpPr/>
                <p:nvPr/>
              </p:nvSpPr>
              <p:spPr>
                <a:xfrm>
                  <a:off x="2631884" y="3877995"/>
                  <a:ext cx="58605" cy="63494"/>
                </a:xfrm>
                <a:custGeom>
                  <a:avLst/>
                  <a:gdLst>
                    <a:gd name="connsiteX0" fmla="*/ 24765 w 24764"/>
                    <a:gd name="connsiteY0" fmla="*/ 12383 h 24764"/>
                    <a:gd name="connsiteX1" fmla="*/ 12382 w 24764"/>
                    <a:gd name="connsiteY1" fmla="*/ 24765 h 24764"/>
                    <a:gd name="connsiteX2" fmla="*/ 0 w 24764"/>
                    <a:gd name="connsiteY2" fmla="*/ 12383 h 24764"/>
                    <a:gd name="connsiteX3" fmla="*/ 12382 w 24764"/>
                    <a:gd name="connsiteY3" fmla="*/ 0 h 24764"/>
                    <a:gd name="connsiteX4" fmla="*/ 24765 w 24764"/>
                    <a:gd name="connsiteY4" fmla="*/ 12383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4">
                      <a:moveTo>
                        <a:pt x="24765" y="12383"/>
                      </a:moveTo>
                      <a:cubicBezTo>
                        <a:pt x="24765" y="19221"/>
                        <a:pt x="19221" y="24765"/>
                        <a:pt x="12382" y="24765"/>
                      </a:cubicBezTo>
                      <a:cubicBezTo>
                        <a:pt x="5544" y="24765"/>
                        <a:pt x="0" y="19221"/>
                        <a:pt x="0" y="12383"/>
                      </a:cubicBezTo>
                      <a:cubicBezTo>
                        <a:pt x="0" y="5544"/>
                        <a:pt x="5544" y="0"/>
                        <a:pt x="12382" y="0"/>
                      </a:cubicBezTo>
                      <a:cubicBezTo>
                        <a:pt x="19221" y="0"/>
                        <a:pt x="24765" y="5544"/>
                        <a:pt x="24765" y="123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1" name="Freeform: Shape 2000">
                  <a:extLst>
                    <a:ext uri="{FF2B5EF4-FFF2-40B4-BE49-F238E27FC236}">
                      <a16:creationId xmlns:a16="http://schemas.microsoft.com/office/drawing/2014/main" id="{224468DB-649D-6947-2B07-D449EA5575A2}"/>
                    </a:ext>
                  </a:extLst>
                </p:cNvPr>
                <p:cNvSpPr/>
                <p:nvPr/>
              </p:nvSpPr>
              <p:spPr>
                <a:xfrm>
                  <a:off x="2512415" y="214892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2" name="Freeform: Shape 2001">
                  <a:extLst>
                    <a:ext uri="{FF2B5EF4-FFF2-40B4-BE49-F238E27FC236}">
                      <a16:creationId xmlns:a16="http://schemas.microsoft.com/office/drawing/2014/main" id="{86C4A4E8-6552-153B-3D16-A7452D4417F0}"/>
                    </a:ext>
                  </a:extLst>
                </p:cNvPr>
                <p:cNvSpPr/>
                <p:nvPr/>
              </p:nvSpPr>
              <p:spPr>
                <a:xfrm>
                  <a:off x="1691905" y="201704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3" name="Freeform: Shape 2002">
                  <a:extLst>
                    <a:ext uri="{FF2B5EF4-FFF2-40B4-BE49-F238E27FC236}">
                      <a16:creationId xmlns:a16="http://schemas.microsoft.com/office/drawing/2014/main" id="{B8C9B5E7-4D7F-DD8B-0B79-AE8D8464E784}"/>
                    </a:ext>
                  </a:extLst>
                </p:cNvPr>
                <p:cNvSpPr/>
                <p:nvPr/>
              </p:nvSpPr>
              <p:spPr>
                <a:xfrm>
                  <a:off x="2467332" y="380717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4" name="Freeform: Shape 2003">
                  <a:extLst>
                    <a:ext uri="{FF2B5EF4-FFF2-40B4-BE49-F238E27FC236}">
                      <a16:creationId xmlns:a16="http://schemas.microsoft.com/office/drawing/2014/main" id="{3FD61081-7243-713E-E805-5F0C7ED6F7CC}"/>
                    </a:ext>
                  </a:extLst>
                </p:cNvPr>
                <p:cNvSpPr/>
                <p:nvPr/>
              </p:nvSpPr>
              <p:spPr>
                <a:xfrm>
                  <a:off x="2084127" y="2515254"/>
                  <a:ext cx="36064" cy="39072"/>
                </a:xfrm>
                <a:custGeom>
                  <a:avLst/>
                  <a:gdLst>
                    <a:gd name="connsiteX0" fmla="*/ 15240 w 15239"/>
                    <a:gd name="connsiteY0" fmla="*/ 7620 h 15239"/>
                    <a:gd name="connsiteX1" fmla="*/ 7620 w 15239"/>
                    <a:gd name="connsiteY1" fmla="*/ 15240 h 15239"/>
                    <a:gd name="connsiteX2" fmla="*/ 0 w 15239"/>
                    <a:gd name="connsiteY2" fmla="*/ 7620 h 15239"/>
                    <a:gd name="connsiteX3" fmla="*/ 7620 w 15239"/>
                    <a:gd name="connsiteY3" fmla="*/ 0 h 15239"/>
                    <a:gd name="connsiteX4" fmla="*/ 15240 w 15239"/>
                    <a:gd name="connsiteY4" fmla="*/ 762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39">
                      <a:moveTo>
                        <a:pt x="15240" y="7620"/>
                      </a:moveTo>
                      <a:cubicBezTo>
                        <a:pt x="15240" y="11828"/>
                        <a:pt x="11828" y="15240"/>
                        <a:pt x="7620" y="15240"/>
                      </a:cubicBezTo>
                      <a:cubicBezTo>
                        <a:pt x="3412" y="15240"/>
                        <a:pt x="0" y="11828"/>
                        <a:pt x="0" y="7620"/>
                      </a:cubicBezTo>
                      <a:cubicBezTo>
                        <a:pt x="0" y="3412"/>
                        <a:pt x="3411" y="0"/>
                        <a:pt x="7620" y="0"/>
                      </a:cubicBezTo>
                      <a:cubicBezTo>
                        <a:pt x="11828" y="0"/>
                        <a:pt x="15240" y="3412"/>
                        <a:pt x="15240" y="762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5" name="Freeform: Shape 2004">
                  <a:extLst>
                    <a:ext uri="{FF2B5EF4-FFF2-40B4-BE49-F238E27FC236}">
                      <a16:creationId xmlns:a16="http://schemas.microsoft.com/office/drawing/2014/main" id="{1F4A906C-CB82-C1C5-B268-65228DD5BC06}"/>
                    </a:ext>
                  </a:extLst>
                </p:cNvPr>
                <p:cNvSpPr/>
                <p:nvPr/>
              </p:nvSpPr>
              <p:spPr>
                <a:xfrm>
                  <a:off x="2832502" y="310137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6" name="Freeform: Shape 2005">
                  <a:extLst>
                    <a:ext uri="{FF2B5EF4-FFF2-40B4-BE49-F238E27FC236}">
                      <a16:creationId xmlns:a16="http://schemas.microsoft.com/office/drawing/2014/main" id="{AD2AA9A0-4413-61E9-BBFF-A45A40DD0126}"/>
                    </a:ext>
                  </a:extLst>
                </p:cNvPr>
                <p:cNvSpPr/>
                <p:nvPr/>
              </p:nvSpPr>
              <p:spPr>
                <a:xfrm>
                  <a:off x="2298270" y="388776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7" name="Freeform: Shape 2006">
                  <a:extLst>
                    <a:ext uri="{FF2B5EF4-FFF2-40B4-BE49-F238E27FC236}">
                      <a16:creationId xmlns:a16="http://schemas.microsoft.com/office/drawing/2014/main" id="{F6BF10B8-85F0-CF53-D332-24A4323EBFBD}"/>
                    </a:ext>
                  </a:extLst>
                </p:cNvPr>
                <p:cNvSpPr/>
                <p:nvPr/>
              </p:nvSpPr>
              <p:spPr>
                <a:xfrm>
                  <a:off x="2528193" y="193156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2860" y="0"/>
                        <a:pt x="28575" y="6668"/>
                        <a:pt x="28575" y="14288"/>
                      </a:cubicBezTo>
                      <a:cubicBezTo>
                        <a:pt x="28575" y="22860"/>
                        <a:pt x="21908" y="28575"/>
                        <a:pt x="14288" y="28575"/>
                      </a:cubicBezTo>
                      <a:cubicBezTo>
                        <a:pt x="5715" y="28575"/>
                        <a:pt x="0" y="21907"/>
                        <a:pt x="0" y="14288"/>
                      </a:cubicBezTo>
                      <a:cubicBezTo>
                        <a:pt x="0" y="6668"/>
                        <a:pt x="6668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8" name="Freeform: Shape 2007">
                  <a:extLst>
                    <a:ext uri="{FF2B5EF4-FFF2-40B4-BE49-F238E27FC236}">
                      <a16:creationId xmlns:a16="http://schemas.microsoft.com/office/drawing/2014/main" id="{A239835B-FB28-B257-3ED0-C37043608BF1}"/>
                    </a:ext>
                  </a:extLst>
                </p:cNvPr>
                <p:cNvSpPr/>
                <p:nvPr/>
              </p:nvSpPr>
              <p:spPr>
                <a:xfrm>
                  <a:off x="2325319" y="1912032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9" name="Freeform: Shape 2008">
                  <a:extLst>
                    <a:ext uri="{FF2B5EF4-FFF2-40B4-BE49-F238E27FC236}">
                      <a16:creationId xmlns:a16="http://schemas.microsoft.com/office/drawing/2014/main" id="{BBDE9AA7-E929-3BA2-A470-2FBF0792E10A}"/>
                    </a:ext>
                  </a:extLst>
                </p:cNvPr>
                <p:cNvSpPr/>
                <p:nvPr/>
              </p:nvSpPr>
              <p:spPr>
                <a:xfrm>
                  <a:off x="1746004" y="432247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0" name="Freeform: Shape 2009">
                  <a:extLst>
                    <a:ext uri="{FF2B5EF4-FFF2-40B4-BE49-F238E27FC236}">
                      <a16:creationId xmlns:a16="http://schemas.microsoft.com/office/drawing/2014/main" id="{C4E727A7-710A-1688-EF3B-C7B2C2C8DE7A}"/>
                    </a:ext>
                  </a:extLst>
                </p:cNvPr>
                <p:cNvSpPr/>
                <p:nvPr/>
              </p:nvSpPr>
              <p:spPr>
                <a:xfrm>
                  <a:off x="2314047" y="4266302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953" y="6668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1" name="Freeform: Shape 2010">
                  <a:extLst>
                    <a:ext uri="{FF2B5EF4-FFF2-40B4-BE49-F238E27FC236}">
                      <a16:creationId xmlns:a16="http://schemas.microsoft.com/office/drawing/2014/main" id="{56DB6E0C-A149-DE60-E90C-4AD333411B27}"/>
                    </a:ext>
                  </a:extLst>
                </p:cNvPr>
                <p:cNvSpPr/>
                <p:nvPr/>
              </p:nvSpPr>
              <p:spPr>
                <a:xfrm>
                  <a:off x="2744591" y="253234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2" name="Freeform: Shape 2011">
                  <a:extLst>
                    <a:ext uri="{FF2B5EF4-FFF2-40B4-BE49-F238E27FC236}">
                      <a16:creationId xmlns:a16="http://schemas.microsoft.com/office/drawing/2014/main" id="{1FFDFF56-CC6A-9D06-BCDD-B03FEABB96E1}"/>
                    </a:ext>
                  </a:extLst>
                </p:cNvPr>
                <p:cNvSpPr/>
                <p:nvPr/>
              </p:nvSpPr>
              <p:spPr>
                <a:xfrm>
                  <a:off x="2616103" y="318441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3" name="Freeform: Shape 2012">
                  <a:extLst>
                    <a:ext uri="{FF2B5EF4-FFF2-40B4-BE49-F238E27FC236}">
                      <a16:creationId xmlns:a16="http://schemas.microsoft.com/office/drawing/2014/main" id="{4CA0F6B9-71F9-22A5-1495-0712D242DF8E}"/>
                    </a:ext>
                  </a:extLst>
                </p:cNvPr>
                <p:cNvSpPr/>
                <p:nvPr/>
              </p:nvSpPr>
              <p:spPr>
                <a:xfrm>
                  <a:off x="2167529" y="558752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4" name="Freeform: Shape 2013">
                  <a:extLst>
                    <a:ext uri="{FF2B5EF4-FFF2-40B4-BE49-F238E27FC236}">
                      <a16:creationId xmlns:a16="http://schemas.microsoft.com/office/drawing/2014/main" id="{7DCC2B4B-E75E-961B-C88C-9A36BDF0735A}"/>
                    </a:ext>
                  </a:extLst>
                </p:cNvPr>
                <p:cNvSpPr/>
                <p:nvPr/>
              </p:nvSpPr>
              <p:spPr>
                <a:xfrm>
                  <a:off x="2429010" y="3643542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5" name="Freeform: Shape 2014">
                  <a:extLst>
                    <a:ext uri="{FF2B5EF4-FFF2-40B4-BE49-F238E27FC236}">
                      <a16:creationId xmlns:a16="http://schemas.microsoft.com/office/drawing/2014/main" id="{83102CE5-A810-BB08-417B-B43B641D52B8}"/>
                    </a:ext>
                  </a:extLst>
                </p:cNvPr>
                <p:cNvSpPr/>
                <p:nvPr/>
              </p:nvSpPr>
              <p:spPr>
                <a:xfrm>
                  <a:off x="2142732" y="500628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6" name="Freeform: Shape 2015">
                  <a:extLst>
                    <a:ext uri="{FF2B5EF4-FFF2-40B4-BE49-F238E27FC236}">
                      <a16:creationId xmlns:a16="http://schemas.microsoft.com/office/drawing/2014/main" id="{26186671-E2FB-CB7E-1D9A-349B15768ACD}"/>
                    </a:ext>
                  </a:extLst>
                </p:cNvPr>
                <p:cNvSpPr/>
                <p:nvPr/>
              </p:nvSpPr>
              <p:spPr>
                <a:xfrm>
                  <a:off x="1978180" y="373634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7" name="Freeform: Shape 2016">
                  <a:extLst>
                    <a:ext uri="{FF2B5EF4-FFF2-40B4-BE49-F238E27FC236}">
                      <a16:creationId xmlns:a16="http://schemas.microsoft.com/office/drawing/2014/main" id="{9500EA13-ADD7-BB54-AD08-2CD6903C89DE}"/>
                    </a:ext>
                  </a:extLst>
                </p:cNvPr>
                <p:cNvSpPr/>
                <p:nvPr/>
              </p:nvSpPr>
              <p:spPr>
                <a:xfrm>
                  <a:off x="2787419" y="1936454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8098" y="0"/>
                        <a:pt x="22860" y="5715"/>
                        <a:pt x="22860" y="11430"/>
                      </a:cubicBezTo>
                      <a:cubicBezTo>
                        <a:pt x="22860" y="17145"/>
                        <a:pt x="17145" y="22860"/>
                        <a:pt x="11430" y="22860"/>
                      </a:cubicBezTo>
                      <a:cubicBezTo>
                        <a:pt x="4763" y="22860"/>
                        <a:pt x="0" y="17145"/>
                        <a:pt x="0" y="11430"/>
                      </a:cubicBezTo>
                      <a:cubicBezTo>
                        <a:pt x="0" y="5715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8" name="Freeform: Shape 2017">
                  <a:extLst>
                    <a:ext uri="{FF2B5EF4-FFF2-40B4-BE49-F238E27FC236}">
                      <a16:creationId xmlns:a16="http://schemas.microsoft.com/office/drawing/2014/main" id="{20A8EC2B-B866-438F-975E-B38342C7C384}"/>
                    </a:ext>
                  </a:extLst>
                </p:cNvPr>
                <p:cNvSpPr/>
                <p:nvPr/>
              </p:nvSpPr>
              <p:spPr>
                <a:xfrm>
                  <a:off x="2474093" y="218800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9" name="Freeform: Shape 2018">
                  <a:extLst>
                    <a:ext uri="{FF2B5EF4-FFF2-40B4-BE49-F238E27FC236}">
                      <a16:creationId xmlns:a16="http://schemas.microsoft.com/office/drawing/2014/main" id="{9F079B25-217E-DA60-6D6C-3E8371F1F9F5}"/>
                    </a:ext>
                  </a:extLst>
                </p:cNvPr>
                <p:cNvSpPr/>
                <p:nvPr/>
              </p:nvSpPr>
              <p:spPr>
                <a:xfrm>
                  <a:off x="2230645" y="402696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0" name="Freeform: Shape 2019">
                  <a:extLst>
                    <a:ext uri="{FF2B5EF4-FFF2-40B4-BE49-F238E27FC236}">
                      <a16:creationId xmlns:a16="http://schemas.microsoft.com/office/drawing/2014/main" id="{01EA6205-315A-C13B-C342-DBAFAEBE0A43}"/>
                    </a:ext>
                  </a:extLst>
                </p:cNvPr>
                <p:cNvSpPr/>
                <p:nvPr/>
              </p:nvSpPr>
              <p:spPr>
                <a:xfrm>
                  <a:off x="1996214" y="3494570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1" name="Freeform: Shape 2020">
                  <a:extLst>
                    <a:ext uri="{FF2B5EF4-FFF2-40B4-BE49-F238E27FC236}">
                      <a16:creationId xmlns:a16="http://schemas.microsoft.com/office/drawing/2014/main" id="{5DF3AE70-4C62-48CC-6BDE-030F99DD3E66}"/>
                    </a:ext>
                  </a:extLst>
                </p:cNvPr>
                <p:cNvSpPr/>
                <p:nvPr/>
              </p:nvSpPr>
              <p:spPr>
                <a:xfrm>
                  <a:off x="1933097" y="401964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2" name="Freeform: Shape 2021">
                  <a:extLst>
                    <a:ext uri="{FF2B5EF4-FFF2-40B4-BE49-F238E27FC236}">
                      <a16:creationId xmlns:a16="http://schemas.microsoft.com/office/drawing/2014/main" id="{2E11D6E8-F852-E30A-8EDC-533A51FA8CB4}"/>
                    </a:ext>
                  </a:extLst>
                </p:cNvPr>
                <p:cNvSpPr/>
                <p:nvPr/>
              </p:nvSpPr>
              <p:spPr>
                <a:xfrm>
                  <a:off x="2365894" y="217334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3" name="Freeform: Shape 2022">
                  <a:extLst>
                    <a:ext uri="{FF2B5EF4-FFF2-40B4-BE49-F238E27FC236}">
                      <a16:creationId xmlns:a16="http://schemas.microsoft.com/office/drawing/2014/main" id="{5260BEB4-F4B7-0C09-22E7-CA95A440D78E}"/>
                    </a:ext>
                  </a:extLst>
                </p:cNvPr>
                <p:cNvSpPr/>
                <p:nvPr/>
              </p:nvSpPr>
              <p:spPr>
                <a:xfrm>
                  <a:off x="1924081" y="495744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4" name="Freeform: Shape 2023">
                  <a:extLst>
                    <a:ext uri="{FF2B5EF4-FFF2-40B4-BE49-F238E27FC236}">
                      <a16:creationId xmlns:a16="http://schemas.microsoft.com/office/drawing/2014/main" id="{9A04AB9E-FEA9-47DC-588C-0C805ACD7AAB}"/>
                    </a:ext>
                  </a:extLst>
                </p:cNvPr>
                <p:cNvSpPr/>
                <p:nvPr/>
              </p:nvSpPr>
              <p:spPr>
                <a:xfrm>
                  <a:off x="2203595" y="5125952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5" name="Freeform: Shape 2024">
                  <a:extLst>
                    <a:ext uri="{FF2B5EF4-FFF2-40B4-BE49-F238E27FC236}">
                      <a16:creationId xmlns:a16="http://schemas.microsoft.com/office/drawing/2014/main" id="{E945A0AB-8889-1644-80B8-CD00E6AA2A99}"/>
                    </a:ext>
                  </a:extLst>
                </p:cNvPr>
                <p:cNvSpPr/>
                <p:nvPr/>
              </p:nvSpPr>
              <p:spPr>
                <a:xfrm>
                  <a:off x="1829407" y="5311559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6" name="Freeform: Shape 2025">
                  <a:extLst>
                    <a:ext uri="{FF2B5EF4-FFF2-40B4-BE49-F238E27FC236}">
                      <a16:creationId xmlns:a16="http://schemas.microsoft.com/office/drawing/2014/main" id="{32CBB74B-EB08-D9AE-41B5-E8D901DF28B4}"/>
                    </a:ext>
                  </a:extLst>
                </p:cNvPr>
                <p:cNvSpPr/>
                <p:nvPr/>
              </p:nvSpPr>
              <p:spPr>
                <a:xfrm>
                  <a:off x="2131463" y="496232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7" name="Freeform: Shape 2026">
                  <a:extLst>
                    <a:ext uri="{FF2B5EF4-FFF2-40B4-BE49-F238E27FC236}">
                      <a16:creationId xmlns:a16="http://schemas.microsoft.com/office/drawing/2014/main" id="{A7FDFBB5-8A0E-AB8B-6B9D-5EE48BB3D0D2}"/>
                    </a:ext>
                  </a:extLst>
                </p:cNvPr>
                <p:cNvSpPr/>
                <p:nvPr/>
              </p:nvSpPr>
              <p:spPr>
                <a:xfrm>
                  <a:off x="2726558" y="5460533"/>
                  <a:ext cx="36064" cy="39075"/>
                </a:xfrm>
                <a:custGeom>
                  <a:avLst/>
                  <a:gdLst>
                    <a:gd name="connsiteX0" fmla="*/ 7620 w 15239"/>
                    <a:gd name="connsiteY0" fmla="*/ 0 h 15240"/>
                    <a:gd name="connsiteX1" fmla="*/ 15240 w 15239"/>
                    <a:gd name="connsiteY1" fmla="*/ 7620 h 15240"/>
                    <a:gd name="connsiteX2" fmla="*/ 7620 w 15239"/>
                    <a:gd name="connsiteY2" fmla="*/ 15240 h 15240"/>
                    <a:gd name="connsiteX3" fmla="*/ 0 w 15239"/>
                    <a:gd name="connsiteY3" fmla="*/ 7620 h 15240"/>
                    <a:gd name="connsiteX4" fmla="*/ 7620 w 15239"/>
                    <a:gd name="connsiteY4" fmla="*/ 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7620" y="0"/>
                      </a:moveTo>
                      <a:cubicBezTo>
                        <a:pt x="11430" y="0"/>
                        <a:pt x="15240" y="3810"/>
                        <a:pt x="15240" y="7620"/>
                      </a:cubicBezTo>
                      <a:cubicBezTo>
                        <a:pt x="15240" y="11430"/>
                        <a:pt x="11430" y="15240"/>
                        <a:pt x="7620" y="15240"/>
                      </a:cubicBezTo>
                      <a:cubicBezTo>
                        <a:pt x="3810" y="15240"/>
                        <a:pt x="0" y="11430"/>
                        <a:pt x="0" y="7620"/>
                      </a:cubicBezTo>
                      <a:cubicBezTo>
                        <a:pt x="0" y="3810"/>
                        <a:pt x="3810" y="0"/>
                        <a:pt x="762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8" name="Freeform: Shape 2027">
                  <a:extLst>
                    <a:ext uri="{FF2B5EF4-FFF2-40B4-BE49-F238E27FC236}">
                      <a16:creationId xmlns:a16="http://schemas.microsoft.com/office/drawing/2014/main" id="{36B389F6-D6C2-00D1-AB22-7A89971748C6}"/>
                    </a:ext>
                  </a:extLst>
                </p:cNvPr>
                <p:cNvSpPr/>
                <p:nvPr/>
              </p:nvSpPr>
              <p:spPr>
                <a:xfrm>
                  <a:off x="2287000" y="378030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9" name="Freeform: Shape 2028">
                  <a:extLst>
                    <a:ext uri="{FF2B5EF4-FFF2-40B4-BE49-F238E27FC236}">
                      <a16:creationId xmlns:a16="http://schemas.microsoft.com/office/drawing/2014/main" id="{9D63741D-8F5D-64C5-08CA-38F0F69AF862}"/>
                    </a:ext>
                  </a:extLst>
                </p:cNvPr>
                <p:cNvSpPr/>
                <p:nvPr/>
              </p:nvSpPr>
              <p:spPr>
                <a:xfrm>
                  <a:off x="2474093" y="5057571"/>
                  <a:ext cx="54097" cy="58610"/>
                </a:xfrm>
                <a:custGeom>
                  <a:avLst/>
                  <a:gdLst>
                    <a:gd name="connsiteX0" fmla="*/ 11430 w 22859"/>
                    <a:gd name="connsiteY0" fmla="*/ 0 h 22859"/>
                    <a:gd name="connsiteX1" fmla="*/ 22860 w 22859"/>
                    <a:gd name="connsiteY1" fmla="*/ 11430 h 22859"/>
                    <a:gd name="connsiteX2" fmla="*/ 11430 w 22859"/>
                    <a:gd name="connsiteY2" fmla="*/ 22860 h 22859"/>
                    <a:gd name="connsiteX3" fmla="*/ 0 w 22859"/>
                    <a:gd name="connsiteY3" fmla="*/ 11430 h 22859"/>
                    <a:gd name="connsiteX4" fmla="*/ 11430 w 22859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59" h="22859">
                      <a:moveTo>
                        <a:pt x="11430" y="0"/>
                      </a:moveTo>
                      <a:cubicBezTo>
                        <a:pt x="18097" y="0"/>
                        <a:pt x="22860" y="5715"/>
                        <a:pt x="22860" y="11430"/>
                      </a:cubicBezTo>
                      <a:cubicBezTo>
                        <a:pt x="22860" y="18097"/>
                        <a:pt x="17145" y="22860"/>
                        <a:pt x="11430" y="22860"/>
                      </a:cubicBezTo>
                      <a:cubicBezTo>
                        <a:pt x="5715" y="22860"/>
                        <a:pt x="0" y="17145"/>
                        <a:pt x="0" y="11430"/>
                      </a:cubicBezTo>
                      <a:cubicBezTo>
                        <a:pt x="0" y="5715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0" name="Freeform: Shape 2029">
                  <a:extLst>
                    <a:ext uri="{FF2B5EF4-FFF2-40B4-BE49-F238E27FC236}">
                      <a16:creationId xmlns:a16="http://schemas.microsoft.com/office/drawing/2014/main" id="{4B55CC16-9E9B-E4E3-3376-41CD662CF0B7}"/>
                    </a:ext>
                  </a:extLst>
                </p:cNvPr>
                <p:cNvSpPr/>
                <p:nvPr/>
              </p:nvSpPr>
              <p:spPr>
                <a:xfrm>
                  <a:off x="1827154" y="416861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1" name="Freeform: Shape 2030">
                  <a:extLst>
                    <a:ext uri="{FF2B5EF4-FFF2-40B4-BE49-F238E27FC236}">
                      <a16:creationId xmlns:a16="http://schemas.microsoft.com/office/drawing/2014/main" id="{EDCB63D2-B0CE-B521-34F6-4FD27ADF65BE}"/>
                    </a:ext>
                  </a:extLst>
                </p:cNvPr>
                <p:cNvSpPr/>
                <p:nvPr/>
              </p:nvSpPr>
              <p:spPr>
                <a:xfrm>
                  <a:off x="2156257" y="375832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2" name="Freeform: Shape 2031">
                  <a:extLst>
                    <a:ext uri="{FF2B5EF4-FFF2-40B4-BE49-F238E27FC236}">
                      <a16:creationId xmlns:a16="http://schemas.microsoft.com/office/drawing/2014/main" id="{B095BA1C-F88F-2563-3A51-67FEFE38E1B8}"/>
                    </a:ext>
                  </a:extLst>
                </p:cNvPr>
                <p:cNvSpPr/>
                <p:nvPr/>
              </p:nvSpPr>
              <p:spPr>
                <a:xfrm>
                  <a:off x="2404216" y="353120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3" name="Freeform: Shape 2032">
                  <a:extLst>
                    <a:ext uri="{FF2B5EF4-FFF2-40B4-BE49-F238E27FC236}">
                      <a16:creationId xmlns:a16="http://schemas.microsoft.com/office/drawing/2014/main" id="{6C33E61E-AA21-B092-707F-9F4430F2F269}"/>
                    </a:ext>
                  </a:extLst>
                </p:cNvPr>
                <p:cNvSpPr/>
                <p:nvPr/>
              </p:nvSpPr>
              <p:spPr>
                <a:xfrm>
                  <a:off x="2419994" y="503070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8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6668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4" name="Freeform: Shape 2033">
                  <a:extLst>
                    <a:ext uri="{FF2B5EF4-FFF2-40B4-BE49-F238E27FC236}">
                      <a16:creationId xmlns:a16="http://schemas.microsoft.com/office/drawing/2014/main" id="{523B449D-D59D-041D-D3C4-6C8811802C09}"/>
                    </a:ext>
                  </a:extLst>
                </p:cNvPr>
                <p:cNvSpPr/>
                <p:nvPr/>
              </p:nvSpPr>
              <p:spPr>
                <a:xfrm>
                  <a:off x="1691905" y="516258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5" name="Freeform: Shape 2034">
                  <a:extLst>
                    <a:ext uri="{FF2B5EF4-FFF2-40B4-BE49-F238E27FC236}">
                      <a16:creationId xmlns:a16="http://schemas.microsoft.com/office/drawing/2014/main" id="{13D4589F-B6C4-CF88-3918-0B9E48A5C909}"/>
                    </a:ext>
                  </a:extLst>
                </p:cNvPr>
                <p:cNvSpPr/>
                <p:nvPr/>
              </p:nvSpPr>
              <p:spPr>
                <a:xfrm>
                  <a:off x="2075108" y="5013612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6" name="Freeform: Shape 2035">
                  <a:extLst>
                    <a:ext uri="{FF2B5EF4-FFF2-40B4-BE49-F238E27FC236}">
                      <a16:creationId xmlns:a16="http://schemas.microsoft.com/office/drawing/2014/main" id="{4DBD686E-DB5A-7FE8-B090-5B968488AFAC}"/>
                    </a:ext>
                  </a:extLst>
                </p:cNvPr>
                <p:cNvSpPr/>
                <p:nvPr/>
              </p:nvSpPr>
              <p:spPr>
                <a:xfrm>
                  <a:off x="1637805" y="5177237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7" name="Freeform: Shape 2036">
                  <a:extLst>
                    <a:ext uri="{FF2B5EF4-FFF2-40B4-BE49-F238E27FC236}">
                      <a16:creationId xmlns:a16="http://schemas.microsoft.com/office/drawing/2014/main" id="{AE0023BA-CCB7-93FD-0C64-01B900AB5CF6}"/>
                    </a:ext>
                  </a:extLst>
                </p:cNvPr>
                <p:cNvSpPr/>
                <p:nvPr/>
              </p:nvSpPr>
              <p:spPr>
                <a:xfrm>
                  <a:off x="2334336" y="202681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8" name="Freeform: Shape 2037">
                  <a:extLst>
                    <a:ext uri="{FF2B5EF4-FFF2-40B4-BE49-F238E27FC236}">
                      <a16:creationId xmlns:a16="http://schemas.microsoft.com/office/drawing/2014/main" id="{3E23E07F-7548-A6AB-BA9E-BC028CEAC3C3}"/>
                    </a:ext>
                  </a:extLst>
                </p:cNvPr>
                <p:cNvSpPr/>
                <p:nvPr/>
              </p:nvSpPr>
              <p:spPr>
                <a:xfrm>
                  <a:off x="1637805" y="557287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9" name="Freeform: Shape 2038">
                  <a:extLst>
                    <a:ext uri="{FF2B5EF4-FFF2-40B4-BE49-F238E27FC236}">
                      <a16:creationId xmlns:a16="http://schemas.microsoft.com/office/drawing/2014/main" id="{D2858022-8859-7A27-79D0-A0BB4B7844AB}"/>
                    </a:ext>
                  </a:extLst>
                </p:cNvPr>
                <p:cNvSpPr/>
                <p:nvPr/>
              </p:nvSpPr>
              <p:spPr>
                <a:xfrm>
                  <a:off x="2600325" y="1904706"/>
                  <a:ext cx="63116" cy="68379"/>
                </a:xfrm>
                <a:custGeom>
                  <a:avLst/>
                  <a:gdLst>
                    <a:gd name="connsiteX0" fmla="*/ 26670 w 26670"/>
                    <a:gd name="connsiteY0" fmla="*/ 13335 h 26669"/>
                    <a:gd name="connsiteX1" fmla="*/ 13335 w 26670"/>
                    <a:gd name="connsiteY1" fmla="*/ 26670 h 26669"/>
                    <a:gd name="connsiteX2" fmla="*/ 0 w 26670"/>
                    <a:gd name="connsiteY2" fmla="*/ 13335 h 26669"/>
                    <a:gd name="connsiteX3" fmla="*/ 13335 w 26670"/>
                    <a:gd name="connsiteY3" fmla="*/ 0 h 26669"/>
                    <a:gd name="connsiteX4" fmla="*/ 26670 w 26670"/>
                    <a:gd name="connsiteY4" fmla="*/ 13335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0" name="Freeform: Shape 2039">
                  <a:extLst>
                    <a:ext uri="{FF2B5EF4-FFF2-40B4-BE49-F238E27FC236}">
                      <a16:creationId xmlns:a16="http://schemas.microsoft.com/office/drawing/2014/main" id="{BD7199DE-1E85-C439-9A6A-2FC75D40DB48}"/>
                    </a:ext>
                  </a:extLst>
                </p:cNvPr>
                <p:cNvSpPr/>
                <p:nvPr/>
              </p:nvSpPr>
              <p:spPr>
                <a:xfrm>
                  <a:off x="1739241" y="1907147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1" name="Freeform: Shape 2040">
                  <a:extLst>
                    <a:ext uri="{FF2B5EF4-FFF2-40B4-BE49-F238E27FC236}">
                      <a16:creationId xmlns:a16="http://schemas.microsoft.com/office/drawing/2014/main" id="{37E18931-43FB-0AB0-B53D-D83187DC5586}"/>
                    </a:ext>
                  </a:extLst>
                </p:cNvPr>
                <p:cNvSpPr/>
                <p:nvPr/>
              </p:nvSpPr>
              <p:spPr>
                <a:xfrm>
                  <a:off x="1714444" y="237360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2" name="Freeform: Shape 2041">
                  <a:extLst>
                    <a:ext uri="{FF2B5EF4-FFF2-40B4-BE49-F238E27FC236}">
                      <a16:creationId xmlns:a16="http://schemas.microsoft.com/office/drawing/2014/main" id="{B041EC44-49A9-F4F0-5BA8-FA1A0328D47D}"/>
                    </a:ext>
                  </a:extLst>
                </p:cNvPr>
                <p:cNvSpPr/>
                <p:nvPr/>
              </p:nvSpPr>
              <p:spPr>
                <a:xfrm>
                  <a:off x="2034533" y="4000102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3" name="Freeform: Shape 2042">
                  <a:extLst>
                    <a:ext uri="{FF2B5EF4-FFF2-40B4-BE49-F238E27FC236}">
                      <a16:creationId xmlns:a16="http://schemas.microsoft.com/office/drawing/2014/main" id="{9408B491-3371-3E2A-0E0A-1B5FED6B4B51}"/>
                    </a:ext>
                  </a:extLst>
                </p:cNvPr>
                <p:cNvSpPr/>
                <p:nvPr/>
              </p:nvSpPr>
              <p:spPr>
                <a:xfrm>
                  <a:off x="2327575" y="212450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4" name="Freeform: Shape 2043">
                  <a:extLst>
                    <a:ext uri="{FF2B5EF4-FFF2-40B4-BE49-F238E27FC236}">
                      <a16:creationId xmlns:a16="http://schemas.microsoft.com/office/drawing/2014/main" id="{C04E546E-D123-7A21-8639-0B24DD2C679F}"/>
                    </a:ext>
                  </a:extLst>
                </p:cNvPr>
                <p:cNvSpPr/>
                <p:nvPr/>
              </p:nvSpPr>
              <p:spPr>
                <a:xfrm>
                  <a:off x="1727971" y="385601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5" name="Freeform: Shape 2044">
                  <a:extLst>
                    <a:ext uri="{FF2B5EF4-FFF2-40B4-BE49-F238E27FC236}">
                      <a16:creationId xmlns:a16="http://schemas.microsoft.com/office/drawing/2014/main" id="{02BC1C24-DF94-AA7D-5BD7-D4DBEA7CC30B}"/>
                    </a:ext>
                  </a:extLst>
                </p:cNvPr>
                <p:cNvSpPr/>
                <p:nvPr/>
              </p:nvSpPr>
              <p:spPr>
                <a:xfrm>
                  <a:off x="2023263" y="2019488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6" name="Freeform: Shape 2045">
                  <a:extLst>
                    <a:ext uri="{FF2B5EF4-FFF2-40B4-BE49-F238E27FC236}">
                      <a16:creationId xmlns:a16="http://schemas.microsoft.com/office/drawing/2014/main" id="{02FA6154-F8CA-F4C2-666E-19AAECEC8BB7}"/>
                    </a:ext>
                  </a:extLst>
                </p:cNvPr>
                <p:cNvSpPr/>
                <p:nvPr/>
              </p:nvSpPr>
              <p:spPr>
                <a:xfrm>
                  <a:off x="1730224" y="199506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7" name="Freeform: Shape 2046">
                  <a:extLst>
                    <a:ext uri="{FF2B5EF4-FFF2-40B4-BE49-F238E27FC236}">
                      <a16:creationId xmlns:a16="http://schemas.microsoft.com/office/drawing/2014/main" id="{F5950220-B71A-14F4-0EE1-E6E42C8B3A0F}"/>
                    </a:ext>
                  </a:extLst>
                </p:cNvPr>
                <p:cNvSpPr/>
                <p:nvPr/>
              </p:nvSpPr>
              <p:spPr>
                <a:xfrm>
                  <a:off x="1957894" y="179236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2 w 32385"/>
                    <a:gd name="connsiteY1" fmla="*/ 32385 h 32384"/>
                    <a:gd name="connsiteX2" fmla="*/ 0 w 32385"/>
                    <a:gd name="connsiteY2" fmla="*/ 16193 h 32384"/>
                    <a:gd name="connsiteX3" fmla="*/ 16192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8" name="Freeform: Shape 2047">
                  <a:extLst>
                    <a:ext uri="{FF2B5EF4-FFF2-40B4-BE49-F238E27FC236}">
                      <a16:creationId xmlns:a16="http://schemas.microsoft.com/office/drawing/2014/main" id="{4F641582-431C-B6A0-68FF-AB86C769343A}"/>
                    </a:ext>
                  </a:extLst>
                </p:cNvPr>
                <p:cNvSpPr/>
                <p:nvPr/>
              </p:nvSpPr>
              <p:spPr>
                <a:xfrm>
                  <a:off x="2284745" y="538238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9" name="Freeform: Shape 2048">
                  <a:extLst>
                    <a:ext uri="{FF2B5EF4-FFF2-40B4-BE49-F238E27FC236}">
                      <a16:creationId xmlns:a16="http://schemas.microsoft.com/office/drawing/2014/main" id="{38EB336C-639D-AFEE-E479-A093286B588A}"/>
                    </a:ext>
                  </a:extLst>
                </p:cNvPr>
                <p:cNvSpPr/>
                <p:nvPr/>
              </p:nvSpPr>
              <p:spPr>
                <a:xfrm>
                  <a:off x="2721763" y="3953702"/>
                  <a:ext cx="49878" cy="53726"/>
                </a:xfrm>
                <a:custGeom>
                  <a:avLst/>
                  <a:gdLst>
                    <a:gd name="connsiteX0" fmla="*/ 10599 w 21076"/>
                    <a:gd name="connsiteY0" fmla="*/ 0 h 20954"/>
                    <a:gd name="connsiteX1" fmla="*/ 21076 w 21076"/>
                    <a:gd name="connsiteY1" fmla="*/ 10477 h 20954"/>
                    <a:gd name="connsiteX2" fmla="*/ 10599 w 21076"/>
                    <a:gd name="connsiteY2" fmla="*/ 20955 h 20954"/>
                    <a:gd name="connsiteX3" fmla="*/ 121 w 21076"/>
                    <a:gd name="connsiteY3" fmla="*/ 10477 h 20954"/>
                    <a:gd name="connsiteX4" fmla="*/ 10599 w 21076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076" h="20954">
                      <a:moveTo>
                        <a:pt x="10599" y="0"/>
                      </a:moveTo>
                      <a:cubicBezTo>
                        <a:pt x="16314" y="0"/>
                        <a:pt x="21076" y="4763"/>
                        <a:pt x="21076" y="10477"/>
                      </a:cubicBezTo>
                      <a:cubicBezTo>
                        <a:pt x="21076" y="16192"/>
                        <a:pt x="16314" y="20955"/>
                        <a:pt x="10599" y="20955"/>
                      </a:cubicBezTo>
                      <a:cubicBezTo>
                        <a:pt x="4884" y="20955"/>
                        <a:pt x="121" y="16192"/>
                        <a:pt x="121" y="10477"/>
                      </a:cubicBezTo>
                      <a:cubicBezTo>
                        <a:pt x="-831" y="4763"/>
                        <a:pt x="3931" y="0"/>
                        <a:pt x="10599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0" name="Freeform: Shape 2049">
                  <a:extLst>
                    <a:ext uri="{FF2B5EF4-FFF2-40B4-BE49-F238E27FC236}">
                      <a16:creationId xmlns:a16="http://schemas.microsoft.com/office/drawing/2014/main" id="{D90D5DE6-1BB3-05E2-34A5-4933C39BDD02}"/>
                    </a:ext>
                  </a:extLst>
                </p:cNvPr>
                <p:cNvSpPr/>
                <p:nvPr/>
              </p:nvSpPr>
              <p:spPr>
                <a:xfrm>
                  <a:off x="1935353" y="2139157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1" name="Freeform: Shape 2050">
                  <a:extLst>
                    <a:ext uri="{FF2B5EF4-FFF2-40B4-BE49-F238E27FC236}">
                      <a16:creationId xmlns:a16="http://schemas.microsoft.com/office/drawing/2014/main" id="{AA6DFE57-DA40-0028-87EB-3914E9C48DD4}"/>
                    </a:ext>
                  </a:extLst>
                </p:cNvPr>
                <p:cNvSpPr/>
                <p:nvPr/>
              </p:nvSpPr>
              <p:spPr>
                <a:xfrm>
                  <a:off x="1691902" y="495744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2" name="Freeform: Shape 2051">
                  <a:extLst>
                    <a:ext uri="{FF2B5EF4-FFF2-40B4-BE49-F238E27FC236}">
                      <a16:creationId xmlns:a16="http://schemas.microsoft.com/office/drawing/2014/main" id="{54852D22-1AC1-0805-0966-9A74F0FB61E2}"/>
                    </a:ext>
                  </a:extLst>
                </p:cNvPr>
                <p:cNvSpPr/>
                <p:nvPr/>
              </p:nvSpPr>
              <p:spPr>
                <a:xfrm>
                  <a:off x="2248678" y="4976978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3" name="Freeform: Shape 2052">
                  <a:extLst>
                    <a:ext uri="{FF2B5EF4-FFF2-40B4-BE49-F238E27FC236}">
                      <a16:creationId xmlns:a16="http://schemas.microsoft.com/office/drawing/2014/main" id="{9F5A4023-69B4-8FFF-C79F-FE3CCFE73D11}"/>
                    </a:ext>
                  </a:extLst>
                </p:cNvPr>
                <p:cNvSpPr/>
                <p:nvPr/>
              </p:nvSpPr>
              <p:spPr>
                <a:xfrm>
                  <a:off x="2041297" y="426386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3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4" name="Freeform: Shape 2053">
                  <a:extLst>
                    <a:ext uri="{FF2B5EF4-FFF2-40B4-BE49-F238E27FC236}">
                      <a16:creationId xmlns:a16="http://schemas.microsoft.com/office/drawing/2014/main" id="{400AF906-CE79-E340-E136-8B4EDE9C197C}"/>
                    </a:ext>
                  </a:extLst>
                </p:cNvPr>
                <p:cNvSpPr/>
                <p:nvPr/>
              </p:nvSpPr>
              <p:spPr>
                <a:xfrm>
                  <a:off x="2897873" y="2505485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7620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5" name="Freeform: Shape 2054">
                  <a:extLst>
                    <a:ext uri="{FF2B5EF4-FFF2-40B4-BE49-F238E27FC236}">
                      <a16:creationId xmlns:a16="http://schemas.microsoft.com/office/drawing/2014/main" id="{5B4D4664-90B5-4E96-4B46-2947E3D72C8F}"/>
                    </a:ext>
                  </a:extLst>
                </p:cNvPr>
                <p:cNvSpPr/>
                <p:nvPr/>
              </p:nvSpPr>
              <p:spPr>
                <a:xfrm>
                  <a:off x="2577784" y="1997510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6" name="Freeform: Shape 2055">
                  <a:extLst>
                    <a:ext uri="{FF2B5EF4-FFF2-40B4-BE49-F238E27FC236}">
                      <a16:creationId xmlns:a16="http://schemas.microsoft.com/office/drawing/2014/main" id="{4077E906-D2F9-9F4F-41C6-19B649D97511}"/>
                    </a:ext>
                  </a:extLst>
                </p:cNvPr>
                <p:cNvSpPr/>
                <p:nvPr/>
              </p:nvSpPr>
              <p:spPr>
                <a:xfrm>
                  <a:off x="2800946" y="2114735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7" name="Freeform: Shape 2056">
                  <a:extLst>
                    <a:ext uri="{FF2B5EF4-FFF2-40B4-BE49-F238E27FC236}">
                      <a16:creationId xmlns:a16="http://schemas.microsoft.com/office/drawing/2014/main" id="{61E3409A-7D45-E702-1280-A019A435D2DF}"/>
                    </a:ext>
                  </a:extLst>
                </p:cNvPr>
                <p:cNvSpPr/>
                <p:nvPr/>
              </p:nvSpPr>
              <p:spPr>
                <a:xfrm>
                  <a:off x="2566514" y="240779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8" name="Freeform: Shape 2057">
                  <a:extLst>
                    <a:ext uri="{FF2B5EF4-FFF2-40B4-BE49-F238E27FC236}">
                      <a16:creationId xmlns:a16="http://schemas.microsoft.com/office/drawing/2014/main" id="{AC17878D-F0D7-3888-AED3-A0B473A63A91}"/>
                    </a:ext>
                  </a:extLst>
                </p:cNvPr>
                <p:cNvSpPr/>
                <p:nvPr/>
              </p:nvSpPr>
              <p:spPr>
                <a:xfrm>
                  <a:off x="1982689" y="432735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9" name="Freeform: Shape 2058">
                  <a:extLst>
                    <a:ext uri="{FF2B5EF4-FFF2-40B4-BE49-F238E27FC236}">
                      <a16:creationId xmlns:a16="http://schemas.microsoft.com/office/drawing/2014/main" id="{D579BCE5-1D4D-10C4-52F8-3E34D1EF1DA4}"/>
                    </a:ext>
                  </a:extLst>
                </p:cNvPr>
                <p:cNvSpPr/>
                <p:nvPr/>
              </p:nvSpPr>
              <p:spPr>
                <a:xfrm>
                  <a:off x="2482894" y="2896235"/>
                  <a:ext cx="67837" cy="73266"/>
                </a:xfrm>
                <a:custGeom>
                  <a:avLst/>
                  <a:gdLst>
                    <a:gd name="connsiteX0" fmla="*/ 14378 w 28665"/>
                    <a:gd name="connsiteY0" fmla="*/ 0 h 28575"/>
                    <a:gd name="connsiteX1" fmla="*/ 28666 w 28665"/>
                    <a:gd name="connsiteY1" fmla="*/ 14288 h 28575"/>
                    <a:gd name="connsiteX2" fmla="*/ 14378 w 28665"/>
                    <a:gd name="connsiteY2" fmla="*/ 28575 h 28575"/>
                    <a:gd name="connsiteX3" fmla="*/ 91 w 28665"/>
                    <a:gd name="connsiteY3" fmla="*/ 14288 h 28575"/>
                    <a:gd name="connsiteX4" fmla="*/ 14378 w 2866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65" h="28575">
                      <a:moveTo>
                        <a:pt x="14378" y="0"/>
                      </a:moveTo>
                      <a:cubicBezTo>
                        <a:pt x="22951" y="0"/>
                        <a:pt x="28666" y="6668"/>
                        <a:pt x="28666" y="14288"/>
                      </a:cubicBezTo>
                      <a:cubicBezTo>
                        <a:pt x="28666" y="22860"/>
                        <a:pt x="21998" y="28575"/>
                        <a:pt x="14378" y="28575"/>
                      </a:cubicBezTo>
                      <a:cubicBezTo>
                        <a:pt x="5806" y="28575"/>
                        <a:pt x="91" y="21908"/>
                        <a:pt x="91" y="14288"/>
                      </a:cubicBezTo>
                      <a:cubicBezTo>
                        <a:pt x="-862" y="6668"/>
                        <a:pt x="5806" y="0"/>
                        <a:pt x="143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0" name="Freeform: Shape 2059">
                  <a:extLst>
                    <a:ext uri="{FF2B5EF4-FFF2-40B4-BE49-F238E27FC236}">
                      <a16:creationId xmlns:a16="http://schemas.microsoft.com/office/drawing/2014/main" id="{43844C1C-9F77-26EE-0261-F19FAE17F8C0}"/>
                    </a:ext>
                  </a:extLst>
                </p:cNvPr>
                <p:cNvSpPr/>
                <p:nvPr/>
              </p:nvSpPr>
              <p:spPr>
                <a:xfrm>
                  <a:off x="2492126" y="4102676"/>
                  <a:ext cx="63116" cy="68379"/>
                </a:xfrm>
                <a:custGeom>
                  <a:avLst/>
                  <a:gdLst>
                    <a:gd name="connsiteX0" fmla="*/ 13335 w 26670"/>
                    <a:gd name="connsiteY0" fmla="*/ 0 h 26669"/>
                    <a:gd name="connsiteX1" fmla="*/ 26670 w 26670"/>
                    <a:gd name="connsiteY1" fmla="*/ 13335 h 26669"/>
                    <a:gd name="connsiteX2" fmla="*/ 13335 w 26670"/>
                    <a:gd name="connsiteY2" fmla="*/ 26670 h 26669"/>
                    <a:gd name="connsiteX3" fmla="*/ 0 w 26670"/>
                    <a:gd name="connsiteY3" fmla="*/ 13335 h 26669"/>
                    <a:gd name="connsiteX4" fmla="*/ 13335 w 2667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1" name="Freeform: Shape 2060">
                  <a:extLst>
                    <a:ext uri="{FF2B5EF4-FFF2-40B4-BE49-F238E27FC236}">
                      <a16:creationId xmlns:a16="http://schemas.microsoft.com/office/drawing/2014/main" id="{928D2768-D709-E62F-76FF-6E8236239CC0}"/>
                    </a:ext>
                  </a:extLst>
                </p:cNvPr>
                <p:cNvSpPr/>
                <p:nvPr/>
              </p:nvSpPr>
              <p:spPr>
                <a:xfrm>
                  <a:off x="2302778" y="1797250"/>
                  <a:ext cx="72133" cy="78150"/>
                </a:xfrm>
                <a:custGeom>
                  <a:avLst/>
                  <a:gdLst>
                    <a:gd name="connsiteX0" fmla="*/ 15240 w 30480"/>
                    <a:gd name="connsiteY0" fmla="*/ 0 h 30480"/>
                    <a:gd name="connsiteX1" fmla="*/ 30480 w 30480"/>
                    <a:gd name="connsiteY1" fmla="*/ 15240 h 30480"/>
                    <a:gd name="connsiteX2" fmla="*/ 15240 w 30480"/>
                    <a:gd name="connsiteY2" fmla="*/ 30480 h 30480"/>
                    <a:gd name="connsiteX3" fmla="*/ 0 w 30480"/>
                    <a:gd name="connsiteY3" fmla="*/ 15240 h 30480"/>
                    <a:gd name="connsiteX4" fmla="*/ 15240 w 3048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8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2" name="Freeform: Shape 2061">
                  <a:extLst>
                    <a:ext uri="{FF2B5EF4-FFF2-40B4-BE49-F238E27FC236}">
                      <a16:creationId xmlns:a16="http://schemas.microsoft.com/office/drawing/2014/main" id="{5F97A259-F730-4D8B-2AA3-316D031FC97E}"/>
                    </a:ext>
                  </a:extLst>
                </p:cNvPr>
                <p:cNvSpPr/>
                <p:nvPr/>
              </p:nvSpPr>
              <p:spPr>
                <a:xfrm>
                  <a:off x="1691902" y="380961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3" name="Freeform: Shape 2062">
                  <a:extLst>
                    <a:ext uri="{FF2B5EF4-FFF2-40B4-BE49-F238E27FC236}">
                      <a16:creationId xmlns:a16="http://schemas.microsoft.com/office/drawing/2014/main" id="{34A13C98-6392-CD5D-69A4-A464653CE8F8}"/>
                    </a:ext>
                  </a:extLst>
                </p:cNvPr>
                <p:cNvSpPr/>
                <p:nvPr/>
              </p:nvSpPr>
              <p:spPr>
                <a:xfrm>
                  <a:off x="2699508" y="2109848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952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4" name="Freeform: Shape 2063">
                  <a:extLst>
                    <a:ext uri="{FF2B5EF4-FFF2-40B4-BE49-F238E27FC236}">
                      <a16:creationId xmlns:a16="http://schemas.microsoft.com/office/drawing/2014/main" id="{98EC3EEE-B548-5FF3-1E95-4A2DB810426E}"/>
                    </a:ext>
                  </a:extLst>
                </p:cNvPr>
                <p:cNvSpPr/>
                <p:nvPr/>
              </p:nvSpPr>
              <p:spPr>
                <a:xfrm>
                  <a:off x="2638647" y="301834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5" name="Freeform: Shape 2064">
                  <a:extLst>
                    <a:ext uri="{FF2B5EF4-FFF2-40B4-BE49-F238E27FC236}">
                      <a16:creationId xmlns:a16="http://schemas.microsoft.com/office/drawing/2014/main" id="{124910E6-9263-DECD-4CF3-D03C20DCAB66}"/>
                    </a:ext>
                  </a:extLst>
                </p:cNvPr>
                <p:cNvSpPr/>
                <p:nvPr/>
              </p:nvSpPr>
              <p:spPr>
                <a:xfrm>
                  <a:off x="2277981" y="225393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6" name="Freeform: Shape 2065">
                  <a:extLst>
                    <a:ext uri="{FF2B5EF4-FFF2-40B4-BE49-F238E27FC236}">
                      <a16:creationId xmlns:a16="http://schemas.microsoft.com/office/drawing/2014/main" id="{6336AF6C-C497-011B-5B83-0F3786B4A7A2}"/>
                    </a:ext>
                  </a:extLst>
                </p:cNvPr>
                <p:cNvSpPr/>
                <p:nvPr/>
              </p:nvSpPr>
              <p:spPr>
                <a:xfrm>
                  <a:off x="2075108" y="386578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7" name="Freeform: Shape 2066">
                  <a:extLst>
                    <a:ext uri="{FF2B5EF4-FFF2-40B4-BE49-F238E27FC236}">
                      <a16:creationId xmlns:a16="http://schemas.microsoft.com/office/drawing/2014/main" id="{624160CE-9BFC-DB4D-F62E-5A9FAF676E4F}"/>
                    </a:ext>
                  </a:extLst>
                </p:cNvPr>
                <p:cNvSpPr/>
                <p:nvPr/>
              </p:nvSpPr>
              <p:spPr>
                <a:xfrm>
                  <a:off x="2769388" y="244442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8" name="Freeform: Shape 2067">
                  <a:extLst>
                    <a:ext uri="{FF2B5EF4-FFF2-40B4-BE49-F238E27FC236}">
                      <a16:creationId xmlns:a16="http://schemas.microsoft.com/office/drawing/2014/main" id="{638AC70F-E864-F0A2-D8F9-2245E63BF3E8}"/>
                    </a:ext>
                  </a:extLst>
                </p:cNvPr>
                <p:cNvSpPr/>
                <p:nvPr/>
              </p:nvSpPr>
              <p:spPr>
                <a:xfrm>
                  <a:off x="2618359" y="241512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9" name="Freeform: Shape 2068">
                  <a:extLst>
                    <a:ext uri="{FF2B5EF4-FFF2-40B4-BE49-F238E27FC236}">
                      <a16:creationId xmlns:a16="http://schemas.microsoft.com/office/drawing/2014/main" id="{60767C9C-8662-ED35-0B79-47C50C76CE85}"/>
                    </a:ext>
                  </a:extLst>
                </p:cNvPr>
                <p:cNvSpPr/>
                <p:nvPr/>
              </p:nvSpPr>
              <p:spPr>
                <a:xfrm>
                  <a:off x="1750513" y="5284696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0" name="Freeform: Shape 2069">
                  <a:extLst>
                    <a:ext uri="{FF2B5EF4-FFF2-40B4-BE49-F238E27FC236}">
                      <a16:creationId xmlns:a16="http://schemas.microsoft.com/office/drawing/2014/main" id="{69A98B0B-E822-362D-59F3-FA7F3B6BF483}"/>
                    </a:ext>
                  </a:extLst>
                </p:cNvPr>
                <p:cNvSpPr/>
                <p:nvPr/>
              </p:nvSpPr>
              <p:spPr>
                <a:xfrm>
                  <a:off x="2631884" y="2884023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7620" y="32385"/>
                        <a:pt x="0" y="25717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1" name="Freeform: Shape 2070">
                  <a:extLst>
                    <a:ext uri="{FF2B5EF4-FFF2-40B4-BE49-F238E27FC236}">
                      <a16:creationId xmlns:a16="http://schemas.microsoft.com/office/drawing/2014/main" id="{6F62F2D2-5E8F-7192-9F5A-6320CA7DB5E5}"/>
                    </a:ext>
                  </a:extLst>
                </p:cNvPr>
                <p:cNvSpPr/>
                <p:nvPr/>
              </p:nvSpPr>
              <p:spPr>
                <a:xfrm>
                  <a:off x="2580039" y="212694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2" name="Freeform: Shape 2071">
                  <a:extLst>
                    <a:ext uri="{FF2B5EF4-FFF2-40B4-BE49-F238E27FC236}">
                      <a16:creationId xmlns:a16="http://schemas.microsoft.com/office/drawing/2014/main" id="{4810E4F4-416F-4812-3291-FDCA55F7F4D0}"/>
                    </a:ext>
                  </a:extLst>
                </p:cNvPr>
                <p:cNvSpPr/>
                <p:nvPr/>
              </p:nvSpPr>
              <p:spPr>
                <a:xfrm>
                  <a:off x="2638645" y="311847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3" name="Freeform: Shape 2072">
                  <a:extLst>
                    <a:ext uri="{FF2B5EF4-FFF2-40B4-BE49-F238E27FC236}">
                      <a16:creationId xmlns:a16="http://schemas.microsoft.com/office/drawing/2014/main" id="{644C3FEE-722F-909E-B7D7-F40E56A6FFDB}"/>
                    </a:ext>
                  </a:extLst>
                </p:cNvPr>
                <p:cNvSpPr/>
                <p:nvPr/>
              </p:nvSpPr>
              <p:spPr>
                <a:xfrm>
                  <a:off x="2611349" y="4007430"/>
                  <a:ext cx="54346" cy="58613"/>
                </a:xfrm>
                <a:custGeom>
                  <a:avLst/>
                  <a:gdLst>
                    <a:gd name="connsiteX0" fmla="*/ 11534 w 22964"/>
                    <a:gd name="connsiteY0" fmla="*/ 0 h 22860"/>
                    <a:gd name="connsiteX1" fmla="*/ 22964 w 22964"/>
                    <a:gd name="connsiteY1" fmla="*/ 11430 h 22860"/>
                    <a:gd name="connsiteX2" fmla="*/ 11534 w 22964"/>
                    <a:gd name="connsiteY2" fmla="*/ 22860 h 22860"/>
                    <a:gd name="connsiteX3" fmla="*/ 104 w 22964"/>
                    <a:gd name="connsiteY3" fmla="*/ 11430 h 22860"/>
                    <a:gd name="connsiteX4" fmla="*/ 11534 w 22964"/>
                    <a:gd name="connsiteY4" fmla="*/ 0 h 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964" h="22860">
                      <a:moveTo>
                        <a:pt x="11534" y="0"/>
                      </a:moveTo>
                      <a:cubicBezTo>
                        <a:pt x="18202" y="0"/>
                        <a:pt x="22964" y="5715"/>
                        <a:pt x="22964" y="11430"/>
                      </a:cubicBezTo>
                      <a:cubicBezTo>
                        <a:pt x="22964" y="18098"/>
                        <a:pt x="17249" y="22860"/>
                        <a:pt x="11534" y="22860"/>
                      </a:cubicBezTo>
                      <a:cubicBezTo>
                        <a:pt x="5819" y="22860"/>
                        <a:pt x="104" y="17145"/>
                        <a:pt x="104" y="11430"/>
                      </a:cubicBezTo>
                      <a:cubicBezTo>
                        <a:pt x="-848" y="4763"/>
                        <a:pt x="4867" y="0"/>
                        <a:pt x="11534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4" name="Freeform: Shape 2073">
                  <a:extLst>
                    <a:ext uri="{FF2B5EF4-FFF2-40B4-BE49-F238E27FC236}">
                      <a16:creationId xmlns:a16="http://schemas.microsoft.com/office/drawing/2014/main" id="{998E728F-8234-E889-BD81-BD3D1B7DD444}"/>
                    </a:ext>
                  </a:extLst>
                </p:cNvPr>
                <p:cNvSpPr/>
                <p:nvPr/>
              </p:nvSpPr>
              <p:spPr>
                <a:xfrm>
                  <a:off x="2072855" y="5462974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5" name="Freeform: Shape 2074">
                  <a:extLst>
                    <a:ext uri="{FF2B5EF4-FFF2-40B4-BE49-F238E27FC236}">
                      <a16:creationId xmlns:a16="http://schemas.microsoft.com/office/drawing/2014/main" id="{6A7111DF-DD4D-3E3A-0A83-31A623887781}"/>
                    </a:ext>
                  </a:extLst>
                </p:cNvPr>
                <p:cNvSpPr/>
                <p:nvPr/>
              </p:nvSpPr>
              <p:spPr>
                <a:xfrm>
                  <a:off x="2379419" y="394881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6" name="Freeform: Shape 2075">
                  <a:extLst>
                    <a:ext uri="{FF2B5EF4-FFF2-40B4-BE49-F238E27FC236}">
                      <a16:creationId xmlns:a16="http://schemas.microsoft.com/office/drawing/2014/main" id="{BCB1FD18-BDEE-651F-1E1D-054DD93DF144}"/>
                    </a:ext>
                  </a:extLst>
                </p:cNvPr>
                <p:cNvSpPr/>
                <p:nvPr/>
              </p:nvSpPr>
              <p:spPr>
                <a:xfrm>
                  <a:off x="2782913" y="4127098"/>
                  <a:ext cx="40575" cy="43957"/>
                </a:xfrm>
                <a:custGeom>
                  <a:avLst/>
                  <a:gdLst>
                    <a:gd name="connsiteX0" fmla="*/ 8573 w 17145"/>
                    <a:gd name="connsiteY0" fmla="*/ 0 h 17144"/>
                    <a:gd name="connsiteX1" fmla="*/ 17145 w 17145"/>
                    <a:gd name="connsiteY1" fmla="*/ 8573 h 17144"/>
                    <a:gd name="connsiteX2" fmla="*/ 8573 w 17145"/>
                    <a:gd name="connsiteY2" fmla="*/ 17145 h 17144"/>
                    <a:gd name="connsiteX3" fmla="*/ 0 w 17145"/>
                    <a:gd name="connsiteY3" fmla="*/ 8573 h 17144"/>
                    <a:gd name="connsiteX4" fmla="*/ 8573 w 17145"/>
                    <a:gd name="connsiteY4" fmla="*/ 0 h 1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" h="17144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3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3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7" name="Freeform: Shape 2076">
                  <a:extLst>
                    <a:ext uri="{FF2B5EF4-FFF2-40B4-BE49-F238E27FC236}">
                      <a16:creationId xmlns:a16="http://schemas.microsoft.com/office/drawing/2014/main" id="{228C5F66-D358-7082-6B44-067B45ABFC32}"/>
                    </a:ext>
                  </a:extLst>
                </p:cNvPr>
                <p:cNvSpPr/>
                <p:nvPr/>
              </p:nvSpPr>
              <p:spPr>
                <a:xfrm>
                  <a:off x="2329828" y="5226081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8" name="Freeform: Shape 2077">
                  <a:extLst>
                    <a:ext uri="{FF2B5EF4-FFF2-40B4-BE49-F238E27FC236}">
                      <a16:creationId xmlns:a16="http://schemas.microsoft.com/office/drawing/2014/main" id="{78E4CFE6-BBB5-4BEA-A646-29B8E3D8335E}"/>
                    </a:ext>
                  </a:extLst>
                </p:cNvPr>
                <p:cNvSpPr/>
                <p:nvPr/>
              </p:nvSpPr>
              <p:spPr>
                <a:xfrm>
                  <a:off x="2478601" y="342863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9" name="Freeform: Shape 2078">
                  <a:extLst>
                    <a:ext uri="{FF2B5EF4-FFF2-40B4-BE49-F238E27FC236}">
                      <a16:creationId xmlns:a16="http://schemas.microsoft.com/office/drawing/2014/main" id="{82FFD792-7000-6BD5-130A-4858AAC19A95}"/>
                    </a:ext>
                  </a:extLst>
                </p:cNvPr>
                <p:cNvSpPr/>
                <p:nvPr/>
              </p:nvSpPr>
              <p:spPr>
                <a:xfrm>
                  <a:off x="2196834" y="234430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0" name="Freeform: Shape 2079">
                  <a:extLst>
                    <a:ext uri="{FF2B5EF4-FFF2-40B4-BE49-F238E27FC236}">
                      <a16:creationId xmlns:a16="http://schemas.microsoft.com/office/drawing/2014/main" id="{319B6FF3-7183-15F9-BCEC-A88145DDCBBA}"/>
                    </a:ext>
                  </a:extLst>
                </p:cNvPr>
                <p:cNvSpPr/>
                <p:nvPr/>
              </p:nvSpPr>
              <p:spPr>
                <a:xfrm>
                  <a:off x="2138226" y="2444429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8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8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1" name="Freeform: Shape 2080">
                  <a:extLst>
                    <a:ext uri="{FF2B5EF4-FFF2-40B4-BE49-F238E27FC236}">
                      <a16:creationId xmlns:a16="http://schemas.microsoft.com/office/drawing/2014/main" id="{379556CF-129A-6612-BE14-A00DBBE1265C}"/>
                    </a:ext>
                  </a:extLst>
                </p:cNvPr>
                <p:cNvSpPr/>
                <p:nvPr/>
              </p:nvSpPr>
              <p:spPr>
                <a:xfrm>
                  <a:off x="2848282" y="5467859"/>
                  <a:ext cx="31558" cy="34188"/>
                </a:xfrm>
                <a:custGeom>
                  <a:avLst/>
                  <a:gdLst>
                    <a:gd name="connsiteX0" fmla="*/ 13335 w 13335"/>
                    <a:gd name="connsiteY0" fmla="*/ 6668 h 13334"/>
                    <a:gd name="connsiteX1" fmla="*/ 6668 w 13335"/>
                    <a:gd name="connsiteY1" fmla="*/ 13335 h 13334"/>
                    <a:gd name="connsiteX2" fmla="*/ 0 w 13335"/>
                    <a:gd name="connsiteY2" fmla="*/ 6668 h 13334"/>
                    <a:gd name="connsiteX3" fmla="*/ 6668 w 13335"/>
                    <a:gd name="connsiteY3" fmla="*/ 0 h 13334"/>
                    <a:gd name="connsiteX4" fmla="*/ 13335 w 13335"/>
                    <a:gd name="connsiteY4" fmla="*/ 6668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13335" y="6668"/>
                      </a:moveTo>
                      <a:cubicBezTo>
                        <a:pt x="13335" y="10350"/>
                        <a:pt x="10350" y="13335"/>
                        <a:pt x="6668" y="13335"/>
                      </a:cubicBezTo>
                      <a:cubicBezTo>
                        <a:pt x="2985" y="13335"/>
                        <a:pt x="0" y="10350"/>
                        <a:pt x="0" y="6668"/>
                      </a:cubicBezTo>
                      <a:cubicBezTo>
                        <a:pt x="0" y="2985"/>
                        <a:pt x="2985" y="0"/>
                        <a:pt x="6668" y="0"/>
                      </a:cubicBezTo>
                      <a:cubicBezTo>
                        <a:pt x="10350" y="0"/>
                        <a:pt x="13335" y="2985"/>
                        <a:pt x="13335" y="666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2" name="Freeform: Shape 2081">
                  <a:extLst>
                    <a:ext uri="{FF2B5EF4-FFF2-40B4-BE49-F238E27FC236}">
                      <a16:creationId xmlns:a16="http://schemas.microsoft.com/office/drawing/2014/main" id="{0DB8549C-5882-5CC6-EDA8-1F94FB400D10}"/>
                    </a:ext>
                  </a:extLst>
                </p:cNvPr>
                <p:cNvSpPr/>
                <p:nvPr/>
              </p:nvSpPr>
              <p:spPr>
                <a:xfrm>
                  <a:off x="2239662" y="222463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3" name="Freeform: Shape 2082">
                  <a:extLst>
                    <a:ext uri="{FF2B5EF4-FFF2-40B4-BE49-F238E27FC236}">
                      <a16:creationId xmlns:a16="http://schemas.microsoft.com/office/drawing/2014/main" id="{09CCD21F-0EF6-3BAF-3794-9C5F5F0CAFE8}"/>
                    </a:ext>
                  </a:extLst>
                </p:cNvPr>
                <p:cNvSpPr/>
                <p:nvPr/>
              </p:nvSpPr>
              <p:spPr>
                <a:xfrm>
                  <a:off x="1649075" y="1789922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4" name="Freeform: Shape 2083">
                  <a:extLst>
                    <a:ext uri="{FF2B5EF4-FFF2-40B4-BE49-F238E27FC236}">
                      <a16:creationId xmlns:a16="http://schemas.microsoft.com/office/drawing/2014/main" id="{33DAFAAD-0E67-F934-73D6-57A1F58D72D6}"/>
                    </a:ext>
                  </a:extLst>
                </p:cNvPr>
                <p:cNvSpPr/>
                <p:nvPr/>
              </p:nvSpPr>
              <p:spPr>
                <a:xfrm>
                  <a:off x="1653583" y="513328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5" name="Freeform: Shape 2084">
                  <a:extLst>
                    <a:ext uri="{FF2B5EF4-FFF2-40B4-BE49-F238E27FC236}">
                      <a16:creationId xmlns:a16="http://schemas.microsoft.com/office/drawing/2014/main" id="{B76FB05F-CC91-9905-E177-B72151FF8A97}"/>
                    </a:ext>
                  </a:extLst>
                </p:cNvPr>
                <p:cNvSpPr/>
                <p:nvPr/>
              </p:nvSpPr>
              <p:spPr>
                <a:xfrm>
                  <a:off x="2438027" y="3440842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6" name="Freeform: Shape 2085">
                  <a:extLst>
                    <a:ext uri="{FF2B5EF4-FFF2-40B4-BE49-F238E27FC236}">
                      <a16:creationId xmlns:a16="http://schemas.microsoft.com/office/drawing/2014/main" id="{EBFEC8BF-60BC-39E1-4501-10258A7F383F}"/>
                    </a:ext>
                  </a:extLst>
                </p:cNvPr>
                <p:cNvSpPr/>
                <p:nvPr/>
              </p:nvSpPr>
              <p:spPr>
                <a:xfrm>
                  <a:off x="2580039" y="3084282"/>
                  <a:ext cx="76641" cy="80591"/>
                </a:xfrm>
                <a:custGeom>
                  <a:avLst/>
                  <a:gdLst>
                    <a:gd name="connsiteX0" fmla="*/ 16192 w 32385"/>
                    <a:gd name="connsiteY0" fmla="*/ 0 h 31432"/>
                    <a:gd name="connsiteX1" fmla="*/ 32385 w 32385"/>
                    <a:gd name="connsiteY1" fmla="*/ 16193 h 31432"/>
                    <a:gd name="connsiteX2" fmla="*/ 16192 w 32385"/>
                    <a:gd name="connsiteY2" fmla="*/ 31433 h 31432"/>
                    <a:gd name="connsiteX3" fmla="*/ 0 w 32385"/>
                    <a:gd name="connsiteY3" fmla="*/ 15240 h 31432"/>
                    <a:gd name="connsiteX4" fmla="*/ 16192 w 32385"/>
                    <a:gd name="connsiteY4" fmla="*/ 0 h 31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1432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5718"/>
                        <a:pt x="24765" y="31433"/>
                        <a:pt x="16192" y="31433"/>
                      </a:cubicBezTo>
                      <a:cubicBezTo>
                        <a:pt x="7620" y="31433"/>
                        <a:pt x="0" y="24765"/>
                        <a:pt x="0" y="15240"/>
                      </a:cubicBezTo>
                      <a:cubicBezTo>
                        <a:pt x="0" y="5715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7" name="Freeform: Shape 2086">
                  <a:extLst>
                    <a:ext uri="{FF2B5EF4-FFF2-40B4-BE49-F238E27FC236}">
                      <a16:creationId xmlns:a16="http://schemas.microsoft.com/office/drawing/2014/main" id="{C6CF3D12-C25A-5212-DE6D-881277AE8D41}"/>
                    </a:ext>
                  </a:extLst>
                </p:cNvPr>
                <p:cNvSpPr/>
                <p:nvPr/>
              </p:nvSpPr>
              <p:spPr>
                <a:xfrm>
                  <a:off x="1574689" y="223440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8" name="Freeform: Shape 2087">
                  <a:extLst>
                    <a:ext uri="{FF2B5EF4-FFF2-40B4-BE49-F238E27FC236}">
                      <a16:creationId xmlns:a16="http://schemas.microsoft.com/office/drawing/2014/main" id="{33B2F733-39C1-22F6-E98C-03C85B0FB6E4}"/>
                    </a:ext>
                  </a:extLst>
                </p:cNvPr>
                <p:cNvSpPr/>
                <p:nvPr/>
              </p:nvSpPr>
              <p:spPr>
                <a:xfrm>
                  <a:off x="2787419" y="269841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9" name="Freeform: Shape 2088">
                  <a:extLst>
                    <a:ext uri="{FF2B5EF4-FFF2-40B4-BE49-F238E27FC236}">
                      <a16:creationId xmlns:a16="http://schemas.microsoft.com/office/drawing/2014/main" id="{5CD20B33-7942-E356-E44E-283490B3CFD9}"/>
                    </a:ext>
                  </a:extLst>
                </p:cNvPr>
                <p:cNvSpPr/>
                <p:nvPr/>
              </p:nvSpPr>
              <p:spPr>
                <a:xfrm>
                  <a:off x="1716699" y="375588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0" name="Freeform: Shape 2089">
                  <a:extLst>
                    <a:ext uri="{FF2B5EF4-FFF2-40B4-BE49-F238E27FC236}">
                      <a16:creationId xmlns:a16="http://schemas.microsoft.com/office/drawing/2014/main" id="{C755AC8C-1409-9B0F-31E4-AA45A7FBA315}"/>
                    </a:ext>
                  </a:extLst>
                </p:cNvPr>
                <p:cNvSpPr/>
                <p:nvPr/>
              </p:nvSpPr>
              <p:spPr>
                <a:xfrm>
                  <a:off x="1991705" y="543366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1" name="Freeform: Shape 2090">
                  <a:extLst>
                    <a:ext uri="{FF2B5EF4-FFF2-40B4-BE49-F238E27FC236}">
                      <a16:creationId xmlns:a16="http://schemas.microsoft.com/office/drawing/2014/main" id="{05F0186A-0F56-39ED-0111-7AE264C3B4DF}"/>
                    </a:ext>
                  </a:extLst>
                </p:cNvPr>
                <p:cNvSpPr/>
                <p:nvPr/>
              </p:nvSpPr>
              <p:spPr>
                <a:xfrm>
                  <a:off x="2151751" y="410511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2" name="Freeform: Shape 2091">
                  <a:extLst>
                    <a:ext uri="{FF2B5EF4-FFF2-40B4-BE49-F238E27FC236}">
                      <a16:creationId xmlns:a16="http://schemas.microsoft.com/office/drawing/2014/main" id="{87B2F351-7650-9111-A2DE-EFA99074EF4A}"/>
                    </a:ext>
                  </a:extLst>
                </p:cNvPr>
                <p:cNvSpPr/>
                <p:nvPr/>
              </p:nvSpPr>
              <p:spPr>
                <a:xfrm>
                  <a:off x="1939861" y="412465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3" name="Freeform: Shape 2092">
                  <a:extLst>
                    <a:ext uri="{FF2B5EF4-FFF2-40B4-BE49-F238E27FC236}">
                      <a16:creationId xmlns:a16="http://schemas.microsoft.com/office/drawing/2014/main" id="{DA5BA079-B46A-4452-F5F5-F8893919A05C}"/>
                    </a:ext>
                  </a:extLst>
                </p:cNvPr>
                <p:cNvSpPr/>
                <p:nvPr/>
              </p:nvSpPr>
              <p:spPr>
                <a:xfrm>
                  <a:off x="2688238" y="3760770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4" name="Freeform: Shape 2093">
                  <a:extLst>
                    <a:ext uri="{FF2B5EF4-FFF2-40B4-BE49-F238E27FC236}">
                      <a16:creationId xmlns:a16="http://schemas.microsoft.com/office/drawing/2014/main" id="{FF594CB8-1EAE-A153-BFCF-90E6EB359004}"/>
                    </a:ext>
                  </a:extLst>
                </p:cNvPr>
                <p:cNvSpPr/>
                <p:nvPr/>
              </p:nvSpPr>
              <p:spPr>
                <a:xfrm>
                  <a:off x="2900126" y="2835179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5" name="Freeform: Shape 2094">
                  <a:extLst>
                    <a:ext uri="{FF2B5EF4-FFF2-40B4-BE49-F238E27FC236}">
                      <a16:creationId xmlns:a16="http://schemas.microsoft.com/office/drawing/2014/main" id="{7DEF2704-EC02-D0C1-DD38-994FBFE9E530}"/>
                    </a:ext>
                  </a:extLst>
                </p:cNvPr>
                <p:cNvSpPr/>
                <p:nvPr/>
              </p:nvSpPr>
              <p:spPr>
                <a:xfrm>
                  <a:off x="2138226" y="231743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6" name="Freeform: Shape 2095">
                  <a:extLst>
                    <a:ext uri="{FF2B5EF4-FFF2-40B4-BE49-F238E27FC236}">
                      <a16:creationId xmlns:a16="http://schemas.microsoft.com/office/drawing/2014/main" id="{A635E315-747A-8392-688C-C2AE77D14083}"/>
                    </a:ext>
                  </a:extLst>
                </p:cNvPr>
                <p:cNvSpPr/>
                <p:nvPr/>
              </p:nvSpPr>
              <p:spPr>
                <a:xfrm>
                  <a:off x="2287000" y="384624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7" name="Freeform: Shape 2096">
                  <a:extLst>
                    <a:ext uri="{FF2B5EF4-FFF2-40B4-BE49-F238E27FC236}">
                      <a16:creationId xmlns:a16="http://schemas.microsoft.com/office/drawing/2014/main" id="{916FA600-567A-09D4-AF34-D8848E5AB8D6}"/>
                    </a:ext>
                  </a:extLst>
                </p:cNvPr>
                <p:cNvSpPr/>
                <p:nvPr/>
              </p:nvSpPr>
              <p:spPr>
                <a:xfrm>
                  <a:off x="2332083" y="3035439"/>
                  <a:ext cx="58605" cy="63497"/>
                </a:xfrm>
                <a:custGeom>
                  <a:avLst/>
                  <a:gdLst>
                    <a:gd name="connsiteX0" fmla="*/ 12383 w 24764"/>
                    <a:gd name="connsiteY0" fmla="*/ 0 h 24765"/>
                    <a:gd name="connsiteX1" fmla="*/ 24765 w 24764"/>
                    <a:gd name="connsiteY1" fmla="*/ 12383 h 24765"/>
                    <a:gd name="connsiteX2" fmla="*/ 12383 w 24764"/>
                    <a:gd name="connsiteY2" fmla="*/ 24765 h 24765"/>
                    <a:gd name="connsiteX3" fmla="*/ 0 w 24764"/>
                    <a:gd name="connsiteY3" fmla="*/ 12383 h 24765"/>
                    <a:gd name="connsiteX4" fmla="*/ 12383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3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3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8" name="Freeform: Shape 2097">
                  <a:extLst>
                    <a:ext uri="{FF2B5EF4-FFF2-40B4-BE49-F238E27FC236}">
                      <a16:creationId xmlns:a16="http://schemas.microsoft.com/office/drawing/2014/main" id="{9AE8364E-302C-D05C-532A-C6DEB694D691}"/>
                    </a:ext>
                  </a:extLst>
                </p:cNvPr>
                <p:cNvSpPr/>
                <p:nvPr/>
              </p:nvSpPr>
              <p:spPr>
                <a:xfrm>
                  <a:off x="2230645" y="424188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9" name="Freeform: Shape 2098">
                  <a:extLst>
                    <a:ext uri="{FF2B5EF4-FFF2-40B4-BE49-F238E27FC236}">
                      <a16:creationId xmlns:a16="http://schemas.microsoft.com/office/drawing/2014/main" id="{58F3A093-F4E0-EB5A-6B9B-2ABDD6FC2337}"/>
                    </a:ext>
                  </a:extLst>
                </p:cNvPr>
                <p:cNvSpPr/>
                <p:nvPr/>
              </p:nvSpPr>
              <p:spPr>
                <a:xfrm>
                  <a:off x="2665697" y="1897379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2 h 24765"/>
                    <a:gd name="connsiteX2" fmla="*/ 12382 w 24764"/>
                    <a:gd name="connsiteY2" fmla="*/ 24765 h 24765"/>
                    <a:gd name="connsiteX3" fmla="*/ 0 w 24764"/>
                    <a:gd name="connsiteY3" fmla="*/ 12382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0" name="Freeform: Shape 2099">
                  <a:extLst>
                    <a:ext uri="{FF2B5EF4-FFF2-40B4-BE49-F238E27FC236}">
                      <a16:creationId xmlns:a16="http://schemas.microsoft.com/office/drawing/2014/main" id="{C3FC3674-412A-B64C-3B46-014817125132}"/>
                    </a:ext>
                  </a:extLst>
                </p:cNvPr>
                <p:cNvSpPr/>
                <p:nvPr/>
              </p:nvSpPr>
              <p:spPr>
                <a:xfrm>
                  <a:off x="2323064" y="333094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1" name="Freeform: Shape 2100">
                  <a:extLst>
                    <a:ext uri="{FF2B5EF4-FFF2-40B4-BE49-F238E27FC236}">
                      <a16:creationId xmlns:a16="http://schemas.microsoft.com/office/drawing/2014/main" id="{46BBC636-B59F-28EA-BCD3-BF7FC5581D43}"/>
                    </a:ext>
                  </a:extLst>
                </p:cNvPr>
                <p:cNvSpPr/>
                <p:nvPr/>
              </p:nvSpPr>
              <p:spPr>
                <a:xfrm>
                  <a:off x="1734732" y="5538684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2" name="Freeform: Shape 2101">
                  <a:extLst>
                    <a:ext uri="{FF2B5EF4-FFF2-40B4-BE49-F238E27FC236}">
                      <a16:creationId xmlns:a16="http://schemas.microsoft.com/office/drawing/2014/main" id="{C65B898E-FDBA-02BE-2B57-3831A988616B}"/>
                    </a:ext>
                  </a:extLst>
                </p:cNvPr>
                <p:cNvSpPr/>
                <p:nvPr/>
              </p:nvSpPr>
              <p:spPr>
                <a:xfrm>
                  <a:off x="1984942" y="4842658"/>
                  <a:ext cx="63116" cy="68381"/>
                </a:xfrm>
                <a:custGeom>
                  <a:avLst/>
                  <a:gdLst>
                    <a:gd name="connsiteX0" fmla="*/ 13335 w 26670"/>
                    <a:gd name="connsiteY0" fmla="*/ 0 h 26670"/>
                    <a:gd name="connsiteX1" fmla="*/ 26670 w 26670"/>
                    <a:gd name="connsiteY1" fmla="*/ 13335 h 26670"/>
                    <a:gd name="connsiteX2" fmla="*/ 13335 w 26670"/>
                    <a:gd name="connsiteY2" fmla="*/ 26670 h 26670"/>
                    <a:gd name="connsiteX3" fmla="*/ 0 w 26670"/>
                    <a:gd name="connsiteY3" fmla="*/ 13335 h 26670"/>
                    <a:gd name="connsiteX4" fmla="*/ 13335 w 26670"/>
                    <a:gd name="connsiteY4" fmla="*/ 0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6667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3" name="Freeform: Shape 2102">
                  <a:extLst>
                    <a:ext uri="{FF2B5EF4-FFF2-40B4-BE49-F238E27FC236}">
                      <a16:creationId xmlns:a16="http://schemas.microsoft.com/office/drawing/2014/main" id="{BD44AB4C-5D61-DD09-C4BF-1C52008B6E04}"/>
                    </a:ext>
                  </a:extLst>
                </p:cNvPr>
                <p:cNvSpPr/>
                <p:nvPr/>
              </p:nvSpPr>
              <p:spPr>
                <a:xfrm>
                  <a:off x="2329828" y="5643696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5715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4" name="Freeform: Shape 2103">
                  <a:extLst>
                    <a:ext uri="{FF2B5EF4-FFF2-40B4-BE49-F238E27FC236}">
                      <a16:creationId xmlns:a16="http://schemas.microsoft.com/office/drawing/2014/main" id="{EF4E62A3-F8DD-8805-97D2-A37326F84675}"/>
                    </a:ext>
                  </a:extLst>
                </p:cNvPr>
                <p:cNvSpPr/>
                <p:nvPr/>
              </p:nvSpPr>
              <p:spPr>
                <a:xfrm>
                  <a:off x="2275728" y="4735202"/>
                  <a:ext cx="31558" cy="34188"/>
                </a:xfrm>
                <a:custGeom>
                  <a:avLst/>
                  <a:gdLst>
                    <a:gd name="connsiteX0" fmla="*/ 6667 w 13335"/>
                    <a:gd name="connsiteY0" fmla="*/ 0 h 13334"/>
                    <a:gd name="connsiteX1" fmla="*/ 13335 w 13335"/>
                    <a:gd name="connsiteY1" fmla="*/ 6667 h 13334"/>
                    <a:gd name="connsiteX2" fmla="*/ 6667 w 13335"/>
                    <a:gd name="connsiteY2" fmla="*/ 13335 h 13334"/>
                    <a:gd name="connsiteX3" fmla="*/ 0 w 13335"/>
                    <a:gd name="connsiteY3" fmla="*/ 6667 h 13334"/>
                    <a:gd name="connsiteX4" fmla="*/ 6667 w 13335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6667" y="0"/>
                      </a:moveTo>
                      <a:cubicBezTo>
                        <a:pt x="10477" y="0"/>
                        <a:pt x="13335" y="2858"/>
                        <a:pt x="13335" y="6667"/>
                      </a:cubicBezTo>
                      <a:cubicBezTo>
                        <a:pt x="13335" y="10477"/>
                        <a:pt x="10477" y="13335"/>
                        <a:pt x="6667" y="13335"/>
                      </a:cubicBez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952" y="2858"/>
                        <a:pt x="3810" y="0"/>
                        <a:pt x="666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5" name="Freeform: Shape 2104">
                  <a:extLst>
                    <a:ext uri="{FF2B5EF4-FFF2-40B4-BE49-F238E27FC236}">
                      <a16:creationId xmlns:a16="http://schemas.microsoft.com/office/drawing/2014/main" id="{97FBEAE7-E350-A7AB-81C0-79C1DD41A70A}"/>
                    </a:ext>
                  </a:extLst>
                </p:cNvPr>
                <p:cNvSpPr/>
                <p:nvPr/>
              </p:nvSpPr>
              <p:spPr>
                <a:xfrm>
                  <a:off x="2311603" y="1865629"/>
                  <a:ext cx="72322" cy="78150"/>
                </a:xfrm>
                <a:custGeom>
                  <a:avLst/>
                  <a:gdLst>
                    <a:gd name="connsiteX0" fmla="*/ 15321 w 30560"/>
                    <a:gd name="connsiteY0" fmla="*/ 0 h 30480"/>
                    <a:gd name="connsiteX1" fmla="*/ 30561 w 30560"/>
                    <a:gd name="connsiteY1" fmla="*/ 15240 h 30480"/>
                    <a:gd name="connsiteX2" fmla="*/ 15321 w 30560"/>
                    <a:gd name="connsiteY2" fmla="*/ 30480 h 30480"/>
                    <a:gd name="connsiteX3" fmla="*/ 81 w 30560"/>
                    <a:gd name="connsiteY3" fmla="*/ 15240 h 30480"/>
                    <a:gd name="connsiteX4" fmla="*/ 15321 w 30560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80">
                      <a:moveTo>
                        <a:pt x="15321" y="0"/>
                      </a:moveTo>
                      <a:cubicBezTo>
                        <a:pt x="23893" y="0"/>
                        <a:pt x="30561" y="6668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8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6" name="Freeform: Shape 2105">
                  <a:extLst>
                    <a:ext uri="{FF2B5EF4-FFF2-40B4-BE49-F238E27FC236}">
                      <a16:creationId xmlns:a16="http://schemas.microsoft.com/office/drawing/2014/main" id="{9452044F-58DA-AB5B-7B37-7BE746C1369A}"/>
                    </a:ext>
                  </a:extLst>
                </p:cNvPr>
                <p:cNvSpPr/>
                <p:nvPr/>
              </p:nvSpPr>
              <p:spPr>
                <a:xfrm>
                  <a:off x="2629628" y="247617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7" name="Freeform: Shape 2106">
                  <a:extLst>
                    <a:ext uri="{FF2B5EF4-FFF2-40B4-BE49-F238E27FC236}">
                      <a16:creationId xmlns:a16="http://schemas.microsoft.com/office/drawing/2014/main" id="{99EE3BA2-D0BC-FF5C-543A-52BDD9993F5B}"/>
                    </a:ext>
                  </a:extLst>
                </p:cNvPr>
                <p:cNvSpPr/>
                <p:nvPr/>
              </p:nvSpPr>
              <p:spPr>
                <a:xfrm>
                  <a:off x="2794182" y="313068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8" name="Freeform: Shape 2107">
                  <a:extLst>
                    <a:ext uri="{FF2B5EF4-FFF2-40B4-BE49-F238E27FC236}">
                      <a16:creationId xmlns:a16="http://schemas.microsoft.com/office/drawing/2014/main" id="{6D3345D4-13E0-0F93-E7CA-2149A953CB67}"/>
                    </a:ext>
                  </a:extLst>
                </p:cNvPr>
                <p:cNvSpPr/>
                <p:nvPr/>
              </p:nvSpPr>
              <p:spPr>
                <a:xfrm>
                  <a:off x="2205851" y="197552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9" name="Freeform: Shape 2108">
                  <a:extLst>
                    <a:ext uri="{FF2B5EF4-FFF2-40B4-BE49-F238E27FC236}">
                      <a16:creationId xmlns:a16="http://schemas.microsoft.com/office/drawing/2014/main" id="{6FFFC9A1-5C31-BCEE-9360-D770D2D15AC3}"/>
                    </a:ext>
                  </a:extLst>
                </p:cNvPr>
                <p:cNvSpPr/>
                <p:nvPr/>
              </p:nvSpPr>
              <p:spPr>
                <a:xfrm>
                  <a:off x="1908303" y="2305223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0" name="Freeform: Shape 2109">
                  <a:extLst>
                    <a:ext uri="{FF2B5EF4-FFF2-40B4-BE49-F238E27FC236}">
                      <a16:creationId xmlns:a16="http://schemas.microsoft.com/office/drawing/2014/main" id="{80DEDE9A-722C-1460-7F76-90DC52D2CA04}"/>
                    </a:ext>
                  </a:extLst>
                </p:cNvPr>
                <p:cNvSpPr/>
                <p:nvPr/>
              </p:nvSpPr>
              <p:spPr>
                <a:xfrm>
                  <a:off x="2230645" y="227591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1" name="Freeform: Shape 2110">
                  <a:extLst>
                    <a:ext uri="{FF2B5EF4-FFF2-40B4-BE49-F238E27FC236}">
                      <a16:creationId xmlns:a16="http://schemas.microsoft.com/office/drawing/2014/main" id="{1E8D1C4F-0BED-88CC-D515-47628181AFF4}"/>
                    </a:ext>
                  </a:extLst>
                </p:cNvPr>
                <p:cNvSpPr/>
                <p:nvPr/>
              </p:nvSpPr>
              <p:spPr>
                <a:xfrm>
                  <a:off x="2086380" y="2439545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7 h 28575"/>
                    <a:gd name="connsiteX1" fmla="*/ 14287 w 28575"/>
                    <a:gd name="connsiteY1" fmla="*/ 28575 h 28575"/>
                    <a:gd name="connsiteX2" fmla="*/ 0 w 28575"/>
                    <a:gd name="connsiteY2" fmla="*/ 14287 h 28575"/>
                    <a:gd name="connsiteX3" fmla="*/ 14287 w 28575"/>
                    <a:gd name="connsiteY3" fmla="*/ 0 h 28575"/>
                    <a:gd name="connsiteX4" fmla="*/ 28575 w 28575"/>
                    <a:gd name="connsiteY4" fmla="*/ 14287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7"/>
                      </a:moveTo>
                      <a:cubicBezTo>
                        <a:pt x="28575" y="22178"/>
                        <a:pt x="22178" y="28575"/>
                        <a:pt x="14287" y="28575"/>
                      </a:cubicBezTo>
                      <a:cubicBezTo>
                        <a:pt x="6397" y="28575"/>
                        <a:pt x="0" y="22178"/>
                        <a:pt x="0" y="14287"/>
                      </a:cubicBezTo>
                      <a:cubicBezTo>
                        <a:pt x="0" y="6397"/>
                        <a:pt x="6397" y="0"/>
                        <a:pt x="14287" y="0"/>
                      </a:cubicBezTo>
                      <a:cubicBezTo>
                        <a:pt x="22178" y="0"/>
                        <a:pt x="28575" y="6397"/>
                        <a:pt x="28575" y="1428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2" name="Freeform: Shape 2111">
                  <a:extLst>
                    <a:ext uri="{FF2B5EF4-FFF2-40B4-BE49-F238E27FC236}">
                      <a16:creationId xmlns:a16="http://schemas.microsoft.com/office/drawing/2014/main" id="{4DA5B87C-8773-4503-DFCD-BEFB7FB75073}"/>
                    </a:ext>
                  </a:extLst>
                </p:cNvPr>
                <p:cNvSpPr/>
                <p:nvPr/>
              </p:nvSpPr>
              <p:spPr>
                <a:xfrm>
                  <a:off x="2663442" y="2070775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3" name="Freeform: Shape 2112">
                  <a:extLst>
                    <a:ext uri="{FF2B5EF4-FFF2-40B4-BE49-F238E27FC236}">
                      <a16:creationId xmlns:a16="http://schemas.microsoft.com/office/drawing/2014/main" id="{3B6CB6EB-E72A-4955-BD99-ACB9C1FC8452}"/>
                    </a:ext>
                  </a:extLst>
                </p:cNvPr>
                <p:cNvSpPr/>
                <p:nvPr/>
              </p:nvSpPr>
              <p:spPr>
                <a:xfrm>
                  <a:off x="2453807" y="338222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4" name="Freeform: Shape 2113">
                  <a:extLst>
                    <a:ext uri="{FF2B5EF4-FFF2-40B4-BE49-F238E27FC236}">
                      <a16:creationId xmlns:a16="http://schemas.microsoft.com/office/drawing/2014/main" id="{2FC98FF5-AAFF-A323-7309-E328D1392B0C}"/>
                    </a:ext>
                  </a:extLst>
                </p:cNvPr>
                <p:cNvSpPr/>
                <p:nvPr/>
              </p:nvSpPr>
              <p:spPr>
                <a:xfrm>
                  <a:off x="2557498" y="2253938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5" name="Freeform: Shape 2114">
                  <a:extLst>
                    <a:ext uri="{FF2B5EF4-FFF2-40B4-BE49-F238E27FC236}">
                      <a16:creationId xmlns:a16="http://schemas.microsoft.com/office/drawing/2014/main" id="{517CE8D6-19A1-AB17-0B01-91B135A8A839}"/>
                    </a:ext>
                  </a:extLst>
                </p:cNvPr>
                <p:cNvSpPr/>
                <p:nvPr/>
              </p:nvSpPr>
              <p:spPr>
                <a:xfrm>
                  <a:off x="1680633" y="439818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6" name="Freeform: Shape 2115">
                  <a:extLst>
                    <a:ext uri="{FF2B5EF4-FFF2-40B4-BE49-F238E27FC236}">
                      <a16:creationId xmlns:a16="http://schemas.microsoft.com/office/drawing/2014/main" id="{B80F1B77-8E97-F9D8-C37B-C4E8076090C5}"/>
                    </a:ext>
                  </a:extLst>
                </p:cNvPr>
                <p:cNvSpPr/>
                <p:nvPr/>
              </p:nvSpPr>
              <p:spPr>
                <a:xfrm>
                  <a:off x="2681475" y="335048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7" name="Freeform: Shape 2116">
                  <a:extLst>
                    <a:ext uri="{FF2B5EF4-FFF2-40B4-BE49-F238E27FC236}">
                      <a16:creationId xmlns:a16="http://schemas.microsoft.com/office/drawing/2014/main" id="{BBB192EC-6228-CF0E-0E99-BDF8DA76BAB7}"/>
                    </a:ext>
                  </a:extLst>
                </p:cNvPr>
                <p:cNvSpPr/>
                <p:nvPr/>
              </p:nvSpPr>
              <p:spPr>
                <a:xfrm>
                  <a:off x="2163021" y="386089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8" name="Freeform: Shape 2117">
                  <a:extLst>
                    <a:ext uri="{FF2B5EF4-FFF2-40B4-BE49-F238E27FC236}">
                      <a16:creationId xmlns:a16="http://schemas.microsoft.com/office/drawing/2014/main" id="{A3AEE53E-4DBC-BFF5-996E-9A8A3AD49797}"/>
                    </a:ext>
                  </a:extLst>
                </p:cNvPr>
                <p:cNvSpPr/>
                <p:nvPr/>
              </p:nvSpPr>
              <p:spPr>
                <a:xfrm>
                  <a:off x="2169784" y="5084436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9" name="Freeform: Shape 2118">
                  <a:extLst>
                    <a:ext uri="{FF2B5EF4-FFF2-40B4-BE49-F238E27FC236}">
                      <a16:creationId xmlns:a16="http://schemas.microsoft.com/office/drawing/2014/main" id="{DCC6A3B3-D3B9-FB80-CC9F-A6AB71541F06}"/>
                    </a:ext>
                  </a:extLst>
                </p:cNvPr>
                <p:cNvSpPr/>
                <p:nvPr/>
              </p:nvSpPr>
              <p:spPr>
                <a:xfrm>
                  <a:off x="1881253" y="529934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0" name="Freeform: Shape 2119">
                  <a:extLst>
                    <a:ext uri="{FF2B5EF4-FFF2-40B4-BE49-F238E27FC236}">
                      <a16:creationId xmlns:a16="http://schemas.microsoft.com/office/drawing/2014/main" id="{380912AF-A1A5-6A28-8E43-666C27AD4245}"/>
                    </a:ext>
                  </a:extLst>
                </p:cNvPr>
                <p:cNvSpPr/>
                <p:nvPr/>
              </p:nvSpPr>
              <p:spPr>
                <a:xfrm>
                  <a:off x="2415485" y="3682617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1" name="Freeform: Shape 2120">
                  <a:extLst>
                    <a:ext uri="{FF2B5EF4-FFF2-40B4-BE49-F238E27FC236}">
                      <a16:creationId xmlns:a16="http://schemas.microsoft.com/office/drawing/2014/main" id="{BDE11D09-B37B-ED54-0320-D550222A0C8B}"/>
                    </a:ext>
                  </a:extLst>
                </p:cNvPr>
                <p:cNvSpPr/>
                <p:nvPr/>
              </p:nvSpPr>
              <p:spPr>
                <a:xfrm>
                  <a:off x="2280236" y="204635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2" name="Freeform: Shape 2121">
                  <a:extLst>
                    <a:ext uri="{FF2B5EF4-FFF2-40B4-BE49-F238E27FC236}">
                      <a16:creationId xmlns:a16="http://schemas.microsoft.com/office/drawing/2014/main" id="{06CA4C34-82CA-37C0-B3B2-DA3D530064DA}"/>
                    </a:ext>
                  </a:extLst>
                </p:cNvPr>
                <p:cNvSpPr/>
                <p:nvPr/>
              </p:nvSpPr>
              <p:spPr>
                <a:xfrm>
                  <a:off x="2449296" y="1887610"/>
                  <a:ext cx="72133" cy="78147"/>
                </a:xfrm>
                <a:custGeom>
                  <a:avLst/>
                  <a:gdLst>
                    <a:gd name="connsiteX0" fmla="*/ 15240 w 30480"/>
                    <a:gd name="connsiteY0" fmla="*/ 0 h 30479"/>
                    <a:gd name="connsiteX1" fmla="*/ 30480 w 30480"/>
                    <a:gd name="connsiteY1" fmla="*/ 15240 h 30479"/>
                    <a:gd name="connsiteX2" fmla="*/ 15240 w 30480"/>
                    <a:gd name="connsiteY2" fmla="*/ 30480 h 30479"/>
                    <a:gd name="connsiteX3" fmla="*/ 0 w 30480"/>
                    <a:gd name="connsiteY3" fmla="*/ 15240 h 30479"/>
                    <a:gd name="connsiteX4" fmla="*/ 15240 w 3048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8" y="30480"/>
                        <a:pt x="0" y="23813"/>
                        <a:pt x="0" y="15240"/>
                      </a:cubicBezTo>
                      <a:cubicBezTo>
                        <a:pt x="0" y="6667"/>
                        <a:pt x="6668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3" name="Freeform: Shape 2122">
                  <a:extLst>
                    <a:ext uri="{FF2B5EF4-FFF2-40B4-BE49-F238E27FC236}">
                      <a16:creationId xmlns:a16="http://schemas.microsoft.com/office/drawing/2014/main" id="{F0949802-D563-6665-01C7-D10CC732B59B}"/>
                    </a:ext>
                  </a:extLst>
                </p:cNvPr>
                <p:cNvSpPr/>
                <p:nvPr/>
              </p:nvSpPr>
              <p:spPr>
                <a:xfrm>
                  <a:off x="2474093" y="2940192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2860" y="0"/>
                        <a:pt x="28575" y="6668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5715" y="28575"/>
                        <a:pt x="0" y="21907"/>
                        <a:pt x="0" y="14288"/>
                      </a:cubicBezTo>
                      <a:cubicBezTo>
                        <a:pt x="0" y="6668"/>
                        <a:pt x="5715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4" name="Freeform: Shape 2123">
                  <a:extLst>
                    <a:ext uri="{FF2B5EF4-FFF2-40B4-BE49-F238E27FC236}">
                      <a16:creationId xmlns:a16="http://schemas.microsoft.com/office/drawing/2014/main" id="{7015DC98-BB14-55AB-8796-6E7D5DAE1C93}"/>
                    </a:ext>
                  </a:extLst>
                </p:cNvPr>
                <p:cNvSpPr/>
                <p:nvPr/>
              </p:nvSpPr>
              <p:spPr>
                <a:xfrm>
                  <a:off x="1637805" y="5340865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5" name="Freeform: Shape 2124">
                  <a:extLst>
                    <a:ext uri="{FF2B5EF4-FFF2-40B4-BE49-F238E27FC236}">
                      <a16:creationId xmlns:a16="http://schemas.microsoft.com/office/drawing/2014/main" id="{ACCB2C6D-13FE-43C4-093D-2363F574B100}"/>
                    </a:ext>
                  </a:extLst>
                </p:cNvPr>
                <p:cNvSpPr/>
                <p:nvPr/>
              </p:nvSpPr>
              <p:spPr>
                <a:xfrm>
                  <a:off x="2528193" y="356539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6" name="Freeform: Shape 2125">
                  <a:extLst>
                    <a:ext uri="{FF2B5EF4-FFF2-40B4-BE49-F238E27FC236}">
                      <a16:creationId xmlns:a16="http://schemas.microsoft.com/office/drawing/2014/main" id="{63451554-2C3A-C82B-8A22-CCA798B41F35}"/>
                    </a:ext>
                  </a:extLst>
                </p:cNvPr>
                <p:cNvSpPr/>
                <p:nvPr/>
              </p:nvSpPr>
              <p:spPr>
                <a:xfrm>
                  <a:off x="2516923" y="210008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7" name="Freeform: Shape 2126">
                  <a:extLst>
                    <a:ext uri="{FF2B5EF4-FFF2-40B4-BE49-F238E27FC236}">
                      <a16:creationId xmlns:a16="http://schemas.microsoft.com/office/drawing/2014/main" id="{C482070E-7189-E543-0066-1EA0D4585CEC}"/>
                    </a:ext>
                  </a:extLst>
                </p:cNvPr>
                <p:cNvSpPr/>
                <p:nvPr/>
              </p:nvSpPr>
              <p:spPr>
                <a:xfrm>
                  <a:off x="2523684" y="5399477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7145" y="0"/>
                        <a:pt x="22860" y="4763"/>
                        <a:pt x="22860" y="11430"/>
                      </a:cubicBezTo>
                      <a:cubicBezTo>
                        <a:pt x="22860" y="17145"/>
                        <a:pt x="18098" y="22860"/>
                        <a:pt x="11430" y="22860"/>
                      </a:cubicBezTo>
                      <a:cubicBezTo>
                        <a:pt x="5715" y="22860"/>
                        <a:pt x="0" y="18097"/>
                        <a:pt x="0" y="11430"/>
                      </a:cubicBezTo>
                      <a:cubicBezTo>
                        <a:pt x="952" y="4763"/>
                        <a:pt x="5715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8" name="Freeform: Shape 2127">
                  <a:extLst>
                    <a:ext uri="{FF2B5EF4-FFF2-40B4-BE49-F238E27FC236}">
                      <a16:creationId xmlns:a16="http://schemas.microsoft.com/office/drawing/2014/main" id="{9081D6D0-F4C1-2594-7977-83460DE30C3F}"/>
                    </a:ext>
                  </a:extLst>
                </p:cNvPr>
                <p:cNvSpPr/>
                <p:nvPr/>
              </p:nvSpPr>
              <p:spPr>
                <a:xfrm>
                  <a:off x="1874490" y="217334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2 w 32385"/>
                    <a:gd name="connsiteY1" fmla="*/ 32385 h 32385"/>
                    <a:gd name="connsiteX2" fmla="*/ 0 w 32385"/>
                    <a:gd name="connsiteY2" fmla="*/ 16192 h 32385"/>
                    <a:gd name="connsiteX3" fmla="*/ 16192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9" name="Freeform: Shape 2128">
                  <a:extLst>
                    <a:ext uri="{FF2B5EF4-FFF2-40B4-BE49-F238E27FC236}">
                      <a16:creationId xmlns:a16="http://schemas.microsoft.com/office/drawing/2014/main" id="{732D67DF-64C2-8BB6-E22E-BCF6A6C9664D}"/>
                    </a:ext>
                  </a:extLst>
                </p:cNvPr>
                <p:cNvSpPr/>
                <p:nvPr/>
              </p:nvSpPr>
              <p:spPr>
                <a:xfrm>
                  <a:off x="2397452" y="5528915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6667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0" name="Freeform: Shape 2129">
                  <a:extLst>
                    <a:ext uri="{FF2B5EF4-FFF2-40B4-BE49-F238E27FC236}">
                      <a16:creationId xmlns:a16="http://schemas.microsoft.com/office/drawing/2014/main" id="{8A6FB5A5-1D83-2CCB-900B-778270DB841F}"/>
                    </a:ext>
                  </a:extLst>
                </p:cNvPr>
                <p:cNvSpPr/>
                <p:nvPr/>
              </p:nvSpPr>
              <p:spPr>
                <a:xfrm>
                  <a:off x="2208104" y="202437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1" name="Freeform: Shape 2130">
                  <a:extLst>
                    <a:ext uri="{FF2B5EF4-FFF2-40B4-BE49-F238E27FC236}">
                      <a16:creationId xmlns:a16="http://schemas.microsoft.com/office/drawing/2014/main" id="{1FADCFB9-4835-5B69-E0D1-0CB6375E200C}"/>
                    </a:ext>
                  </a:extLst>
                </p:cNvPr>
                <p:cNvSpPr/>
                <p:nvPr/>
              </p:nvSpPr>
              <p:spPr>
                <a:xfrm>
                  <a:off x="1996214" y="4447024"/>
                  <a:ext cx="49591" cy="53726"/>
                </a:xfrm>
                <a:custGeom>
                  <a:avLst/>
                  <a:gdLst>
                    <a:gd name="connsiteX0" fmla="*/ 10478 w 20955"/>
                    <a:gd name="connsiteY0" fmla="*/ 0 h 20954"/>
                    <a:gd name="connsiteX1" fmla="*/ 20955 w 20955"/>
                    <a:gd name="connsiteY1" fmla="*/ 10477 h 20954"/>
                    <a:gd name="connsiteX2" fmla="*/ 10478 w 20955"/>
                    <a:gd name="connsiteY2" fmla="*/ 20955 h 20954"/>
                    <a:gd name="connsiteX3" fmla="*/ 0 w 20955"/>
                    <a:gd name="connsiteY3" fmla="*/ 10477 h 20954"/>
                    <a:gd name="connsiteX4" fmla="*/ 10478 w 20955"/>
                    <a:gd name="connsiteY4" fmla="*/ 0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5" h="20954">
                      <a:moveTo>
                        <a:pt x="10478" y="0"/>
                      </a:moveTo>
                      <a:cubicBezTo>
                        <a:pt x="16193" y="0"/>
                        <a:pt x="20955" y="4763"/>
                        <a:pt x="20955" y="10477"/>
                      </a:cubicBezTo>
                      <a:cubicBezTo>
                        <a:pt x="20955" y="16192"/>
                        <a:pt x="16193" y="20955"/>
                        <a:pt x="10478" y="20955"/>
                      </a:cubicBezTo>
                      <a:cubicBezTo>
                        <a:pt x="4763" y="20955"/>
                        <a:pt x="0" y="16192"/>
                        <a:pt x="0" y="10477"/>
                      </a:cubicBezTo>
                      <a:cubicBezTo>
                        <a:pt x="0" y="4763"/>
                        <a:pt x="4763" y="0"/>
                        <a:pt x="1047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2" name="Freeform: Shape 2131">
                  <a:extLst>
                    <a:ext uri="{FF2B5EF4-FFF2-40B4-BE49-F238E27FC236}">
                      <a16:creationId xmlns:a16="http://schemas.microsoft.com/office/drawing/2014/main" id="{519B3641-FE24-D507-DFFD-B3354A5153D3}"/>
                    </a:ext>
                  </a:extLst>
                </p:cNvPr>
                <p:cNvSpPr/>
                <p:nvPr/>
              </p:nvSpPr>
              <p:spPr>
                <a:xfrm>
                  <a:off x="1583706" y="236383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3" name="Freeform: Shape 2132">
                  <a:extLst>
                    <a:ext uri="{FF2B5EF4-FFF2-40B4-BE49-F238E27FC236}">
                      <a16:creationId xmlns:a16="http://schemas.microsoft.com/office/drawing/2014/main" id="{ABE972E0-2ED4-D04A-666B-A33575CD4165}"/>
                    </a:ext>
                  </a:extLst>
                </p:cNvPr>
                <p:cNvSpPr/>
                <p:nvPr/>
              </p:nvSpPr>
              <p:spPr>
                <a:xfrm>
                  <a:off x="1640058" y="526271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4" name="Freeform: Shape 2133">
                  <a:extLst>
                    <a:ext uri="{FF2B5EF4-FFF2-40B4-BE49-F238E27FC236}">
                      <a16:creationId xmlns:a16="http://schemas.microsoft.com/office/drawing/2014/main" id="{6B35E40E-48A5-92AD-0131-E0BDB26C8CED}"/>
                    </a:ext>
                  </a:extLst>
                </p:cNvPr>
                <p:cNvSpPr/>
                <p:nvPr/>
              </p:nvSpPr>
              <p:spPr>
                <a:xfrm>
                  <a:off x="2383927" y="3013460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5" name="Freeform: Shape 2134">
                  <a:extLst>
                    <a:ext uri="{FF2B5EF4-FFF2-40B4-BE49-F238E27FC236}">
                      <a16:creationId xmlns:a16="http://schemas.microsoft.com/office/drawing/2014/main" id="{4E6569C0-D907-6506-758A-4B8B1980E4E1}"/>
                    </a:ext>
                  </a:extLst>
                </p:cNvPr>
                <p:cNvSpPr/>
                <p:nvPr/>
              </p:nvSpPr>
              <p:spPr>
                <a:xfrm>
                  <a:off x="2095396" y="2383375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6" name="Freeform: Shape 2135">
                  <a:extLst>
                    <a:ext uri="{FF2B5EF4-FFF2-40B4-BE49-F238E27FC236}">
                      <a16:creationId xmlns:a16="http://schemas.microsoft.com/office/drawing/2014/main" id="{454586C1-E4F0-DB02-455E-68F5BAD75EB8}"/>
                    </a:ext>
                  </a:extLst>
                </p:cNvPr>
                <p:cNvSpPr/>
                <p:nvPr/>
              </p:nvSpPr>
              <p:spPr>
                <a:xfrm>
                  <a:off x="1948878" y="357760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7" name="Freeform: Shape 2136">
                  <a:extLst>
                    <a:ext uri="{FF2B5EF4-FFF2-40B4-BE49-F238E27FC236}">
                      <a16:creationId xmlns:a16="http://schemas.microsoft.com/office/drawing/2014/main" id="{393CF8F5-880F-F0FE-E8C4-4446AC2E66DD}"/>
                    </a:ext>
                  </a:extLst>
                </p:cNvPr>
                <p:cNvSpPr/>
                <p:nvPr/>
              </p:nvSpPr>
              <p:spPr>
                <a:xfrm>
                  <a:off x="2232898" y="1838766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8" name="Freeform: Shape 2137">
                  <a:extLst>
                    <a:ext uri="{FF2B5EF4-FFF2-40B4-BE49-F238E27FC236}">
                      <a16:creationId xmlns:a16="http://schemas.microsoft.com/office/drawing/2014/main" id="{92FBE90D-3BE1-4A82-875C-46C64DB930FF}"/>
                    </a:ext>
                  </a:extLst>
                </p:cNvPr>
                <p:cNvSpPr/>
                <p:nvPr/>
              </p:nvSpPr>
              <p:spPr>
                <a:xfrm>
                  <a:off x="1637805" y="190470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9" name="Freeform: Shape 2138">
                  <a:extLst>
                    <a:ext uri="{FF2B5EF4-FFF2-40B4-BE49-F238E27FC236}">
                      <a16:creationId xmlns:a16="http://schemas.microsoft.com/office/drawing/2014/main" id="{86A9AA2E-0EF7-1D87-50F6-15FE9C07463B}"/>
                    </a:ext>
                  </a:extLst>
                </p:cNvPr>
                <p:cNvSpPr/>
                <p:nvPr/>
              </p:nvSpPr>
              <p:spPr>
                <a:xfrm>
                  <a:off x="1788832" y="1880282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0" name="Freeform: Shape 2139">
                  <a:extLst>
                    <a:ext uri="{FF2B5EF4-FFF2-40B4-BE49-F238E27FC236}">
                      <a16:creationId xmlns:a16="http://schemas.microsoft.com/office/drawing/2014/main" id="{4A68417B-46AA-39E4-682E-4F050325B95F}"/>
                    </a:ext>
                  </a:extLst>
                </p:cNvPr>
                <p:cNvSpPr/>
                <p:nvPr/>
              </p:nvSpPr>
              <p:spPr>
                <a:xfrm>
                  <a:off x="2429010" y="2974383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8"/>
                        <a:pt x="28575" y="14288"/>
                      </a:cubicBezTo>
                      <a:cubicBezTo>
                        <a:pt x="28575" y="21908"/>
                        <a:pt x="21907" y="28575"/>
                        <a:pt x="14288" y="28575"/>
                      </a:cubicBezTo>
                      <a:cubicBezTo>
                        <a:pt x="6667" y="28575"/>
                        <a:pt x="0" y="21908"/>
                        <a:pt x="0" y="14288"/>
                      </a:cubicBezTo>
                      <a:cubicBezTo>
                        <a:pt x="0" y="6668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1" name="Freeform: Shape 2140">
                  <a:extLst>
                    <a:ext uri="{FF2B5EF4-FFF2-40B4-BE49-F238E27FC236}">
                      <a16:creationId xmlns:a16="http://schemas.microsoft.com/office/drawing/2014/main" id="{DDEC5C4B-08B2-1E75-E1A3-7CF11859D5C2}"/>
                    </a:ext>
                  </a:extLst>
                </p:cNvPr>
                <p:cNvSpPr/>
                <p:nvPr/>
              </p:nvSpPr>
              <p:spPr>
                <a:xfrm>
                  <a:off x="2111174" y="228324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2" name="Freeform: Shape 2141">
                  <a:extLst>
                    <a:ext uri="{FF2B5EF4-FFF2-40B4-BE49-F238E27FC236}">
                      <a16:creationId xmlns:a16="http://schemas.microsoft.com/office/drawing/2014/main" id="{2EC7BB99-37BF-7D4A-667B-0C965E609328}"/>
                    </a:ext>
                  </a:extLst>
                </p:cNvPr>
                <p:cNvSpPr/>
                <p:nvPr/>
              </p:nvSpPr>
              <p:spPr>
                <a:xfrm>
                  <a:off x="2827650" y="4068486"/>
                  <a:ext cx="40918" cy="43959"/>
                </a:xfrm>
                <a:custGeom>
                  <a:avLst/>
                  <a:gdLst>
                    <a:gd name="connsiteX0" fmla="*/ 8718 w 17290"/>
                    <a:gd name="connsiteY0" fmla="*/ 0 h 17145"/>
                    <a:gd name="connsiteX1" fmla="*/ 17291 w 17290"/>
                    <a:gd name="connsiteY1" fmla="*/ 8573 h 17145"/>
                    <a:gd name="connsiteX2" fmla="*/ 8718 w 17290"/>
                    <a:gd name="connsiteY2" fmla="*/ 17145 h 17145"/>
                    <a:gd name="connsiteX3" fmla="*/ 146 w 17290"/>
                    <a:gd name="connsiteY3" fmla="*/ 8573 h 17145"/>
                    <a:gd name="connsiteX4" fmla="*/ 8718 w 17290"/>
                    <a:gd name="connsiteY4" fmla="*/ 0 h 1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90" h="17145">
                      <a:moveTo>
                        <a:pt x="8718" y="0"/>
                      </a:moveTo>
                      <a:cubicBezTo>
                        <a:pt x="13481" y="0"/>
                        <a:pt x="17291" y="3810"/>
                        <a:pt x="17291" y="8573"/>
                      </a:cubicBezTo>
                      <a:cubicBezTo>
                        <a:pt x="17291" y="13335"/>
                        <a:pt x="13481" y="17145"/>
                        <a:pt x="8718" y="17145"/>
                      </a:cubicBezTo>
                      <a:cubicBezTo>
                        <a:pt x="3956" y="17145"/>
                        <a:pt x="146" y="13335"/>
                        <a:pt x="146" y="8573"/>
                      </a:cubicBezTo>
                      <a:cubicBezTo>
                        <a:pt x="-807" y="3810"/>
                        <a:pt x="3003" y="0"/>
                        <a:pt x="871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3" name="Freeform: Shape 2142">
                  <a:extLst>
                    <a:ext uri="{FF2B5EF4-FFF2-40B4-BE49-F238E27FC236}">
                      <a16:creationId xmlns:a16="http://schemas.microsoft.com/office/drawing/2014/main" id="{21E09E50-0D68-E64C-EE08-93E91431263F}"/>
                    </a:ext>
                  </a:extLst>
                </p:cNvPr>
                <p:cNvSpPr/>
                <p:nvPr/>
              </p:nvSpPr>
              <p:spPr>
                <a:xfrm>
                  <a:off x="2814255" y="2168463"/>
                  <a:ext cx="63329" cy="68379"/>
                </a:xfrm>
                <a:custGeom>
                  <a:avLst/>
                  <a:gdLst>
                    <a:gd name="connsiteX0" fmla="*/ 13426 w 26760"/>
                    <a:gd name="connsiteY0" fmla="*/ 0 h 26669"/>
                    <a:gd name="connsiteX1" fmla="*/ 26761 w 26760"/>
                    <a:gd name="connsiteY1" fmla="*/ 13335 h 26669"/>
                    <a:gd name="connsiteX2" fmla="*/ 13426 w 26760"/>
                    <a:gd name="connsiteY2" fmla="*/ 26670 h 26669"/>
                    <a:gd name="connsiteX3" fmla="*/ 91 w 26760"/>
                    <a:gd name="connsiteY3" fmla="*/ 13335 h 26669"/>
                    <a:gd name="connsiteX4" fmla="*/ 13426 w 26760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760" h="26669">
                      <a:moveTo>
                        <a:pt x="13426" y="0"/>
                      </a:moveTo>
                      <a:cubicBezTo>
                        <a:pt x="21046" y="0"/>
                        <a:pt x="26761" y="5715"/>
                        <a:pt x="26761" y="13335"/>
                      </a:cubicBezTo>
                      <a:cubicBezTo>
                        <a:pt x="26761" y="20955"/>
                        <a:pt x="21046" y="26670"/>
                        <a:pt x="13426" y="26670"/>
                      </a:cubicBezTo>
                      <a:cubicBezTo>
                        <a:pt x="5806" y="26670"/>
                        <a:pt x="91" y="20955"/>
                        <a:pt x="91" y="13335"/>
                      </a:cubicBezTo>
                      <a:cubicBezTo>
                        <a:pt x="-861" y="5715"/>
                        <a:pt x="5806" y="0"/>
                        <a:pt x="1342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4" name="Freeform: Shape 2143">
                  <a:extLst>
                    <a:ext uri="{FF2B5EF4-FFF2-40B4-BE49-F238E27FC236}">
                      <a16:creationId xmlns:a16="http://schemas.microsoft.com/office/drawing/2014/main" id="{E1E6CEC4-6A84-937D-D9D2-15DC4DE403E7}"/>
                    </a:ext>
                  </a:extLst>
                </p:cNvPr>
                <p:cNvSpPr/>
                <p:nvPr/>
              </p:nvSpPr>
              <p:spPr>
                <a:xfrm>
                  <a:off x="2068346" y="352387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5" name="Freeform: Shape 2144">
                  <a:extLst>
                    <a:ext uri="{FF2B5EF4-FFF2-40B4-BE49-F238E27FC236}">
                      <a16:creationId xmlns:a16="http://schemas.microsoft.com/office/drawing/2014/main" id="{0D36FADB-B929-98D4-8332-84D22A91BE13}"/>
                    </a:ext>
                  </a:extLst>
                </p:cNvPr>
                <p:cNvSpPr/>
                <p:nvPr/>
              </p:nvSpPr>
              <p:spPr>
                <a:xfrm>
                  <a:off x="2187815" y="224172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6" name="Freeform: Shape 2145">
                  <a:extLst>
                    <a:ext uri="{FF2B5EF4-FFF2-40B4-BE49-F238E27FC236}">
                      <a16:creationId xmlns:a16="http://schemas.microsoft.com/office/drawing/2014/main" id="{DBBFB2BE-6A20-FEAF-32E7-5CA49DAE9451}"/>
                    </a:ext>
                  </a:extLst>
                </p:cNvPr>
                <p:cNvSpPr/>
                <p:nvPr/>
              </p:nvSpPr>
              <p:spPr>
                <a:xfrm>
                  <a:off x="2413232" y="3985451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7" name="Freeform: Shape 2146">
                  <a:extLst>
                    <a:ext uri="{FF2B5EF4-FFF2-40B4-BE49-F238E27FC236}">
                      <a16:creationId xmlns:a16="http://schemas.microsoft.com/office/drawing/2014/main" id="{1A98A198-AF44-B2BB-7BE0-F3BEC12B4AB3}"/>
                    </a:ext>
                  </a:extLst>
                </p:cNvPr>
                <p:cNvSpPr/>
                <p:nvPr/>
              </p:nvSpPr>
              <p:spPr>
                <a:xfrm>
                  <a:off x="1842932" y="5187008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3 h 32384"/>
                    <a:gd name="connsiteX1" fmla="*/ 16193 w 32385"/>
                    <a:gd name="connsiteY1" fmla="*/ 32385 h 32384"/>
                    <a:gd name="connsiteX2" fmla="*/ 0 w 32385"/>
                    <a:gd name="connsiteY2" fmla="*/ 16193 h 32384"/>
                    <a:gd name="connsiteX3" fmla="*/ 16193 w 32385"/>
                    <a:gd name="connsiteY3" fmla="*/ 0 h 32384"/>
                    <a:gd name="connsiteX4" fmla="*/ 32385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8" name="Freeform: Shape 2147">
                  <a:extLst>
                    <a:ext uri="{FF2B5EF4-FFF2-40B4-BE49-F238E27FC236}">
                      <a16:creationId xmlns:a16="http://schemas.microsoft.com/office/drawing/2014/main" id="{9235D320-F83A-78ED-BD83-157CFB2E2896}"/>
                    </a:ext>
                  </a:extLst>
                </p:cNvPr>
                <p:cNvSpPr/>
                <p:nvPr/>
              </p:nvSpPr>
              <p:spPr>
                <a:xfrm>
                  <a:off x="1797849" y="4202805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9" name="Freeform: Shape 2148">
                  <a:extLst>
                    <a:ext uri="{FF2B5EF4-FFF2-40B4-BE49-F238E27FC236}">
                      <a16:creationId xmlns:a16="http://schemas.microsoft.com/office/drawing/2014/main" id="{937D07AC-F9B2-1B2C-1207-23FCF0355270}"/>
                    </a:ext>
                  </a:extLst>
                </p:cNvPr>
                <p:cNvSpPr/>
                <p:nvPr/>
              </p:nvSpPr>
              <p:spPr>
                <a:xfrm>
                  <a:off x="2388436" y="5204102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0" name="Freeform: Shape 2149">
                  <a:extLst>
                    <a:ext uri="{FF2B5EF4-FFF2-40B4-BE49-F238E27FC236}">
                      <a16:creationId xmlns:a16="http://schemas.microsoft.com/office/drawing/2014/main" id="{04230668-569A-09A7-D087-1DD9D0A4162A}"/>
                    </a:ext>
                  </a:extLst>
                </p:cNvPr>
                <p:cNvSpPr/>
                <p:nvPr/>
              </p:nvSpPr>
              <p:spPr>
                <a:xfrm>
                  <a:off x="2715288" y="3387114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1" name="Freeform: Shape 2150">
                  <a:extLst>
                    <a:ext uri="{FF2B5EF4-FFF2-40B4-BE49-F238E27FC236}">
                      <a16:creationId xmlns:a16="http://schemas.microsoft.com/office/drawing/2014/main" id="{8FDB5957-6596-2C4D-A98A-B32975F7E346}"/>
                    </a:ext>
                  </a:extLst>
                </p:cNvPr>
                <p:cNvSpPr/>
                <p:nvPr/>
              </p:nvSpPr>
              <p:spPr>
                <a:xfrm>
                  <a:off x="2571020" y="358493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2" name="Freeform: Shape 2151">
                  <a:extLst>
                    <a:ext uri="{FF2B5EF4-FFF2-40B4-BE49-F238E27FC236}">
                      <a16:creationId xmlns:a16="http://schemas.microsoft.com/office/drawing/2014/main" id="{9216FAE9-326E-3795-B316-6695FCBA4070}"/>
                    </a:ext>
                  </a:extLst>
                </p:cNvPr>
                <p:cNvSpPr/>
                <p:nvPr/>
              </p:nvSpPr>
              <p:spPr>
                <a:xfrm>
                  <a:off x="1960147" y="3677736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3" name="Freeform: Shape 2152">
                  <a:extLst>
                    <a:ext uri="{FF2B5EF4-FFF2-40B4-BE49-F238E27FC236}">
                      <a16:creationId xmlns:a16="http://schemas.microsoft.com/office/drawing/2014/main" id="{16EE5E05-F04A-33E6-656F-0E646B5071A4}"/>
                    </a:ext>
                  </a:extLst>
                </p:cNvPr>
                <p:cNvSpPr/>
                <p:nvPr/>
              </p:nvSpPr>
              <p:spPr>
                <a:xfrm>
                  <a:off x="2864060" y="4368874"/>
                  <a:ext cx="31558" cy="34188"/>
                </a:xfrm>
                <a:custGeom>
                  <a:avLst/>
                  <a:gdLst>
                    <a:gd name="connsiteX0" fmla="*/ 6668 w 13335"/>
                    <a:gd name="connsiteY0" fmla="*/ 0 h 13334"/>
                    <a:gd name="connsiteX1" fmla="*/ 13335 w 13335"/>
                    <a:gd name="connsiteY1" fmla="*/ 6667 h 13334"/>
                    <a:gd name="connsiteX2" fmla="*/ 6668 w 13335"/>
                    <a:gd name="connsiteY2" fmla="*/ 13335 h 13334"/>
                    <a:gd name="connsiteX3" fmla="*/ 0 w 13335"/>
                    <a:gd name="connsiteY3" fmla="*/ 6667 h 13334"/>
                    <a:gd name="connsiteX4" fmla="*/ 6668 w 13335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6668" y="0"/>
                      </a:moveTo>
                      <a:cubicBezTo>
                        <a:pt x="10477" y="0"/>
                        <a:pt x="13335" y="2857"/>
                        <a:pt x="13335" y="6667"/>
                      </a:cubicBezTo>
                      <a:cubicBezTo>
                        <a:pt x="13335" y="10477"/>
                        <a:pt x="10477" y="13335"/>
                        <a:pt x="6668" y="13335"/>
                      </a:cubicBez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952" y="2857"/>
                        <a:pt x="2858" y="0"/>
                        <a:pt x="666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4" name="Freeform: Shape 2153">
                  <a:extLst>
                    <a:ext uri="{FF2B5EF4-FFF2-40B4-BE49-F238E27FC236}">
                      <a16:creationId xmlns:a16="http://schemas.microsoft.com/office/drawing/2014/main" id="{79BC8038-043C-7D9B-D756-F7CBEBE4EBFD}"/>
                    </a:ext>
                  </a:extLst>
                </p:cNvPr>
                <p:cNvSpPr/>
                <p:nvPr/>
              </p:nvSpPr>
              <p:spPr>
                <a:xfrm>
                  <a:off x="2318558" y="4522733"/>
                  <a:ext cx="40572" cy="43957"/>
                </a:xfrm>
                <a:custGeom>
                  <a:avLst/>
                  <a:gdLst>
                    <a:gd name="connsiteX0" fmla="*/ 8573 w 17144"/>
                    <a:gd name="connsiteY0" fmla="*/ 0 h 17144"/>
                    <a:gd name="connsiteX1" fmla="*/ 17145 w 17144"/>
                    <a:gd name="connsiteY1" fmla="*/ 8572 h 17144"/>
                    <a:gd name="connsiteX2" fmla="*/ 8573 w 17144"/>
                    <a:gd name="connsiteY2" fmla="*/ 17145 h 17144"/>
                    <a:gd name="connsiteX3" fmla="*/ 0 w 17144"/>
                    <a:gd name="connsiteY3" fmla="*/ 8572 h 17144"/>
                    <a:gd name="connsiteX4" fmla="*/ 8573 w 17144"/>
                    <a:gd name="connsiteY4" fmla="*/ 0 h 1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4" h="17144">
                      <a:moveTo>
                        <a:pt x="8573" y="0"/>
                      </a:moveTo>
                      <a:cubicBezTo>
                        <a:pt x="13335" y="0"/>
                        <a:pt x="17145" y="3810"/>
                        <a:pt x="17145" y="8572"/>
                      </a:cubicBezTo>
                      <a:cubicBezTo>
                        <a:pt x="17145" y="13335"/>
                        <a:pt x="13335" y="17145"/>
                        <a:pt x="8573" y="17145"/>
                      </a:cubicBezTo>
                      <a:cubicBezTo>
                        <a:pt x="3810" y="17145"/>
                        <a:pt x="0" y="13335"/>
                        <a:pt x="0" y="8572"/>
                      </a:cubicBezTo>
                      <a:cubicBezTo>
                        <a:pt x="0" y="3810"/>
                        <a:pt x="3810" y="0"/>
                        <a:pt x="857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5" name="Freeform: Shape 2154">
                  <a:extLst>
                    <a:ext uri="{FF2B5EF4-FFF2-40B4-BE49-F238E27FC236}">
                      <a16:creationId xmlns:a16="http://schemas.microsoft.com/office/drawing/2014/main" id="{51156D43-EB6B-946A-E865-604534788B1E}"/>
                    </a:ext>
                  </a:extLst>
                </p:cNvPr>
                <p:cNvSpPr/>
                <p:nvPr/>
              </p:nvSpPr>
              <p:spPr>
                <a:xfrm>
                  <a:off x="2699508" y="2004835"/>
                  <a:ext cx="63114" cy="68379"/>
                </a:xfrm>
                <a:custGeom>
                  <a:avLst/>
                  <a:gdLst>
                    <a:gd name="connsiteX0" fmla="*/ 13335 w 26669"/>
                    <a:gd name="connsiteY0" fmla="*/ 0 h 26669"/>
                    <a:gd name="connsiteX1" fmla="*/ 26670 w 26669"/>
                    <a:gd name="connsiteY1" fmla="*/ 13335 h 26669"/>
                    <a:gd name="connsiteX2" fmla="*/ 13335 w 26669"/>
                    <a:gd name="connsiteY2" fmla="*/ 26670 h 26669"/>
                    <a:gd name="connsiteX3" fmla="*/ 0 w 26669"/>
                    <a:gd name="connsiteY3" fmla="*/ 13335 h 26669"/>
                    <a:gd name="connsiteX4" fmla="*/ 13335 w 26669"/>
                    <a:gd name="connsiteY4" fmla="*/ 0 h 2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9" h="26669">
                      <a:moveTo>
                        <a:pt x="13335" y="0"/>
                      </a:moveTo>
                      <a:cubicBezTo>
                        <a:pt x="20955" y="0"/>
                        <a:pt x="26670" y="5715"/>
                        <a:pt x="26670" y="13335"/>
                      </a:cubicBezTo>
                      <a:cubicBezTo>
                        <a:pt x="26670" y="20955"/>
                        <a:pt x="20955" y="26670"/>
                        <a:pt x="13335" y="26670"/>
                      </a:cubicBezTo>
                      <a:cubicBezTo>
                        <a:pt x="5715" y="26670"/>
                        <a:pt x="0" y="20955"/>
                        <a:pt x="0" y="13335"/>
                      </a:cubicBezTo>
                      <a:cubicBezTo>
                        <a:pt x="0" y="5715"/>
                        <a:pt x="5715" y="0"/>
                        <a:pt x="1333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6" name="Freeform: Shape 2155">
                  <a:extLst>
                    <a:ext uri="{FF2B5EF4-FFF2-40B4-BE49-F238E27FC236}">
                      <a16:creationId xmlns:a16="http://schemas.microsoft.com/office/drawing/2014/main" id="{D3004973-EA7D-AB29-7AE5-C8A3ECDC4C64}"/>
                    </a:ext>
                  </a:extLst>
                </p:cNvPr>
                <p:cNvSpPr/>
                <p:nvPr/>
              </p:nvSpPr>
              <p:spPr>
                <a:xfrm>
                  <a:off x="2237409" y="3316289"/>
                  <a:ext cx="72130" cy="78150"/>
                </a:xfrm>
                <a:custGeom>
                  <a:avLst/>
                  <a:gdLst>
                    <a:gd name="connsiteX0" fmla="*/ 15240 w 30479"/>
                    <a:gd name="connsiteY0" fmla="*/ 0 h 30480"/>
                    <a:gd name="connsiteX1" fmla="*/ 30480 w 30479"/>
                    <a:gd name="connsiteY1" fmla="*/ 15240 h 30480"/>
                    <a:gd name="connsiteX2" fmla="*/ 15240 w 30479"/>
                    <a:gd name="connsiteY2" fmla="*/ 30480 h 30480"/>
                    <a:gd name="connsiteX3" fmla="*/ 0 w 30479"/>
                    <a:gd name="connsiteY3" fmla="*/ 15240 h 30480"/>
                    <a:gd name="connsiteX4" fmla="*/ 15240 w 30479"/>
                    <a:gd name="connsiteY4" fmla="*/ 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15240" y="0"/>
                      </a:moveTo>
                      <a:cubicBezTo>
                        <a:pt x="23813" y="0"/>
                        <a:pt x="30480" y="6668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8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7" name="Freeform: Shape 2156">
                  <a:extLst>
                    <a:ext uri="{FF2B5EF4-FFF2-40B4-BE49-F238E27FC236}">
                      <a16:creationId xmlns:a16="http://schemas.microsoft.com/office/drawing/2014/main" id="{971FC399-5C83-1B63-A09B-72A00C2476B5}"/>
                    </a:ext>
                  </a:extLst>
                </p:cNvPr>
                <p:cNvSpPr/>
                <p:nvPr/>
              </p:nvSpPr>
              <p:spPr>
                <a:xfrm>
                  <a:off x="1930845" y="1904704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8" name="Freeform: Shape 2157">
                  <a:extLst>
                    <a:ext uri="{FF2B5EF4-FFF2-40B4-BE49-F238E27FC236}">
                      <a16:creationId xmlns:a16="http://schemas.microsoft.com/office/drawing/2014/main" id="{FAB489A6-5715-5FE4-74C2-2F314DE0ED86}"/>
                    </a:ext>
                  </a:extLst>
                </p:cNvPr>
                <p:cNvSpPr/>
                <p:nvPr/>
              </p:nvSpPr>
              <p:spPr>
                <a:xfrm>
                  <a:off x="2476349" y="2993923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952" y="6667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9" name="Freeform: Shape 2158">
                  <a:extLst>
                    <a:ext uri="{FF2B5EF4-FFF2-40B4-BE49-F238E27FC236}">
                      <a16:creationId xmlns:a16="http://schemas.microsoft.com/office/drawing/2014/main" id="{9980CFEC-0E01-C21F-20A7-71A2AA847582}"/>
                    </a:ext>
                  </a:extLst>
                </p:cNvPr>
                <p:cNvSpPr/>
                <p:nvPr/>
              </p:nvSpPr>
              <p:spPr>
                <a:xfrm>
                  <a:off x="2573276" y="335292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0" name="Freeform: Shape 2159">
                  <a:extLst>
                    <a:ext uri="{FF2B5EF4-FFF2-40B4-BE49-F238E27FC236}">
                      <a16:creationId xmlns:a16="http://schemas.microsoft.com/office/drawing/2014/main" id="{9034FCC9-021A-41AD-07F7-657087BDD0B4}"/>
                    </a:ext>
                  </a:extLst>
                </p:cNvPr>
                <p:cNvSpPr/>
                <p:nvPr/>
              </p:nvSpPr>
              <p:spPr>
                <a:xfrm>
                  <a:off x="1601736" y="1819229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1" name="Freeform: Shape 2160">
                  <a:extLst>
                    <a:ext uri="{FF2B5EF4-FFF2-40B4-BE49-F238E27FC236}">
                      <a16:creationId xmlns:a16="http://schemas.microsoft.com/office/drawing/2014/main" id="{552D0F95-0CEA-BAE7-176F-AD2D48BB2BF4}"/>
                    </a:ext>
                  </a:extLst>
                </p:cNvPr>
                <p:cNvSpPr/>
                <p:nvPr/>
              </p:nvSpPr>
              <p:spPr>
                <a:xfrm>
                  <a:off x="2374911" y="403673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2" name="Freeform: Shape 2161">
                  <a:extLst>
                    <a:ext uri="{FF2B5EF4-FFF2-40B4-BE49-F238E27FC236}">
                      <a16:creationId xmlns:a16="http://schemas.microsoft.com/office/drawing/2014/main" id="{F324C636-60F9-14F1-37E3-A755E108C271}"/>
                    </a:ext>
                  </a:extLst>
                </p:cNvPr>
                <p:cNvSpPr/>
                <p:nvPr/>
              </p:nvSpPr>
              <p:spPr>
                <a:xfrm>
                  <a:off x="2075110" y="3357808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8 w 20954"/>
                    <a:gd name="connsiteY1" fmla="*/ 20955 h 20954"/>
                    <a:gd name="connsiteX2" fmla="*/ 0 w 20954"/>
                    <a:gd name="connsiteY2" fmla="*/ 10478 h 20954"/>
                    <a:gd name="connsiteX3" fmla="*/ 10478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3" name="Freeform: Shape 2162">
                  <a:extLst>
                    <a:ext uri="{FF2B5EF4-FFF2-40B4-BE49-F238E27FC236}">
                      <a16:creationId xmlns:a16="http://schemas.microsoft.com/office/drawing/2014/main" id="{D0BD77C9-596D-3DA7-EA74-C6ABDEB79BD2}"/>
                    </a:ext>
                  </a:extLst>
                </p:cNvPr>
                <p:cNvSpPr/>
                <p:nvPr/>
              </p:nvSpPr>
              <p:spPr>
                <a:xfrm>
                  <a:off x="2075108" y="5108858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4" name="Freeform: Shape 2163">
                  <a:extLst>
                    <a:ext uri="{FF2B5EF4-FFF2-40B4-BE49-F238E27FC236}">
                      <a16:creationId xmlns:a16="http://schemas.microsoft.com/office/drawing/2014/main" id="{E328BF64-B59C-A47E-F04A-59CD4A1C1478}"/>
                    </a:ext>
                  </a:extLst>
                </p:cNvPr>
                <p:cNvSpPr/>
                <p:nvPr/>
              </p:nvSpPr>
              <p:spPr>
                <a:xfrm>
                  <a:off x="2370402" y="5147933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5" name="Freeform: Shape 2164">
                  <a:extLst>
                    <a:ext uri="{FF2B5EF4-FFF2-40B4-BE49-F238E27FC236}">
                      <a16:creationId xmlns:a16="http://schemas.microsoft.com/office/drawing/2014/main" id="{E306BF0B-55E5-63B7-2E3E-93522A7DB380}"/>
                    </a:ext>
                  </a:extLst>
                </p:cNvPr>
                <p:cNvSpPr/>
                <p:nvPr/>
              </p:nvSpPr>
              <p:spPr>
                <a:xfrm>
                  <a:off x="2634139" y="4068486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7 h 20954"/>
                    <a:gd name="connsiteX1" fmla="*/ 10478 w 20954"/>
                    <a:gd name="connsiteY1" fmla="*/ 20955 h 20954"/>
                    <a:gd name="connsiteX2" fmla="*/ 0 w 20954"/>
                    <a:gd name="connsiteY2" fmla="*/ 10477 h 20954"/>
                    <a:gd name="connsiteX3" fmla="*/ 10478 w 20954"/>
                    <a:gd name="connsiteY3" fmla="*/ 0 h 20954"/>
                    <a:gd name="connsiteX4" fmla="*/ 20955 w 20954"/>
                    <a:gd name="connsiteY4" fmla="*/ 10477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7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7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6" name="Freeform: Shape 2165">
                  <a:extLst>
                    <a:ext uri="{FF2B5EF4-FFF2-40B4-BE49-F238E27FC236}">
                      <a16:creationId xmlns:a16="http://schemas.microsoft.com/office/drawing/2014/main" id="{441E91D3-6A55-CC70-D6A2-D7AE0F93A13E}"/>
                    </a:ext>
                  </a:extLst>
                </p:cNvPr>
                <p:cNvSpPr/>
                <p:nvPr/>
              </p:nvSpPr>
              <p:spPr>
                <a:xfrm>
                  <a:off x="2194579" y="426386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7" name="Freeform: Shape 2166">
                  <a:extLst>
                    <a:ext uri="{FF2B5EF4-FFF2-40B4-BE49-F238E27FC236}">
                      <a16:creationId xmlns:a16="http://schemas.microsoft.com/office/drawing/2014/main" id="{A323BA45-059F-EFE4-52D4-A1A2E47D61AD}"/>
                    </a:ext>
                  </a:extLst>
                </p:cNvPr>
                <p:cNvSpPr/>
                <p:nvPr/>
              </p:nvSpPr>
              <p:spPr>
                <a:xfrm>
                  <a:off x="1899284" y="212694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8" name="Freeform: Shape 2167">
                  <a:extLst>
                    <a:ext uri="{FF2B5EF4-FFF2-40B4-BE49-F238E27FC236}">
                      <a16:creationId xmlns:a16="http://schemas.microsoft.com/office/drawing/2014/main" id="{63BB9D6A-AE45-D700-A9B0-7918A78DCDCB}"/>
                    </a:ext>
                  </a:extLst>
                </p:cNvPr>
                <p:cNvSpPr/>
                <p:nvPr/>
              </p:nvSpPr>
              <p:spPr>
                <a:xfrm>
                  <a:off x="1878998" y="382915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69" name="Freeform: Shape 2168">
                  <a:extLst>
                    <a:ext uri="{FF2B5EF4-FFF2-40B4-BE49-F238E27FC236}">
                      <a16:creationId xmlns:a16="http://schemas.microsoft.com/office/drawing/2014/main" id="{C3D8917D-F792-ADEF-6F60-40B5B325E9A3}"/>
                    </a:ext>
                  </a:extLst>
                </p:cNvPr>
                <p:cNvSpPr/>
                <p:nvPr/>
              </p:nvSpPr>
              <p:spPr>
                <a:xfrm>
                  <a:off x="2086380" y="424188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0" name="Freeform: Shape 2169">
                  <a:extLst>
                    <a:ext uri="{FF2B5EF4-FFF2-40B4-BE49-F238E27FC236}">
                      <a16:creationId xmlns:a16="http://schemas.microsoft.com/office/drawing/2014/main" id="{2B87036B-D0D3-A300-0D10-AF2CF096D9D7}"/>
                    </a:ext>
                  </a:extLst>
                </p:cNvPr>
                <p:cNvSpPr/>
                <p:nvPr/>
              </p:nvSpPr>
              <p:spPr>
                <a:xfrm>
                  <a:off x="2483110" y="3636217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1" name="Freeform: Shape 2170">
                  <a:extLst>
                    <a:ext uri="{FF2B5EF4-FFF2-40B4-BE49-F238E27FC236}">
                      <a16:creationId xmlns:a16="http://schemas.microsoft.com/office/drawing/2014/main" id="{D672F1BD-FE65-2A9B-0D9A-14B10EC51CD4}"/>
                    </a:ext>
                  </a:extLst>
                </p:cNvPr>
                <p:cNvSpPr/>
                <p:nvPr/>
              </p:nvSpPr>
              <p:spPr>
                <a:xfrm>
                  <a:off x="2138226" y="369483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2" name="Freeform: Shape 2171">
                  <a:extLst>
                    <a:ext uri="{FF2B5EF4-FFF2-40B4-BE49-F238E27FC236}">
                      <a16:creationId xmlns:a16="http://schemas.microsoft.com/office/drawing/2014/main" id="{FDD372CA-0E6C-B5B1-009B-91590D679CE0}"/>
                    </a:ext>
                  </a:extLst>
                </p:cNvPr>
                <p:cNvSpPr/>
                <p:nvPr/>
              </p:nvSpPr>
              <p:spPr>
                <a:xfrm>
                  <a:off x="2163021" y="2141597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3" name="Freeform: Shape 2172">
                  <a:extLst>
                    <a:ext uri="{FF2B5EF4-FFF2-40B4-BE49-F238E27FC236}">
                      <a16:creationId xmlns:a16="http://schemas.microsoft.com/office/drawing/2014/main" id="{A1A25230-B6C5-0AD0-63A0-90699E4E1CC4}"/>
                    </a:ext>
                  </a:extLst>
                </p:cNvPr>
                <p:cNvSpPr/>
                <p:nvPr/>
              </p:nvSpPr>
              <p:spPr>
                <a:xfrm>
                  <a:off x="2084127" y="367040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4" name="Freeform: Shape 2173">
                  <a:extLst>
                    <a:ext uri="{FF2B5EF4-FFF2-40B4-BE49-F238E27FC236}">
                      <a16:creationId xmlns:a16="http://schemas.microsoft.com/office/drawing/2014/main" id="{4F5B9ACB-D8BF-145C-06C5-D386C248E6DA}"/>
                    </a:ext>
                  </a:extLst>
                </p:cNvPr>
                <p:cNvSpPr/>
                <p:nvPr/>
              </p:nvSpPr>
              <p:spPr>
                <a:xfrm>
                  <a:off x="2048060" y="2234401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5" name="Freeform: Shape 2174">
                  <a:extLst>
                    <a:ext uri="{FF2B5EF4-FFF2-40B4-BE49-F238E27FC236}">
                      <a16:creationId xmlns:a16="http://schemas.microsoft.com/office/drawing/2014/main" id="{7C3F99AD-5B48-65B6-D212-26801E2CB04B}"/>
                    </a:ext>
                  </a:extLst>
                </p:cNvPr>
                <p:cNvSpPr/>
                <p:nvPr/>
              </p:nvSpPr>
              <p:spPr>
                <a:xfrm>
                  <a:off x="2063838" y="419548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6" name="Freeform: Shape 2175">
                  <a:extLst>
                    <a:ext uri="{FF2B5EF4-FFF2-40B4-BE49-F238E27FC236}">
                      <a16:creationId xmlns:a16="http://schemas.microsoft.com/office/drawing/2014/main" id="{DB9AA223-1E42-3C02-768C-04A15F446849}"/>
                    </a:ext>
                  </a:extLst>
                </p:cNvPr>
                <p:cNvSpPr/>
                <p:nvPr/>
              </p:nvSpPr>
              <p:spPr>
                <a:xfrm>
                  <a:off x="2343353" y="5362846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7" name="Freeform: Shape 2176">
                  <a:extLst>
                    <a:ext uri="{FF2B5EF4-FFF2-40B4-BE49-F238E27FC236}">
                      <a16:creationId xmlns:a16="http://schemas.microsoft.com/office/drawing/2014/main" id="{7CECD64C-439A-6D27-EE87-E4DAF3CCC03B}"/>
                    </a:ext>
                  </a:extLst>
                </p:cNvPr>
                <p:cNvSpPr/>
                <p:nvPr/>
              </p:nvSpPr>
              <p:spPr>
                <a:xfrm>
                  <a:off x="1682888" y="2412682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8" name="Freeform: Shape 2177">
                  <a:extLst>
                    <a:ext uri="{FF2B5EF4-FFF2-40B4-BE49-F238E27FC236}">
                      <a16:creationId xmlns:a16="http://schemas.microsoft.com/office/drawing/2014/main" id="{EBED816D-9327-8005-590C-67D576F70514}"/>
                    </a:ext>
                  </a:extLst>
                </p:cNvPr>
                <p:cNvSpPr/>
                <p:nvPr/>
              </p:nvSpPr>
              <p:spPr>
                <a:xfrm>
                  <a:off x="1863220" y="4864639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79" name="Freeform: Shape 2178">
                  <a:extLst>
                    <a:ext uri="{FF2B5EF4-FFF2-40B4-BE49-F238E27FC236}">
                      <a16:creationId xmlns:a16="http://schemas.microsoft.com/office/drawing/2014/main" id="{E1F25934-FAF4-F8B8-E819-40AFDAC11C54}"/>
                    </a:ext>
                  </a:extLst>
                </p:cNvPr>
                <p:cNvSpPr/>
                <p:nvPr/>
              </p:nvSpPr>
              <p:spPr>
                <a:xfrm>
                  <a:off x="2809963" y="2366279"/>
                  <a:ext cx="72130" cy="78150"/>
                </a:xfrm>
                <a:custGeom>
                  <a:avLst/>
                  <a:gdLst>
                    <a:gd name="connsiteX0" fmla="*/ 30480 w 30479"/>
                    <a:gd name="connsiteY0" fmla="*/ 15240 h 30480"/>
                    <a:gd name="connsiteX1" fmla="*/ 15240 w 30479"/>
                    <a:gd name="connsiteY1" fmla="*/ 30480 h 30480"/>
                    <a:gd name="connsiteX2" fmla="*/ 0 w 30479"/>
                    <a:gd name="connsiteY2" fmla="*/ 15240 h 30480"/>
                    <a:gd name="connsiteX3" fmla="*/ 15240 w 30479"/>
                    <a:gd name="connsiteY3" fmla="*/ 0 h 30480"/>
                    <a:gd name="connsiteX4" fmla="*/ 30480 w 30479"/>
                    <a:gd name="connsiteY4" fmla="*/ 15240 h 30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80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0" name="Freeform: Shape 2179">
                  <a:extLst>
                    <a:ext uri="{FF2B5EF4-FFF2-40B4-BE49-F238E27FC236}">
                      <a16:creationId xmlns:a16="http://schemas.microsoft.com/office/drawing/2014/main" id="{6636EDE0-804C-A63A-9875-DB020D4C42B1}"/>
                    </a:ext>
                  </a:extLst>
                </p:cNvPr>
                <p:cNvSpPr/>
                <p:nvPr/>
              </p:nvSpPr>
              <p:spPr>
                <a:xfrm>
                  <a:off x="2093143" y="2097638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1" name="Freeform: Shape 2180">
                  <a:extLst>
                    <a:ext uri="{FF2B5EF4-FFF2-40B4-BE49-F238E27FC236}">
                      <a16:creationId xmlns:a16="http://schemas.microsoft.com/office/drawing/2014/main" id="{92EF7ECE-A971-9CB5-7553-8F2218495CBB}"/>
                    </a:ext>
                  </a:extLst>
                </p:cNvPr>
                <p:cNvSpPr/>
                <p:nvPr/>
              </p:nvSpPr>
              <p:spPr>
                <a:xfrm>
                  <a:off x="2386183" y="3125801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2" name="Freeform: Shape 2181">
                  <a:extLst>
                    <a:ext uri="{FF2B5EF4-FFF2-40B4-BE49-F238E27FC236}">
                      <a16:creationId xmlns:a16="http://schemas.microsoft.com/office/drawing/2014/main" id="{E70CF539-975F-678A-C0D8-74C21FCD7D27}"/>
                    </a:ext>
                  </a:extLst>
                </p:cNvPr>
                <p:cNvSpPr/>
                <p:nvPr/>
              </p:nvSpPr>
              <p:spPr>
                <a:xfrm>
                  <a:off x="2352369" y="4798699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4288" y="0"/>
                        <a:pt x="19050" y="3810"/>
                        <a:pt x="19050" y="9525"/>
                      </a:cubicBezTo>
                      <a:cubicBezTo>
                        <a:pt x="19050" y="14288"/>
                        <a:pt x="15240" y="19050"/>
                        <a:pt x="9525" y="19050"/>
                      </a:cubicBezTo>
                      <a:cubicBezTo>
                        <a:pt x="4763" y="19050"/>
                        <a:pt x="0" y="15240"/>
                        <a:pt x="0" y="9525"/>
                      </a:cubicBezTo>
                      <a:cubicBezTo>
                        <a:pt x="0" y="3810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3" name="Freeform: Shape 2182">
                  <a:extLst>
                    <a:ext uri="{FF2B5EF4-FFF2-40B4-BE49-F238E27FC236}">
                      <a16:creationId xmlns:a16="http://schemas.microsoft.com/office/drawing/2014/main" id="{7C9A616F-8D74-7A23-A50A-E8B6A3E636BA}"/>
                    </a:ext>
                  </a:extLst>
                </p:cNvPr>
                <p:cNvSpPr/>
                <p:nvPr/>
              </p:nvSpPr>
              <p:spPr>
                <a:xfrm>
                  <a:off x="1973672" y="2114735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4" name="Freeform: Shape 2183">
                  <a:extLst>
                    <a:ext uri="{FF2B5EF4-FFF2-40B4-BE49-F238E27FC236}">
                      <a16:creationId xmlns:a16="http://schemas.microsoft.com/office/drawing/2014/main" id="{04B36C01-C3C5-CBA7-2A7D-20FC3AC15FA4}"/>
                    </a:ext>
                  </a:extLst>
                </p:cNvPr>
                <p:cNvSpPr/>
                <p:nvPr/>
              </p:nvSpPr>
              <p:spPr>
                <a:xfrm>
                  <a:off x="2217120" y="1934013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5" name="Freeform: Shape 2184">
                  <a:extLst>
                    <a:ext uri="{FF2B5EF4-FFF2-40B4-BE49-F238E27FC236}">
                      <a16:creationId xmlns:a16="http://schemas.microsoft.com/office/drawing/2014/main" id="{3D27D364-1861-094F-4392-6BA73A885BDB}"/>
                    </a:ext>
                  </a:extLst>
                </p:cNvPr>
                <p:cNvSpPr/>
                <p:nvPr/>
              </p:nvSpPr>
              <p:spPr>
                <a:xfrm>
                  <a:off x="2120193" y="5086877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3 w 32385"/>
                    <a:gd name="connsiteY1" fmla="*/ 32385 h 32384"/>
                    <a:gd name="connsiteX2" fmla="*/ 0 w 32385"/>
                    <a:gd name="connsiteY2" fmla="*/ 16192 h 32384"/>
                    <a:gd name="connsiteX3" fmla="*/ 16193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6" name="Freeform: Shape 2185">
                  <a:extLst>
                    <a:ext uri="{FF2B5EF4-FFF2-40B4-BE49-F238E27FC236}">
                      <a16:creationId xmlns:a16="http://schemas.microsoft.com/office/drawing/2014/main" id="{C9BD855E-6493-1312-6A8B-97CDD55BCB7B}"/>
                    </a:ext>
                  </a:extLst>
                </p:cNvPr>
                <p:cNvSpPr/>
                <p:nvPr/>
              </p:nvSpPr>
              <p:spPr>
                <a:xfrm>
                  <a:off x="2250934" y="5045361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7" name="Freeform: Shape 2186">
                  <a:extLst>
                    <a:ext uri="{FF2B5EF4-FFF2-40B4-BE49-F238E27FC236}">
                      <a16:creationId xmlns:a16="http://schemas.microsoft.com/office/drawing/2014/main" id="{E28496CE-01B9-3A60-4D4B-860CB1D81522}"/>
                    </a:ext>
                  </a:extLst>
                </p:cNvPr>
                <p:cNvSpPr/>
                <p:nvPr/>
              </p:nvSpPr>
              <p:spPr>
                <a:xfrm>
                  <a:off x="2244170" y="3899973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8" name="Freeform: Shape 2187">
                  <a:extLst>
                    <a:ext uri="{FF2B5EF4-FFF2-40B4-BE49-F238E27FC236}">
                      <a16:creationId xmlns:a16="http://schemas.microsoft.com/office/drawing/2014/main" id="{0190BB09-9810-1C2F-9D90-D6C1FFB47A1D}"/>
                    </a:ext>
                  </a:extLst>
                </p:cNvPr>
                <p:cNvSpPr/>
                <p:nvPr/>
              </p:nvSpPr>
              <p:spPr>
                <a:xfrm>
                  <a:off x="2631884" y="2236844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9" name="Freeform: Shape 2188">
                  <a:extLst>
                    <a:ext uri="{FF2B5EF4-FFF2-40B4-BE49-F238E27FC236}">
                      <a16:creationId xmlns:a16="http://schemas.microsoft.com/office/drawing/2014/main" id="{9A234B00-C03C-57FA-0547-312BE44A23FB}"/>
                    </a:ext>
                  </a:extLst>
                </p:cNvPr>
                <p:cNvSpPr/>
                <p:nvPr/>
              </p:nvSpPr>
              <p:spPr>
                <a:xfrm>
                  <a:off x="2226137" y="5594853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0" name="Freeform: Shape 2189">
                  <a:extLst>
                    <a:ext uri="{FF2B5EF4-FFF2-40B4-BE49-F238E27FC236}">
                      <a16:creationId xmlns:a16="http://schemas.microsoft.com/office/drawing/2014/main" id="{ABA9BFDB-FB1C-F698-AC24-483CF1DB8822}"/>
                    </a:ext>
                  </a:extLst>
                </p:cNvPr>
                <p:cNvSpPr/>
                <p:nvPr/>
              </p:nvSpPr>
              <p:spPr>
                <a:xfrm>
                  <a:off x="2429010" y="5372615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1" name="Freeform: Shape 2190">
                  <a:extLst>
                    <a:ext uri="{FF2B5EF4-FFF2-40B4-BE49-F238E27FC236}">
                      <a16:creationId xmlns:a16="http://schemas.microsoft.com/office/drawing/2014/main" id="{931E4C09-B99A-5399-BF9F-A5AC25662CD4}"/>
                    </a:ext>
                  </a:extLst>
                </p:cNvPr>
                <p:cNvSpPr/>
                <p:nvPr/>
              </p:nvSpPr>
              <p:spPr>
                <a:xfrm>
                  <a:off x="2674711" y="1807016"/>
                  <a:ext cx="54100" cy="58610"/>
                </a:xfrm>
                <a:custGeom>
                  <a:avLst/>
                  <a:gdLst>
                    <a:gd name="connsiteX0" fmla="*/ 11430 w 22860"/>
                    <a:gd name="connsiteY0" fmla="*/ 0 h 22859"/>
                    <a:gd name="connsiteX1" fmla="*/ 22860 w 22860"/>
                    <a:gd name="connsiteY1" fmla="*/ 11430 h 22859"/>
                    <a:gd name="connsiteX2" fmla="*/ 11430 w 22860"/>
                    <a:gd name="connsiteY2" fmla="*/ 22860 h 22859"/>
                    <a:gd name="connsiteX3" fmla="*/ 0 w 22860"/>
                    <a:gd name="connsiteY3" fmla="*/ 11430 h 22859"/>
                    <a:gd name="connsiteX4" fmla="*/ 11430 w 22860"/>
                    <a:gd name="connsiteY4" fmla="*/ 0 h 2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0" h="22859">
                      <a:moveTo>
                        <a:pt x="11430" y="0"/>
                      </a:moveTo>
                      <a:cubicBezTo>
                        <a:pt x="17145" y="0"/>
                        <a:pt x="22860" y="4763"/>
                        <a:pt x="22860" y="11430"/>
                      </a:cubicBezTo>
                      <a:cubicBezTo>
                        <a:pt x="22860" y="17145"/>
                        <a:pt x="18098" y="22860"/>
                        <a:pt x="11430" y="22860"/>
                      </a:cubicBezTo>
                      <a:cubicBezTo>
                        <a:pt x="5715" y="22860"/>
                        <a:pt x="0" y="18097"/>
                        <a:pt x="0" y="11430"/>
                      </a:cubicBezTo>
                      <a:cubicBezTo>
                        <a:pt x="0" y="5715"/>
                        <a:pt x="4763" y="0"/>
                        <a:pt x="1143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2" name="Freeform: Shape 2191">
                  <a:extLst>
                    <a:ext uri="{FF2B5EF4-FFF2-40B4-BE49-F238E27FC236}">
                      <a16:creationId xmlns:a16="http://schemas.microsoft.com/office/drawing/2014/main" id="{6460454B-D172-FEA9-28DF-A06AE572D7CA}"/>
                    </a:ext>
                  </a:extLst>
                </p:cNvPr>
                <p:cNvSpPr/>
                <p:nvPr/>
              </p:nvSpPr>
              <p:spPr>
                <a:xfrm>
                  <a:off x="2667950" y="242733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3" name="Freeform: Shape 2192">
                  <a:extLst>
                    <a:ext uri="{FF2B5EF4-FFF2-40B4-BE49-F238E27FC236}">
                      <a16:creationId xmlns:a16="http://schemas.microsoft.com/office/drawing/2014/main" id="{6D911D3C-2422-4E32-5594-82A9A8CDADCB}"/>
                    </a:ext>
                  </a:extLst>
                </p:cNvPr>
                <p:cNvSpPr/>
                <p:nvPr/>
              </p:nvSpPr>
              <p:spPr>
                <a:xfrm>
                  <a:off x="2208104" y="5006284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4" name="Freeform: Shape 2193">
                  <a:extLst>
                    <a:ext uri="{FF2B5EF4-FFF2-40B4-BE49-F238E27FC236}">
                      <a16:creationId xmlns:a16="http://schemas.microsoft.com/office/drawing/2014/main" id="{E54813C5-9CD9-C796-C2A6-40713D18B146}"/>
                    </a:ext>
                  </a:extLst>
                </p:cNvPr>
                <p:cNvSpPr/>
                <p:nvPr/>
              </p:nvSpPr>
              <p:spPr>
                <a:xfrm>
                  <a:off x="1685141" y="2153810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5" name="Freeform: Shape 2194">
                  <a:extLst>
                    <a:ext uri="{FF2B5EF4-FFF2-40B4-BE49-F238E27FC236}">
                      <a16:creationId xmlns:a16="http://schemas.microsoft.com/office/drawing/2014/main" id="{5EAAFB43-521F-645A-C8BD-01A974BF816D}"/>
                    </a:ext>
                  </a:extLst>
                </p:cNvPr>
                <p:cNvSpPr/>
                <p:nvPr/>
              </p:nvSpPr>
              <p:spPr>
                <a:xfrm>
                  <a:off x="2199087" y="365819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6" name="Freeform: Shape 2195">
                  <a:extLst>
                    <a:ext uri="{FF2B5EF4-FFF2-40B4-BE49-F238E27FC236}">
                      <a16:creationId xmlns:a16="http://schemas.microsoft.com/office/drawing/2014/main" id="{45AD2A6A-ADCD-0823-A307-658CCEB11D10}"/>
                    </a:ext>
                  </a:extLst>
                </p:cNvPr>
                <p:cNvSpPr/>
                <p:nvPr/>
              </p:nvSpPr>
              <p:spPr>
                <a:xfrm>
                  <a:off x="1793340" y="5272484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7" name="Freeform: Shape 2196">
                  <a:extLst>
                    <a:ext uri="{FF2B5EF4-FFF2-40B4-BE49-F238E27FC236}">
                      <a16:creationId xmlns:a16="http://schemas.microsoft.com/office/drawing/2014/main" id="{3D5EB224-41D7-00BD-20EE-B9C9DDD586D8}"/>
                    </a:ext>
                  </a:extLst>
                </p:cNvPr>
                <p:cNvSpPr/>
                <p:nvPr/>
              </p:nvSpPr>
              <p:spPr>
                <a:xfrm>
                  <a:off x="2379419" y="5328655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2 h 32384"/>
                    <a:gd name="connsiteX2" fmla="*/ 16193 w 32385"/>
                    <a:gd name="connsiteY2" fmla="*/ 32385 h 32384"/>
                    <a:gd name="connsiteX3" fmla="*/ 0 w 32385"/>
                    <a:gd name="connsiteY3" fmla="*/ 16192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6667"/>
                        <a:pt x="32385" y="16192"/>
                      </a:cubicBezTo>
                      <a:cubicBezTo>
                        <a:pt x="32385" y="24765"/>
                        <a:pt x="25718" y="32385"/>
                        <a:pt x="16193" y="32385"/>
                      </a:cubicBezTo>
                      <a:cubicBezTo>
                        <a:pt x="7620" y="32385"/>
                        <a:pt x="0" y="25717"/>
                        <a:pt x="0" y="16192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8" name="Freeform: Shape 2197">
                  <a:extLst>
                    <a:ext uri="{FF2B5EF4-FFF2-40B4-BE49-F238E27FC236}">
                      <a16:creationId xmlns:a16="http://schemas.microsoft.com/office/drawing/2014/main" id="{5D70158B-B2D8-1F60-9652-2CDC44B0908A}"/>
                    </a:ext>
                  </a:extLst>
                </p:cNvPr>
                <p:cNvSpPr/>
                <p:nvPr/>
              </p:nvSpPr>
              <p:spPr>
                <a:xfrm>
                  <a:off x="2117938" y="4381086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9" name="Freeform: Shape 2198">
                  <a:extLst>
                    <a:ext uri="{FF2B5EF4-FFF2-40B4-BE49-F238E27FC236}">
                      <a16:creationId xmlns:a16="http://schemas.microsoft.com/office/drawing/2014/main" id="{EBA5BF3B-AEC1-C45A-B14D-55D35CAFBAB0}"/>
                    </a:ext>
                  </a:extLst>
                </p:cNvPr>
                <p:cNvSpPr/>
                <p:nvPr/>
              </p:nvSpPr>
              <p:spPr>
                <a:xfrm>
                  <a:off x="2528193" y="361668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0" name="Freeform: Shape 2199">
                  <a:extLst>
                    <a:ext uri="{FF2B5EF4-FFF2-40B4-BE49-F238E27FC236}">
                      <a16:creationId xmlns:a16="http://schemas.microsoft.com/office/drawing/2014/main" id="{AB0A6887-882A-B269-3464-193D582DBF18}"/>
                    </a:ext>
                  </a:extLst>
                </p:cNvPr>
                <p:cNvSpPr/>
                <p:nvPr/>
              </p:nvSpPr>
              <p:spPr>
                <a:xfrm>
                  <a:off x="2622867" y="3672851"/>
                  <a:ext cx="67624" cy="73266"/>
                </a:xfrm>
                <a:custGeom>
                  <a:avLst/>
                  <a:gdLst>
                    <a:gd name="connsiteX0" fmla="*/ 14288 w 28575"/>
                    <a:gd name="connsiteY0" fmla="*/ 0 h 28575"/>
                    <a:gd name="connsiteX1" fmla="*/ 28575 w 28575"/>
                    <a:gd name="connsiteY1" fmla="*/ 14288 h 28575"/>
                    <a:gd name="connsiteX2" fmla="*/ 14288 w 28575"/>
                    <a:gd name="connsiteY2" fmla="*/ 28575 h 28575"/>
                    <a:gd name="connsiteX3" fmla="*/ 0 w 28575"/>
                    <a:gd name="connsiteY3" fmla="*/ 14288 h 28575"/>
                    <a:gd name="connsiteX4" fmla="*/ 14288 w 28575"/>
                    <a:gd name="connsiteY4" fmla="*/ 0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14288" y="0"/>
                      </a:moveTo>
                      <a:cubicBezTo>
                        <a:pt x="21907" y="0"/>
                        <a:pt x="28575" y="6667"/>
                        <a:pt x="28575" y="14288"/>
                      </a:cubicBezTo>
                      <a:cubicBezTo>
                        <a:pt x="28575" y="21907"/>
                        <a:pt x="21907" y="28575"/>
                        <a:pt x="14288" y="28575"/>
                      </a:cubicBezTo>
                      <a:cubicBezTo>
                        <a:pt x="6667" y="28575"/>
                        <a:pt x="0" y="21907"/>
                        <a:pt x="0" y="14288"/>
                      </a:cubicBezTo>
                      <a:cubicBezTo>
                        <a:pt x="0" y="6667"/>
                        <a:pt x="6667" y="0"/>
                        <a:pt x="1428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1" name="Freeform: Shape 2200">
                  <a:extLst>
                    <a:ext uri="{FF2B5EF4-FFF2-40B4-BE49-F238E27FC236}">
                      <a16:creationId xmlns:a16="http://schemas.microsoft.com/office/drawing/2014/main" id="{9C12D96B-E596-3A4F-B138-9319D006AEE0}"/>
                    </a:ext>
                  </a:extLst>
                </p:cNvPr>
                <p:cNvSpPr/>
                <p:nvPr/>
              </p:nvSpPr>
              <p:spPr>
                <a:xfrm>
                  <a:off x="2591309" y="313557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2" name="Freeform: Shape 2201">
                  <a:extLst>
                    <a:ext uri="{FF2B5EF4-FFF2-40B4-BE49-F238E27FC236}">
                      <a16:creationId xmlns:a16="http://schemas.microsoft.com/office/drawing/2014/main" id="{B433A4C6-CB69-E641-3697-6720B5397265}"/>
                    </a:ext>
                  </a:extLst>
                </p:cNvPr>
                <p:cNvSpPr/>
                <p:nvPr/>
              </p:nvSpPr>
              <p:spPr>
                <a:xfrm>
                  <a:off x="2440282" y="5121068"/>
                  <a:ext cx="63116" cy="68381"/>
                </a:xfrm>
                <a:custGeom>
                  <a:avLst/>
                  <a:gdLst>
                    <a:gd name="connsiteX0" fmla="*/ 26670 w 26670"/>
                    <a:gd name="connsiteY0" fmla="*/ 13335 h 26670"/>
                    <a:gd name="connsiteX1" fmla="*/ 13335 w 26670"/>
                    <a:gd name="connsiteY1" fmla="*/ 26670 h 26670"/>
                    <a:gd name="connsiteX2" fmla="*/ 0 w 26670"/>
                    <a:gd name="connsiteY2" fmla="*/ 13335 h 26670"/>
                    <a:gd name="connsiteX3" fmla="*/ 13335 w 26670"/>
                    <a:gd name="connsiteY3" fmla="*/ 0 h 26670"/>
                    <a:gd name="connsiteX4" fmla="*/ 26670 w 26670"/>
                    <a:gd name="connsiteY4" fmla="*/ 13335 h 26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6670">
                      <a:moveTo>
                        <a:pt x="26670" y="13335"/>
                      </a:moveTo>
                      <a:cubicBezTo>
                        <a:pt x="26670" y="20700"/>
                        <a:pt x="20700" y="26670"/>
                        <a:pt x="13335" y="26670"/>
                      </a:cubicBezTo>
                      <a:cubicBezTo>
                        <a:pt x="5970" y="26670"/>
                        <a:pt x="0" y="20700"/>
                        <a:pt x="0" y="13335"/>
                      </a:cubicBezTo>
                      <a:cubicBezTo>
                        <a:pt x="0" y="5970"/>
                        <a:pt x="5970" y="0"/>
                        <a:pt x="13335" y="0"/>
                      </a:cubicBezTo>
                      <a:cubicBezTo>
                        <a:pt x="20700" y="0"/>
                        <a:pt x="26670" y="5970"/>
                        <a:pt x="2667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3" name="Freeform: Shape 2202">
                  <a:extLst>
                    <a:ext uri="{FF2B5EF4-FFF2-40B4-BE49-F238E27FC236}">
                      <a16:creationId xmlns:a16="http://schemas.microsoft.com/office/drawing/2014/main" id="{CE8F5F55-D265-7473-B90A-9F09B4A79AB2}"/>
                    </a:ext>
                  </a:extLst>
                </p:cNvPr>
                <p:cNvSpPr/>
                <p:nvPr/>
              </p:nvSpPr>
              <p:spPr>
                <a:xfrm>
                  <a:off x="2307286" y="3738789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4" name="Freeform: Shape 2203">
                  <a:extLst>
                    <a:ext uri="{FF2B5EF4-FFF2-40B4-BE49-F238E27FC236}">
                      <a16:creationId xmlns:a16="http://schemas.microsoft.com/office/drawing/2014/main" id="{C36E78FF-AB37-9BA2-A418-5C441AEA1AC4}"/>
                    </a:ext>
                  </a:extLst>
                </p:cNvPr>
                <p:cNvSpPr/>
                <p:nvPr/>
              </p:nvSpPr>
              <p:spPr>
                <a:xfrm>
                  <a:off x="2731066" y="231011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5" name="Freeform: Shape 2204">
                  <a:extLst>
                    <a:ext uri="{FF2B5EF4-FFF2-40B4-BE49-F238E27FC236}">
                      <a16:creationId xmlns:a16="http://schemas.microsoft.com/office/drawing/2014/main" id="{C9C00E19-39BB-DA11-036A-A92930200223}"/>
                    </a:ext>
                  </a:extLst>
                </p:cNvPr>
                <p:cNvSpPr/>
                <p:nvPr/>
              </p:nvSpPr>
              <p:spPr>
                <a:xfrm>
                  <a:off x="2077117" y="4400621"/>
                  <a:ext cx="58852" cy="63494"/>
                </a:xfrm>
                <a:custGeom>
                  <a:avLst/>
                  <a:gdLst>
                    <a:gd name="connsiteX0" fmla="*/ 12486 w 24868"/>
                    <a:gd name="connsiteY0" fmla="*/ 0 h 24764"/>
                    <a:gd name="connsiteX1" fmla="*/ 24869 w 24868"/>
                    <a:gd name="connsiteY1" fmla="*/ 12383 h 24764"/>
                    <a:gd name="connsiteX2" fmla="*/ 12486 w 24868"/>
                    <a:gd name="connsiteY2" fmla="*/ 24765 h 24764"/>
                    <a:gd name="connsiteX3" fmla="*/ 104 w 24868"/>
                    <a:gd name="connsiteY3" fmla="*/ 12383 h 24764"/>
                    <a:gd name="connsiteX4" fmla="*/ 12486 w 24868"/>
                    <a:gd name="connsiteY4" fmla="*/ 0 h 2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868" h="24764">
                      <a:moveTo>
                        <a:pt x="12486" y="0"/>
                      </a:moveTo>
                      <a:cubicBezTo>
                        <a:pt x="19154" y="0"/>
                        <a:pt x="24869" y="5715"/>
                        <a:pt x="24869" y="12383"/>
                      </a:cubicBezTo>
                      <a:cubicBezTo>
                        <a:pt x="24869" y="19050"/>
                        <a:pt x="19154" y="24765"/>
                        <a:pt x="12486" y="24765"/>
                      </a:cubicBezTo>
                      <a:cubicBezTo>
                        <a:pt x="5819" y="24765"/>
                        <a:pt x="104" y="19050"/>
                        <a:pt x="104" y="12383"/>
                      </a:cubicBezTo>
                      <a:cubicBezTo>
                        <a:pt x="-849" y="5715"/>
                        <a:pt x="4866" y="0"/>
                        <a:pt x="12486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6" name="Freeform: Shape 2205">
                  <a:extLst>
                    <a:ext uri="{FF2B5EF4-FFF2-40B4-BE49-F238E27FC236}">
                      <a16:creationId xmlns:a16="http://schemas.microsoft.com/office/drawing/2014/main" id="{A5509DC6-BB13-0918-27A7-65302A81A77B}"/>
                    </a:ext>
                  </a:extLst>
                </p:cNvPr>
                <p:cNvSpPr/>
                <p:nvPr/>
              </p:nvSpPr>
              <p:spPr>
                <a:xfrm>
                  <a:off x="2440282" y="3729020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7" name="Freeform: Shape 2206">
                  <a:extLst>
                    <a:ext uri="{FF2B5EF4-FFF2-40B4-BE49-F238E27FC236}">
                      <a16:creationId xmlns:a16="http://schemas.microsoft.com/office/drawing/2014/main" id="{FAAD513A-415B-BF3D-E04E-58952DCD7D31}"/>
                    </a:ext>
                  </a:extLst>
                </p:cNvPr>
                <p:cNvSpPr/>
                <p:nvPr/>
              </p:nvSpPr>
              <p:spPr>
                <a:xfrm>
                  <a:off x="2383927" y="4735202"/>
                  <a:ext cx="36064" cy="39075"/>
                </a:xfrm>
                <a:custGeom>
                  <a:avLst/>
                  <a:gdLst>
                    <a:gd name="connsiteX0" fmla="*/ 15240 w 15239"/>
                    <a:gd name="connsiteY0" fmla="*/ 7620 h 15240"/>
                    <a:gd name="connsiteX1" fmla="*/ 7620 w 15239"/>
                    <a:gd name="connsiteY1" fmla="*/ 15240 h 15240"/>
                    <a:gd name="connsiteX2" fmla="*/ 0 w 15239"/>
                    <a:gd name="connsiteY2" fmla="*/ 7620 h 15240"/>
                    <a:gd name="connsiteX3" fmla="*/ 7620 w 15239"/>
                    <a:gd name="connsiteY3" fmla="*/ 0 h 15240"/>
                    <a:gd name="connsiteX4" fmla="*/ 15240 w 15239"/>
                    <a:gd name="connsiteY4" fmla="*/ 762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9" h="15240">
                      <a:moveTo>
                        <a:pt x="15240" y="7620"/>
                      </a:moveTo>
                      <a:cubicBezTo>
                        <a:pt x="15240" y="11829"/>
                        <a:pt x="11828" y="15240"/>
                        <a:pt x="7620" y="15240"/>
                      </a:cubicBezTo>
                      <a:cubicBezTo>
                        <a:pt x="3412" y="15240"/>
                        <a:pt x="0" y="11829"/>
                        <a:pt x="0" y="7620"/>
                      </a:cubicBezTo>
                      <a:cubicBezTo>
                        <a:pt x="0" y="3412"/>
                        <a:pt x="3412" y="0"/>
                        <a:pt x="7620" y="0"/>
                      </a:cubicBezTo>
                      <a:cubicBezTo>
                        <a:pt x="11828" y="0"/>
                        <a:pt x="15240" y="3412"/>
                        <a:pt x="15240" y="762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8" name="Freeform: Shape 2207">
                  <a:extLst>
                    <a:ext uri="{FF2B5EF4-FFF2-40B4-BE49-F238E27FC236}">
                      <a16:creationId xmlns:a16="http://schemas.microsoft.com/office/drawing/2014/main" id="{15B2228F-9E22-85D2-AC4A-167B8D075052}"/>
                    </a:ext>
                  </a:extLst>
                </p:cNvPr>
                <p:cNvSpPr/>
                <p:nvPr/>
              </p:nvSpPr>
              <p:spPr>
                <a:xfrm>
                  <a:off x="1784324" y="2249054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9" name="Freeform: Shape 2208">
                  <a:extLst>
                    <a:ext uri="{FF2B5EF4-FFF2-40B4-BE49-F238E27FC236}">
                      <a16:creationId xmlns:a16="http://schemas.microsoft.com/office/drawing/2014/main" id="{0B9F9061-1ED9-4472-0641-6864EBB34D64}"/>
                    </a:ext>
                  </a:extLst>
                </p:cNvPr>
                <p:cNvSpPr/>
                <p:nvPr/>
              </p:nvSpPr>
              <p:spPr>
                <a:xfrm>
                  <a:off x="2710780" y="3455495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0" name="Freeform: Shape 2209">
                  <a:extLst>
                    <a:ext uri="{FF2B5EF4-FFF2-40B4-BE49-F238E27FC236}">
                      <a16:creationId xmlns:a16="http://schemas.microsoft.com/office/drawing/2014/main" id="{9B3479CF-2028-1672-B0DC-05B3A4556D71}"/>
                    </a:ext>
                  </a:extLst>
                </p:cNvPr>
                <p:cNvSpPr/>
                <p:nvPr/>
              </p:nvSpPr>
              <p:spPr>
                <a:xfrm>
                  <a:off x="2510160" y="3384673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1" name="Freeform: Shape 2210">
                  <a:extLst>
                    <a:ext uri="{FF2B5EF4-FFF2-40B4-BE49-F238E27FC236}">
                      <a16:creationId xmlns:a16="http://schemas.microsoft.com/office/drawing/2014/main" id="{D073E9B7-7CBA-9EE0-7542-8E4FB26F1AD6}"/>
                    </a:ext>
                  </a:extLst>
                </p:cNvPr>
                <p:cNvSpPr/>
                <p:nvPr/>
              </p:nvSpPr>
              <p:spPr>
                <a:xfrm>
                  <a:off x="2591309" y="2188000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2" name="Freeform: Shape 2211">
                  <a:extLst>
                    <a:ext uri="{FF2B5EF4-FFF2-40B4-BE49-F238E27FC236}">
                      <a16:creationId xmlns:a16="http://schemas.microsoft.com/office/drawing/2014/main" id="{0E573D17-3931-4B07-C595-E9F121C97DE0}"/>
                    </a:ext>
                  </a:extLst>
                </p:cNvPr>
                <p:cNvSpPr/>
                <p:nvPr/>
              </p:nvSpPr>
              <p:spPr>
                <a:xfrm>
                  <a:off x="2879840" y="3816939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8 w 20954"/>
                    <a:gd name="connsiteY1" fmla="*/ 20955 h 20954"/>
                    <a:gd name="connsiteX2" fmla="*/ 0 w 20954"/>
                    <a:gd name="connsiteY2" fmla="*/ 10478 h 20954"/>
                    <a:gd name="connsiteX3" fmla="*/ 10478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3" name="Freeform: Shape 2212">
                  <a:extLst>
                    <a:ext uri="{FF2B5EF4-FFF2-40B4-BE49-F238E27FC236}">
                      <a16:creationId xmlns:a16="http://schemas.microsoft.com/office/drawing/2014/main" id="{D2EE9789-956E-E606-A15D-F3C43240D334}"/>
                    </a:ext>
                  </a:extLst>
                </p:cNvPr>
                <p:cNvSpPr/>
                <p:nvPr/>
              </p:nvSpPr>
              <p:spPr>
                <a:xfrm>
                  <a:off x="2787419" y="3059861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3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4" name="Freeform: Shape 2213">
                  <a:extLst>
                    <a:ext uri="{FF2B5EF4-FFF2-40B4-BE49-F238E27FC236}">
                      <a16:creationId xmlns:a16="http://schemas.microsoft.com/office/drawing/2014/main" id="{118AC359-27B3-9A9A-FA62-67142D7D9ED2}"/>
                    </a:ext>
                  </a:extLst>
                </p:cNvPr>
                <p:cNvSpPr/>
                <p:nvPr/>
              </p:nvSpPr>
              <p:spPr>
                <a:xfrm>
                  <a:off x="2733321" y="1772828"/>
                  <a:ext cx="49589" cy="53728"/>
                </a:xfrm>
                <a:custGeom>
                  <a:avLst/>
                  <a:gdLst>
                    <a:gd name="connsiteX0" fmla="*/ 20955 w 20954"/>
                    <a:gd name="connsiteY0" fmla="*/ 10478 h 20955"/>
                    <a:gd name="connsiteX1" fmla="*/ 10478 w 20954"/>
                    <a:gd name="connsiteY1" fmla="*/ 20955 h 20955"/>
                    <a:gd name="connsiteX2" fmla="*/ 0 w 20954"/>
                    <a:gd name="connsiteY2" fmla="*/ 10478 h 20955"/>
                    <a:gd name="connsiteX3" fmla="*/ 10478 w 20954"/>
                    <a:gd name="connsiteY3" fmla="*/ 0 h 20955"/>
                    <a:gd name="connsiteX4" fmla="*/ 20955 w 20954"/>
                    <a:gd name="connsiteY4" fmla="*/ 10478 h 20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5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5" name="Freeform: Shape 2214">
                  <a:extLst>
                    <a:ext uri="{FF2B5EF4-FFF2-40B4-BE49-F238E27FC236}">
                      <a16:creationId xmlns:a16="http://schemas.microsoft.com/office/drawing/2014/main" id="{62CCDDC7-6389-7EB8-7C1B-4DD733DE737F}"/>
                    </a:ext>
                  </a:extLst>
                </p:cNvPr>
                <p:cNvSpPr/>
                <p:nvPr/>
              </p:nvSpPr>
              <p:spPr>
                <a:xfrm>
                  <a:off x="2541718" y="3518992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2 h 32385"/>
                    <a:gd name="connsiteX1" fmla="*/ 16193 w 32385"/>
                    <a:gd name="connsiteY1" fmla="*/ 32385 h 32385"/>
                    <a:gd name="connsiteX2" fmla="*/ 0 w 32385"/>
                    <a:gd name="connsiteY2" fmla="*/ 16192 h 32385"/>
                    <a:gd name="connsiteX3" fmla="*/ 16193 w 32385"/>
                    <a:gd name="connsiteY3" fmla="*/ 0 h 32385"/>
                    <a:gd name="connsiteX4" fmla="*/ 32385 w 32385"/>
                    <a:gd name="connsiteY4" fmla="*/ 16192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6" name="Freeform: Shape 2215">
                  <a:extLst>
                    <a:ext uri="{FF2B5EF4-FFF2-40B4-BE49-F238E27FC236}">
                      <a16:creationId xmlns:a16="http://schemas.microsoft.com/office/drawing/2014/main" id="{9BAF8D9A-6283-82E0-C0CE-F240AB63481C}"/>
                    </a:ext>
                  </a:extLst>
                </p:cNvPr>
                <p:cNvSpPr/>
                <p:nvPr/>
              </p:nvSpPr>
              <p:spPr>
                <a:xfrm>
                  <a:off x="2884348" y="2888907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7" name="Freeform: Shape 2216">
                  <a:extLst>
                    <a:ext uri="{FF2B5EF4-FFF2-40B4-BE49-F238E27FC236}">
                      <a16:creationId xmlns:a16="http://schemas.microsoft.com/office/drawing/2014/main" id="{4A3773A0-4524-F0F5-C63F-A840B4229F6C}"/>
                    </a:ext>
                  </a:extLst>
                </p:cNvPr>
                <p:cNvSpPr/>
                <p:nvPr/>
              </p:nvSpPr>
              <p:spPr>
                <a:xfrm>
                  <a:off x="2341100" y="339444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8" name="Freeform: Shape 2217">
                  <a:extLst>
                    <a:ext uri="{FF2B5EF4-FFF2-40B4-BE49-F238E27FC236}">
                      <a16:creationId xmlns:a16="http://schemas.microsoft.com/office/drawing/2014/main" id="{DCF25E4B-4B08-D91C-3483-64653E0FBEA2}"/>
                    </a:ext>
                  </a:extLst>
                </p:cNvPr>
                <p:cNvSpPr/>
                <p:nvPr/>
              </p:nvSpPr>
              <p:spPr>
                <a:xfrm>
                  <a:off x="2115685" y="3838917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9" name="Freeform: Shape 2218">
                  <a:extLst>
                    <a:ext uri="{FF2B5EF4-FFF2-40B4-BE49-F238E27FC236}">
                      <a16:creationId xmlns:a16="http://schemas.microsoft.com/office/drawing/2014/main" id="{E4049542-63BA-E3CF-C9A4-1DCA3D2CB4EE}"/>
                    </a:ext>
                  </a:extLst>
                </p:cNvPr>
                <p:cNvSpPr/>
                <p:nvPr/>
              </p:nvSpPr>
              <p:spPr>
                <a:xfrm>
                  <a:off x="2589056" y="328454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0" name="Freeform: Shape 2219">
                  <a:extLst>
                    <a:ext uri="{FF2B5EF4-FFF2-40B4-BE49-F238E27FC236}">
                      <a16:creationId xmlns:a16="http://schemas.microsoft.com/office/drawing/2014/main" id="{C74CD552-4C68-F98A-4ECD-8A39BB740591}"/>
                    </a:ext>
                  </a:extLst>
                </p:cNvPr>
                <p:cNvSpPr/>
                <p:nvPr/>
              </p:nvSpPr>
              <p:spPr>
                <a:xfrm>
                  <a:off x="1653583" y="4295608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2 w 32385"/>
                    <a:gd name="connsiteY1" fmla="*/ 32385 h 32385"/>
                    <a:gd name="connsiteX2" fmla="*/ 0 w 32385"/>
                    <a:gd name="connsiteY2" fmla="*/ 16193 h 32385"/>
                    <a:gd name="connsiteX3" fmla="*/ 16192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1" name="Freeform: Shape 2220">
                  <a:extLst>
                    <a:ext uri="{FF2B5EF4-FFF2-40B4-BE49-F238E27FC236}">
                      <a16:creationId xmlns:a16="http://schemas.microsoft.com/office/drawing/2014/main" id="{F54C4365-B70A-EE2E-397A-97210B270F12}"/>
                    </a:ext>
                  </a:extLst>
                </p:cNvPr>
                <p:cNvSpPr/>
                <p:nvPr/>
              </p:nvSpPr>
              <p:spPr>
                <a:xfrm>
                  <a:off x="2631884" y="3267445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2" name="Freeform: Shape 2221">
                  <a:extLst>
                    <a:ext uri="{FF2B5EF4-FFF2-40B4-BE49-F238E27FC236}">
                      <a16:creationId xmlns:a16="http://schemas.microsoft.com/office/drawing/2014/main" id="{C245471C-048D-F153-B760-433E701F54FE}"/>
                    </a:ext>
                  </a:extLst>
                </p:cNvPr>
                <p:cNvSpPr/>
                <p:nvPr/>
              </p:nvSpPr>
              <p:spPr>
                <a:xfrm>
                  <a:off x="2444790" y="3037882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3" name="Freeform: Shape 2222">
                  <a:extLst>
                    <a:ext uri="{FF2B5EF4-FFF2-40B4-BE49-F238E27FC236}">
                      <a16:creationId xmlns:a16="http://schemas.microsoft.com/office/drawing/2014/main" id="{9FBBF42C-2678-14C5-E900-A4ECE0663451}"/>
                    </a:ext>
                  </a:extLst>
                </p:cNvPr>
                <p:cNvSpPr/>
                <p:nvPr/>
              </p:nvSpPr>
              <p:spPr>
                <a:xfrm>
                  <a:off x="2525937" y="2214863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4" name="Freeform: Shape 2223">
                  <a:extLst>
                    <a:ext uri="{FF2B5EF4-FFF2-40B4-BE49-F238E27FC236}">
                      <a16:creationId xmlns:a16="http://schemas.microsoft.com/office/drawing/2014/main" id="{00F967E6-59BA-7BA9-24E7-80CEB6B3AC13}"/>
                    </a:ext>
                  </a:extLst>
                </p:cNvPr>
                <p:cNvSpPr/>
                <p:nvPr/>
              </p:nvSpPr>
              <p:spPr>
                <a:xfrm>
                  <a:off x="2113429" y="1924244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5" name="Freeform: Shape 2224">
                  <a:extLst>
                    <a:ext uri="{FF2B5EF4-FFF2-40B4-BE49-F238E27FC236}">
                      <a16:creationId xmlns:a16="http://schemas.microsoft.com/office/drawing/2014/main" id="{E0ABC31F-3F7B-A831-0020-0A1743FBB7F0}"/>
                    </a:ext>
                  </a:extLst>
                </p:cNvPr>
                <p:cNvSpPr/>
                <p:nvPr/>
              </p:nvSpPr>
              <p:spPr>
                <a:xfrm>
                  <a:off x="1631042" y="4102676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2 h 32385"/>
                    <a:gd name="connsiteX2" fmla="*/ 16192 w 32384"/>
                    <a:gd name="connsiteY2" fmla="*/ 32385 h 32385"/>
                    <a:gd name="connsiteX3" fmla="*/ 0 w 32384"/>
                    <a:gd name="connsiteY3" fmla="*/ 16192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952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6" name="Freeform: Shape 2225">
                  <a:extLst>
                    <a:ext uri="{FF2B5EF4-FFF2-40B4-BE49-F238E27FC236}">
                      <a16:creationId xmlns:a16="http://schemas.microsoft.com/office/drawing/2014/main" id="{8C2A1944-2188-DF11-2831-766733374F93}"/>
                    </a:ext>
                  </a:extLst>
                </p:cNvPr>
                <p:cNvSpPr/>
                <p:nvPr/>
              </p:nvSpPr>
              <p:spPr>
                <a:xfrm>
                  <a:off x="1637805" y="2361394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3 h 32385"/>
                    <a:gd name="connsiteX2" fmla="*/ 16193 w 32384"/>
                    <a:gd name="connsiteY2" fmla="*/ 32385 h 32385"/>
                    <a:gd name="connsiteX3" fmla="*/ 0 w 32384"/>
                    <a:gd name="connsiteY3" fmla="*/ 16193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7620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7" name="Freeform: Shape 2226">
                  <a:extLst>
                    <a:ext uri="{FF2B5EF4-FFF2-40B4-BE49-F238E27FC236}">
                      <a16:creationId xmlns:a16="http://schemas.microsoft.com/office/drawing/2014/main" id="{2501C3DD-64B3-8830-8350-057957AC23FC}"/>
                    </a:ext>
                  </a:extLst>
                </p:cNvPr>
                <p:cNvSpPr/>
                <p:nvPr/>
              </p:nvSpPr>
              <p:spPr>
                <a:xfrm>
                  <a:off x="1782071" y="1982856"/>
                  <a:ext cx="76641" cy="83032"/>
                </a:xfrm>
                <a:custGeom>
                  <a:avLst/>
                  <a:gdLst>
                    <a:gd name="connsiteX0" fmla="*/ 32385 w 32385"/>
                    <a:gd name="connsiteY0" fmla="*/ 16192 h 32384"/>
                    <a:gd name="connsiteX1" fmla="*/ 16192 w 32385"/>
                    <a:gd name="connsiteY1" fmla="*/ 32385 h 32384"/>
                    <a:gd name="connsiteX2" fmla="*/ 0 w 32385"/>
                    <a:gd name="connsiteY2" fmla="*/ 16192 h 32384"/>
                    <a:gd name="connsiteX3" fmla="*/ 16192 w 32385"/>
                    <a:gd name="connsiteY3" fmla="*/ 0 h 32384"/>
                    <a:gd name="connsiteX4" fmla="*/ 32385 w 32385"/>
                    <a:gd name="connsiteY4" fmla="*/ 16192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32385" y="16192"/>
                      </a:moveTo>
                      <a:cubicBezTo>
                        <a:pt x="32385" y="25135"/>
                        <a:pt x="25135" y="32385"/>
                        <a:pt x="16192" y="32385"/>
                      </a:cubicBezTo>
                      <a:cubicBezTo>
                        <a:pt x="7250" y="32385"/>
                        <a:pt x="0" y="25135"/>
                        <a:pt x="0" y="16192"/>
                      </a:cubicBezTo>
                      <a:cubicBezTo>
                        <a:pt x="0" y="7250"/>
                        <a:pt x="7250" y="0"/>
                        <a:pt x="16192" y="0"/>
                      </a:cubicBezTo>
                      <a:cubicBezTo>
                        <a:pt x="25135" y="0"/>
                        <a:pt x="32385" y="7250"/>
                        <a:pt x="32385" y="1619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8" name="Freeform: Shape 2227">
                  <a:extLst>
                    <a:ext uri="{FF2B5EF4-FFF2-40B4-BE49-F238E27FC236}">
                      <a16:creationId xmlns:a16="http://schemas.microsoft.com/office/drawing/2014/main" id="{16E030E9-2BAC-C2B6-1F03-644135639835}"/>
                    </a:ext>
                  </a:extLst>
                </p:cNvPr>
                <p:cNvSpPr/>
                <p:nvPr/>
              </p:nvSpPr>
              <p:spPr>
                <a:xfrm>
                  <a:off x="2791929" y="3995220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4763" y="19050"/>
                        <a:pt x="0" y="14288"/>
                        <a:pt x="0" y="9525"/>
                      </a:cubicBezTo>
                      <a:cubicBezTo>
                        <a:pt x="0" y="4763"/>
                        <a:pt x="4763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9" name="Freeform: Shape 2228">
                  <a:extLst>
                    <a:ext uri="{FF2B5EF4-FFF2-40B4-BE49-F238E27FC236}">
                      <a16:creationId xmlns:a16="http://schemas.microsoft.com/office/drawing/2014/main" id="{29F2397A-ED5F-FB83-49F1-9EDA526D3C85}"/>
                    </a:ext>
                  </a:extLst>
                </p:cNvPr>
                <p:cNvSpPr/>
                <p:nvPr/>
              </p:nvSpPr>
              <p:spPr>
                <a:xfrm>
                  <a:off x="1633297" y="4041620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2 h 32385"/>
                    <a:gd name="connsiteX2" fmla="*/ 16193 w 32385"/>
                    <a:gd name="connsiteY2" fmla="*/ 32385 h 32385"/>
                    <a:gd name="connsiteX3" fmla="*/ 0 w 32385"/>
                    <a:gd name="connsiteY3" fmla="*/ 16192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0" name="Freeform: Shape 2229">
                  <a:extLst>
                    <a:ext uri="{FF2B5EF4-FFF2-40B4-BE49-F238E27FC236}">
                      <a16:creationId xmlns:a16="http://schemas.microsoft.com/office/drawing/2014/main" id="{5D1016D6-9C14-EE05-BAEF-82C4E86AE434}"/>
                    </a:ext>
                  </a:extLst>
                </p:cNvPr>
                <p:cNvSpPr/>
                <p:nvPr/>
              </p:nvSpPr>
              <p:spPr>
                <a:xfrm>
                  <a:off x="1743749" y="4039180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2 h 32384"/>
                    <a:gd name="connsiteX2" fmla="*/ 16192 w 32384"/>
                    <a:gd name="connsiteY2" fmla="*/ 32385 h 32384"/>
                    <a:gd name="connsiteX3" fmla="*/ 0 w 32384"/>
                    <a:gd name="connsiteY3" fmla="*/ 16192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1" name="Freeform: Shape 2230">
                  <a:extLst>
                    <a:ext uri="{FF2B5EF4-FFF2-40B4-BE49-F238E27FC236}">
                      <a16:creationId xmlns:a16="http://schemas.microsoft.com/office/drawing/2014/main" id="{D34DDFB3-6F91-2ED3-4D77-9FAD1ABD9C2B}"/>
                    </a:ext>
                  </a:extLst>
                </p:cNvPr>
                <p:cNvSpPr/>
                <p:nvPr/>
              </p:nvSpPr>
              <p:spPr>
                <a:xfrm>
                  <a:off x="2341100" y="3448170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2" name="Freeform: Shape 2231">
                  <a:extLst>
                    <a:ext uri="{FF2B5EF4-FFF2-40B4-BE49-F238E27FC236}">
                      <a16:creationId xmlns:a16="http://schemas.microsoft.com/office/drawing/2014/main" id="{D27F4DBB-FCE5-C535-F08A-6FE01A87A710}"/>
                    </a:ext>
                  </a:extLst>
                </p:cNvPr>
                <p:cNvSpPr/>
                <p:nvPr/>
              </p:nvSpPr>
              <p:spPr>
                <a:xfrm>
                  <a:off x="2241917" y="419303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3" name="Freeform: Shape 2232">
                  <a:extLst>
                    <a:ext uri="{FF2B5EF4-FFF2-40B4-BE49-F238E27FC236}">
                      <a16:creationId xmlns:a16="http://schemas.microsoft.com/office/drawing/2014/main" id="{A18CEE81-D4B1-BE53-D308-558FBD933DD6}"/>
                    </a:ext>
                  </a:extLst>
                </p:cNvPr>
                <p:cNvSpPr/>
                <p:nvPr/>
              </p:nvSpPr>
              <p:spPr>
                <a:xfrm>
                  <a:off x="2307286" y="3648429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4" name="Freeform: Shape 2233">
                  <a:extLst>
                    <a:ext uri="{FF2B5EF4-FFF2-40B4-BE49-F238E27FC236}">
                      <a16:creationId xmlns:a16="http://schemas.microsoft.com/office/drawing/2014/main" id="{A3422191-DC7C-B747-46DD-2E3DC5D11A58}"/>
                    </a:ext>
                  </a:extLst>
                </p:cNvPr>
                <p:cNvSpPr/>
                <p:nvPr/>
              </p:nvSpPr>
              <p:spPr>
                <a:xfrm>
                  <a:off x="2780657" y="2246613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6667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5" name="Freeform: Shape 2234">
                  <a:extLst>
                    <a:ext uri="{FF2B5EF4-FFF2-40B4-BE49-F238E27FC236}">
                      <a16:creationId xmlns:a16="http://schemas.microsoft.com/office/drawing/2014/main" id="{6468A918-6788-DFE8-D044-DAD969B4559A}"/>
                    </a:ext>
                  </a:extLst>
                </p:cNvPr>
                <p:cNvSpPr/>
                <p:nvPr/>
              </p:nvSpPr>
              <p:spPr>
                <a:xfrm>
                  <a:off x="2217120" y="4481214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8 h 20954"/>
                    <a:gd name="connsiteX1" fmla="*/ 10478 w 20954"/>
                    <a:gd name="connsiteY1" fmla="*/ 20955 h 20954"/>
                    <a:gd name="connsiteX2" fmla="*/ 0 w 20954"/>
                    <a:gd name="connsiteY2" fmla="*/ 10478 h 20954"/>
                    <a:gd name="connsiteX3" fmla="*/ 10478 w 20954"/>
                    <a:gd name="connsiteY3" fmla="*/ 0 h 20954"/>
                    <a:gd name="connsiteX4" fmla="*/ 20955 w 20954"/>
                    <a:gd name="connsiteY4" fmla="*/ 10478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8"/>
                      </a:moveTo>
                      <a:cubicBezTo>
                        <a:pt x="20955" y="16264"/>
                        <a:pt x="16264" y="20955"/>
                        <a:pt x="10478" y="20955"/>
                      </a:cubicBezTo>
                      <a:cubicBezTo>
                        <a:pt x="4691" y="20955"/>
                        <a:pt x="0" y="16264"/>
                        <a:pt x="0" y="10478"/>
                      </a:cubicBezTo>
                      <a:cubicBezTo>
                        <a:pt x="0" y="4691"/>
                        <a:pt x="4691" y="0"/>
                        <a:pt x="10478" y="0"/>
                      </a:cubicBezTo>
                      <a:cubicBezTo>
                        <a:pt x="16264" y="0"/>
                        <a:pt x="20955" y="4691"/>
                        <a:pt x="20955" y="1047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6" name="Freeform: Shape 2235">
                  <a:extLst>
                    <a:ext uri="{FF2B5EF4-FFF2-40B4-BE49-F238E27FC236}">
                      <a16:creationId xmlns:a16="http://schemas.microsoft.com/office/drawing/2014/main" id="{150A955A-1FF4-44CC-50A9-7BCC214C7E80}"/>
                    </a:ext>
                  </a:extLst>
                </p:cNvPr>
                <p:cNvSpPr/>
                <p:nvPr/>
              </p:nvSpPr>
              <p:spPr>
                <a:xfrm>
                  <a:off x="2350116" y="4122211"/>
                  <a:ext cx="76639" cy="83034"/>
                </a:xfrm>
                <a:custGeom>
                  <a:avLst/>
                  <a:gdLst>
                    <a:gd name="connsiteX0" fmla="*/ 16192 w 32384"/>
                    <a:gd name="connsiteY0" fmla="*/ 0 h 32385"/>
                    <a:gd name="connsiteX1" fmla="*/ 32385 w 32384"/>
                    <a:gd name="connsiteY1" fmla="*/ 16193 h 32385"/>
                    <a:gd name="connsiteX2" fmla="*/ 16192 w 32384"/>
                    <a:gd name="connsiteY2" fmla="*/ 32385 h 32385"/>
                    <a:gd name="connsiteX3" fmla="*/ 0 w 32384"/>
                    <a:gd name="connsiteY3" fmla="*/ 16193 h 32385"/>
                    <a:gd name="connsiteX4" fmla="*/ 16192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0"/>
                      </a:moveTo>
                      <a:cubicBezTo>
                        <a:pt x="24765" y="0"/>
                        <a:pt x="32385" y="6668"/>
                        <a:pt x="32385" y="16193"/>
                      </a:cubicBezTo>
                      <a:cubicBezTo>
                        <a:pt x="32385" y="24765"/>
                        <a:pt x="25717" y="32385"/>
                        <a:pt x="16192" y="32385"/>
                      </a:cubicBezTo>
                      <a:cubicBezTo>
                        <a:pt x="6667" y="32385"/>
                        <a:pt x="0" y="25718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7" name="Freeform: Shape 2236">
                  <a:extLst>
                    <a:ext uri="{FF2B5EF4-FFF2-40B4-BE49-F238E27FC236}">
                      <a16:creationId xmlns:a16="http://schemas.microsoft.com/office/drawing/2014/main" id="{8851D3CC-B7A0-C7A1-0228-AF361E0D943D}"/>
                    </a:ext>
                  </a:extLst>
                </p:cNvPr>
                <p:cNvSpPr/>
                <p:nvPr/>
              </p:nvSpPr>
              <p:spPr>
                <a:xfrm>
                  <a:off x="2417741" y="4166173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8 h 28575"/>
                    <a:gd name="connsiteX1" fmla="*/ 14288 w 28575"/>
                    <a:gd name="connsiteY1" fmla="*/ 28575 h 28575"/>
                    <a:gd name="connsiteX2" fmla="*/ 0 w 28575"/>
                    <a:gd name="connsiteY2" fmla="*/ 14288 h 28575"/>
                    <a:gd name="connsiteX3" fmla="*/ 14288 w 28575"/>
                    <a:gd name="connsiteY3" fmla="*/ 0 h 28575"/>
                    <a:gd name="connsiteX4" fmla="*/ 28575 w 28575"/>
                    <a:gd name="connsiteY4" fmla="*/ 14288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8"/>
                      </a:moveTo>
                      <a:cubicBezTo>
                        <a:pt x="28575" y="22178"/>
                        <a:pt x="22178" y="28575"/>
                        <a:pt x="14288" y="28575"/>
                      </a:cubicBezTo>
                      <a:cubicBezTo>
                        <a:pt x="6397" y="28575"/>
                        <a:pt x="0" y="22178"/>
                        <a:pt x="0" y="14288"/>
                      </a:cubicBez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8" name="Freeform: Shape 2237">
                  <a:extLst>
                    <a:ext uri="{FF2B5EF4-FFF2-40B4-BE49-F238E27FC236}">
                      <a16:creationId xmlns:a16="http://schemas.microsoft.com/office/drawing/2014/main" id="{8098D421-8251-C796-9459-52623270F2AC}"/>
                    </a:ext>
                  </a:extLst>
                </p:cNvPr>
                <p:cNvSpPr/>
                <p:nvPr/>
              </p:nvSpPr>
              <p:spPr>
                <a:xfrm>
                  <a:off x="1653583" y="2302782"/>
                  <a:ext cx="76639" cy="83032"/>
                </a:xfrm>
                <a:custGeom>
                  <a:avLst/>
                  <a:gdLst>
                    <a:gd name="connsiteX0" fmla="*/ 16192 w 32384"/>
                    <a:gd name="connsiteY0" fmla="*/ 0 h 32384"/>
                    <a:gd name="connsiteX1" fmla="*/ 32385 w 32384"/>
                    <a:gd name="connsiteY1" fmla="*/ 16193 h 32384"/>
                    <a:gd name="connsiteX2" fmla="*/ 16192 w 32384"/>
                    <a:gd name="connsiteY2" fmla="*/ 32385 h 32384"/>
                    <a:gd name="connsiteX3" fmla="*/ 0 w 32384"/>
                    <a:gd name="connsiteY3" fmla="*/ 16193 h 32384"/>
                    <a:gd name="connsiteX4" fmla="*/ 16192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952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9" name="Freeform: Shape 2238">
                  <a:extLst>
                    <a:ext uri="{FF2B5EF4-FFF2-40B4-BE49-F238E27FC236}">
                      <a16:creationId xmlns:a16="http://schemas.microsoft.com/office/drawing/2014/main" id="{F02EEC0E-21C7-958F-EDD6-DB3341CF53EC}"/>
                    </a:ext>
                  </a:extLst>
                </p:cNvPr>
                <p:cNvSpPr/>
                <p:nvPr/>
              </p:nvSpPr>
              <p:spPr>
                <a:xfrm>
                  <a:off x="2509968" y="3062304"/>
                  <a:ext cx="72322" cy="78147"/>
                </a:xfrm>
                <a:custGeom>
                  <a:avLst/>
                  <a:gdLst>
                    <a:gd name="connsiteX0" fmla="*/ 15321 w 30560"/>
                    <a:gd name="connsiteY0" fmla="*/ 0 h 30479"/>
                    <a:gd name="connsiteX1" fmla="*/ 30561 w 30560"/>
                    <a:gd name="connsiteY1" fmla="*/ 15240 h 30479"/>
                    <a:gd name="connsiteX2" fmla="*/ 15321 w 30560"/>
                    <a:gd name="connsiteY2" fmla="*/ 30480 h 30479"/>
                    <a:gd name="connsiteX3" fmla="*/ 81 w 30560"/>
                    <a:gd name="connsiteY3" fmla="*/ 15240 h 30479"/>
                    <a:gd name="connsiteX4" fmla="*/ 15321 w 30560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560" h="30479">
                      <a:moveTo>
                        <a:pt x="15321" y="0"/>
                      </a:moveTo>
                      <a:cubicBezTo>
                        <a:pt x="23893" y="0"/>
                        <a:pt x="30561" y="6667"/>
                        <a:pt x="30561" y="15240"/>
                      </a:cubicBezTo>
                      <a:cubicBezTo>
                        <a:pt x="30561" y="23813"/>
                        <a:pt x="23893" y="30480"/>
                        <a:pt x="15321" y="30480"/>
                      </a:cubicBezTo>
                      <a:cubicBezTo>
                        <a:pt x="6748" y="30480"/>
                        <a:pt x="81" y="23813"/>
                        <a:pt x="81" y="15240"/>
                      </a:cubicBezTo>
                      <a:cubicBezTo>
                        <a:pt x="-872" y="6667"/>
                        <a:pt x="6748" y="0"/>
                        <a:pt x="15321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0" name="Freeform: Shape 2239">
                  <a:extLst>
                    <a:ext uri="{FF2B5EF4-FFF2-40B4-BE49-F238E27FC236}">
                      <a16:creationId xmlns:a16="http://schemas.microsoft.com/office/drawing/2014/main" id="{8F981E5F-17F1-DB66-3FC0-BCD923B93F6F}"/>
                    </a:ext>
                  </a:extLst>
                </p:cNvPr>
                <p:cNvSpPr/>
                <p:nvPr/>
              </p:nvSpPr>
              <p:spPr>
                <a:xfrm>
                  <a:off x="2081871" y="2043910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2 h 32384"/>
                    <a:gd name="connsiteX2" fmla="*/ 16192 w 32385"/>
                    <a:gd name="connsiteY2" fmla="*/ 32385 h 32384"/>
                    <a:gd name="connsiteX3" fmla="*/ 0 w 32385"/>
                    <a:gd name="connsiteY3" fmla="*/ 16192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7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1" name="Freeform: Shape 2240">
                  <a:extLst>
                    <a:ext uri="{FF2B5EF4-FFF2-40B4-BE49-F238E27FC236}">
                      <a16:creationId xmlns:a16="http://schemas.microsoft.com/office/drawing/2014/main" id="{41A858B3-CC1A-EC88-54E4-CC8A752CDF9D}"/>
                    </a:ext>
                  </a:extLst>
                </p:cNvPr>
                <p:cNvSpPr/>
                <p:nvPr/>
              </p:nvSpPr>
              <p:spPr>
                <a:xfrm>
                  <a:off x="1928589" y="2061004"/>
                  <a:ext cx="76641" cy="83034"/>
                </a:xfrm>
                <a:custGeom>
                  <a:avLst/>
                  <a:gdLst>
                    <a:gd name="connsiteX0" fmla="*/ 16193 w 32385"/>
                    <a:gd name="connsiteY0" fmla="*/ 0 h 32385"/>
                    <a:gd name="connsiteX1" fmla="*/ 32385 w 32385"/>
                    <a:gd name="connsiteY1" fmla="*/ 16193 h 32385"/>
                    <a:gd name="connsiteX2" fmla="*/ 16193 w 32385"/>
                    <a:gd name="connsiteY2" fmla="*/ 32385 h 32385"/>
                    <a:gd name="connsiteX3" fmla="*/ 0 w 32385"/>
                    <a:gd name="connsiteY3" fmla="*/ 16193 h 32385"/>
                    <a:gd name="connsiteX4" fmla="*/ 16193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2" name="Freeform: Shape 2241">
                  <a:extLst>
                    <a:ext uri="{FF2B5EF4-FFF2-40B4-BE49-F238E27FC236}">
                      <a16:creationId xmlns:a16="http://schemas.microsoft.com/office/drawing/2014/main" id="{4EEC23D8-9F17-2AB5-20F8-794CE2A93C2B}"/>
                    </a:ext>
                  </a:extLst>
                </p:cNvPr>
                <p:cNvSpPr/>
                <p:nvPr/>
              </p:nvSpPr>
              <p:spPr>
                <a:xfrm>
                  <a:off x="2165274" y="4779162"/>
                  <a:ext cx="31558" cy="34188"/>
                </a:xfrm>
                <a:custGeom>
                  <a:avLst/>
                  <a:gdLst>
                    <a:gd name="connsiteX0" fmla="*/ 6668 w 13335"/>
                    <a:gd name="connsiteY0" fmla="*/ 0 h 13334"/>
                    <a:gd name="connsiteX1" fmla="*/ 13335 w 13335"/>
                    <a:gd name="connsiteY1" fmla="*/ 6667 h 13334"/>
                    <a:gd name="connsiteX2" fmla="*/ 6668 w 13335"/>
                    <a:gd name="connsiteY2" fmla="*/ 13335 h 13334"/>
                    <a:gd name="connsiteX3" fmla="*/ 0 w 13335"/>
                    <a:gd name="connsiteY3" fmla="*/ 6667 h 13334"/>
                    <a:gd name="connsiteX4" fmla="*/ 6668 w 13335"/>
                    <a:gd name="connsiteY4" fmla="*/ 0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35" h="13334">
                      <a:moveTo>
                        <a:pt x="6668" y="0"/>
                      </a:moveTo>
                      <a:cubicBezTo>
                        <a:pt x="10477" y="0"/>
                        <a:pt x="13335" y="2857"/>
                        <a:pt x="13335" y="6667"/>
                      </a:cubicBezTo>
                      <a:cubicBezTo>
                        <a:pt x="13335" y="10477"/>
                        <a:pt x="10477" y="13335"/>
                        <a:pt x="6668" y="13335"/>
                      </a:cubicBez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8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3" name="Freeform: Shape 2242">
                  <a:extLst>
                    <a:ext uri="{FF2B5EF4-FFF2-40B4-BE49-F238E27FC236}">
                      <a16:creationId xmlns:a16="http://schemas.microsoft.com/office/drawing/2014/main" id="{B0DD5F49-021F-4FCB-F2A3-6B157FDDF9D7}"/>
                    </a:ext>
                  </a:extLst>
                </p:cNvPr>
                <p:cNvSpPr/>
                <p:nvPr/>
              </p:nvSpPr>
              <p:spPr>
                <a:xfrm>
                  <a:off x="2713033" y="3164876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2 h 32385"/>
                    <a:gd name="connsiteX2" fmla="*/ 16192 w 32385"/>
                    <a:gd name="connsiteY2" fmla="*/ 32385 h 32385"/>
                    <a:gd name="connsiteX3" fmla="*/ 0 w 32385"/>
                    <a:gd name="connsiteY3" fmla="*/ 16192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4" name="Freeform: Shape 2243">
                  <a:extLst>
                    <a:ext uri="{FF2B5EF4-FFF2-40B4-BE49-F238E27FC236}">
                      <a16:creationId xmlns:a16="http://schemas.microsoft.com/office/drawing/2014/main" id="{F92F3CF1-467A-FAB7-626A-28D42E4D5E96}"/>
                    </a:ext>
                  </a:extLst>
                </p:cNvPr>
                <p:cNvSpPr/>
                <p:nvPr/>
              </p:nvSpPr>
              <p:spPr>
                <a:xfrm>
                  <a:off x="2487618" y="5350634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3 h 24765"/>
                    <a:gd name="connsiteX2" fmla="*/ 12382 w 24764"/>
                    <a:gd name="connsiteY2" fmla="*/ 24765 h 24765"/>
                    <a:gd name="connsiteX3" fmla="*/ 0 w 24764"/>
                    <a:gd name="connsiteY3" fmla="*/ 12383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4763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5" name="Freeform: Shape 2244">
                  <a:extLst>
                    <a:ext uri="{FF2B5EF4-FFF2-40B4-BE49-F238E27FC236}">
                      <a16:creationId xmlns:a16="http://schemas.microsoft.com/office/drawing/2014/main" id="{0181B29B-5315-A17B-6161-9A891FB24503}"/>
                    </a:ext>
                  </a:extLst>
                </p:cNvPr>
                <p:cNvSpPr/>
                <p:nvPr/>
              </p:nvSpPr>
              <p:spPr>
                <a:xfrm>
                  <a:off x="1761782" y="4227227"/>
                  <a:ext cx="76639" cy="83034"/>
                </a:xfrm>
                <a:custGeom>
                  <a:avLst/>
                  <a:gdLst>
                    <a:gd name="connsiteX0" fmla="*/ 16193 w 32384"/>
                    <a:gd name="connsiteY0" fmla="*/ 0 h 32385"/>
                    <a:gd name="connsiteX1" fmla="*/ 32385 w 32384"/>
                    <a:gd name="connsiteY1" fmla="*/ 16192 h 32385"/>
                    <a:gd name="connsiteX2" fmla="*/ 16193 w 32384"/>
                    <a:gd name="connsiteY2" fmla="*/ 32385 h 32385"/>
                    <a:gd name="connsiteX3" fmla="*/ 0 w 32384"/>
                    <a:gd name="connsiteY3" fmla="*/ 16192 h 32385"/>
                    <a:gd name="connsiteX4" fmla="*/ 16193 w 32384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6" name="Freeform: Shape 2245">
                  <a:extLst>
                    <a:ext uri="{FF2B5EF4-FFF2-40B4-BE49-F238E27FC236}">
                      <a16:creationId xmlns:a16="http://schemas.microsoft.com/office/drawing/2014/main" id="{1946C6CD-6D2D-2E1D-92C4-E35FC6366401}"/>
                    </a:ext>
                  </a:extLst>
                </p:cNvPr>
                <p:cNvSpPr/>
                <p:nvPr/>
              </p:nvSpPr>
              <p:spPr>
                <a:xfrm>
                  <a:off x="1739241" y="5191893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2 h 32384"/>
                    <a:gd name="connsiteX2" fmla="*/ 16193 w 32384"/>
                    <a:gd name="connsiteY2" fmla="*/ 32385 h 32384"/>
                    <a:gd name="connsiteX3" fmla="*/ 0 w 32384"/>
                    <a:gd name="connsiteY3" fmla="*/ 16192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2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2"/>
                      </a:cubicBezTo>
                      <a:cubicBezTo>
                        <a:pt x="0" y="6667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7" name="Freeform: Shape 2246">
                  <a:extLst>
                    <a:ext uri="{FF2B5EF4-FFF2-40B4-BE49-F238E27FC236}">
                      <a16:creationId xmlns:a16="http://schemas.microsoft.com/office/drawing/2014/main" id="{723DCFCD-250C-0D59-3E63-579C66EADB32}"/>
                    </a:ext>
                  </a:extLst>
                </p:cNvPr>
                <p:cNvSpPr/>
                <p:nvPr/>
              </p:nvSpPr>
              <p:spPr>
                <a:xfrm>
                  <a:off x="2474093" y="3086726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8" name="Freeform: Shape 2247">
                  <a:extLst>
                    <a:ext uri="{FF2B5EF4-FFF2-40B4-BE49-F238E27FC236}">
                      <a16:creationId xmlns:a16="http://schemas.microsoft.com/office/drawing/2014/main" id="{3458158B-275F-644C-7E1E-F132B427D5B4}"/>
                    </a:ext>
                  </a:extLst>
                </p:cNvPr>
                <p:cNvSpPr/>
                <p:nvPr/>
              </p:nvSpPr>
              <p:spPr>
                <a:xfrm>
                  <a:off x="2332083" y="3597142"/>
                  <a:ext cx="76641" cy="83034"/>
                </a:xfrm>
                <a:custGeom>
                  <a:avLst/>
                  <a:gdLst>
                    <a:gd name="connsiteX0" fmla="*/ 16192 w 32385"/>
                    <a:gd name="connsiteY0" fmla="*/ 0 h 32385"/>
                    <a:gd name="connsiteX1" fmla="*/ 32385 w 32385"/>
                    <a:gd name="connsiteY1" fmla="*/ 16193 h 32385"/>
                    <a:gd name="connsiteX2" fmla="*/ 16192 w 32385"/>
                    <a:gd name="connsiteY2" fmla="*/ 32385 h 32385"/>
                    <a:gd name="connsiteX3" fmla="*/ 0 w 32385"/>
                    <a:gd name="connsiteY3" fmla="*/ 16193 h 32385"/>
                    <a:gd name="connsiteX4" fmla="*/ 16192 w 32385"/>
                    <a:gd name="connsiteY4" fmla="*/ 0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9" name="Freeform: Shape 2248">
                  <a:extLst>
                    <a:ext uri="{FF2B5EF4-FFF2-40B4-BE49-F238E27FC236}">
                      <a16:creationId xmlns:a16="http://schemas.microsoft.com/office/drawing/2014/main" id="{E19CD7AC-5252-7FD1-2496-DEE31F3C141B}"/>
                    </a:ext>
                  </a:extLst>
                </p:cNvPr>
                <p:cNvSpPr/>
                <p:nvPr/>
              </p:nvSpPr>
              <p:spPr>
                <a:xfrm>
                  <a:off x="2523684" y="4217458"/>
                  <a:ext cx="49589" cy="53726"/>
                </a:xfrm>
                <a:custGeom>
                  <a:avLst/>
                  <a:gdLst>
                    <a:gd name="connsiteX0" fmla="*/ 20955 w 20954"/>
                    <a:gd name="connsiteY0" fmla="*/ 10477 h 20954"/>
                    <a:gd name="connsiteX1" fmla="*/ 10477 w 20954"/>
                    <a:gd name="connsiteY1" fmla="*/ 20955 h 20954"/>
                    <a:gd name="connsiteX2" fmla="*/ 0 w 20954"/>
                    <a:gd name="connsiteY2" fmla="*/ 10477 h 20954"/>
                    <a:gd name="connsiteX3" fmla="*/ 10477 w 20954"/>
                    <a:gd name="connsiteY3" fmla="*/ 0 h 20954"/>
                    <a:gd name="connsiteX4" fmla="*/ 20955 w 20954"/>
                    <a:gd name="connsiteY4" fmla="*/ 10477 h 20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4" h="20954">
                      <a:moveTo>
                        <a:pt x="20955" y="10477"/>
                      </a:moveTo>
                      <a:cubicBezTo>
                        <a:pt x="20955" y="16264"/>
                        <a:pt x="16264" y="20955"/>
                        <a:pt x="10477" y="20955"/>
                      </a:cubicBezTo>
                      <a:cubicBezTo>
                        <a:pt x="4691" y="20955"/>
                        <a:pt x="0" y="16264"/>
                        <a:pt x="0" y="10477"/>
                      </a:cubicBezTo>
                      <a:cubicBezTo>
                        <a:pt x="0" y="4691"/>
                        <a:pt x="4691" y="0"/>
                        <a:pt x="10477" y="0"/>
                      </a:cubicBezTo>
                      <a:cubicBezTo>
                        <a:pt x="16264" y="0"/>
                        <a:pt x="20955" y="4691"/>
                        <a:pt x="20955" y="10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0" name="Freeform: Shape 2249">
                  <a:extLst>
                    <a:ext uri="{FF2B5EF4-FFF2-40B4-BE49-F238E27FC236}">
                      <a16:creationId xmlns:a16="http://schemas.microsoft.com/office/drawing/2014/main" id="{660E2E7E-31CE-3EA3-8B72-9DD34F156F86}"/>
                    </a:ext>
                  </a:extLst>
                </p:cNvPr>
                <p:cNvSpPr/>
                <p:nvPr/>
              </p:nvSpPr>
              <p:spPr>
                <a:xfrm>
                  <a:off x="2036788" y="4810909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3 h 24765"/>
                    <a:gd name="connsiteX2" fmla="*/ 12382 w 24764"/>
                    <a:gd name="connsiteY2" fmla="*/ 24765 h 24765"/>
                    <a:gd name="connsiteX3" fmla="*/ 0 w 24764"/>
                    <a:gd name="connsiteY3" fmla="*/ 12383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3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3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1" name="Freeform: Shape 2250">
                  <a:extLst>
                    <a:ext uri="{FF2B5EF4-FFF2-40B4-BE49-F238E27FC236}">
                      <a16:creationId xmlns:a16="http://schemas.microsoft.com/office/drawing/2014/main" id="{BA16F05E-81D2-9951-72F1-3B7A73964E0F}"/>
                    </a:ext>
                  </a:extLst>
                </p:cNvPr>
                <p:cNvSpPr/>
                <p:nvPr/>
              </p:nvSpPr>
              <p:spPr>
                <a:xfrm>
                  <a:off x="1869981" y="4146636"/>
                  <a:ext cx="76641" cy="83034"/>
                </a:xfrm>
                <a:custGeom>
                  <a:avLst/>
                  <a:gdLst>
                    <a:gd name="connsiteX0" fmla="*/ 32385 w 32385"/>
                    <a:gd name="connsiteY0" fmla="*/ 16193 h 32385"/>
                    <a:gd name="connsiteX1" fmla="*/ 16193 w 32385"/>
                    <a:gd name="connsiteY1" fmla="*/ 32385 h 32385"/>
                    <a:gd name="connsiteX2" fmla="*/ 0 w 32385"/>
                    <a:gd name="connsiteY2" fmla="*/ 16193 h 32385"/>
                    <a:gd name="connsiteX3" fmla="*/ 16193 w 32385"/>
                    <a:gd name="connsiteY3" fmla="*/ 0 h 32385"/>
                    <a:gd name="connsiteX4" fmla="*/ 32385 w 32385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2" name="Freeform: Shape 2251">
                  <a:extLst>
                    <a:ext uri="{FF2B5EF4-FFF2-40B4-BE49-F238E27FC236}">
                      <a16:creationId xmlns:a16="http://schemas.microsoft.com/office/drawing/2014/main" id="{5FB46107-D70E-91BF-CA70-8B0E756DA6FC}"/>
                    </a:ext>
                  </a:extLst>
                </p:cNvPr>
                <p:cNvSpPr/>
                <p:nvPr/>
              </p:nvSpPr>
              <p:spPr>
                <a:xfrm>
                  <a:off x="2577784" y="5355518"/>
                  <a:ext cx="45083" cy="48844"/>
                </a:xfrm>
                <a:custGeom>
                  <a:avLst/>
                  <a:gdLst>
                    <a:gd name="connsiteX0" fmla="*/ 9525 w 19050"/>
                    <a:gd name="connsiteY0" fmla="*/ 0 h 19050"/>
                    <a:gd name="connsiteX1" fmla="*/ 19050 w 19050"/>
                    <a:gd name="connsiteY1" fmla="*/ 9525 h 19050"/>
                    <a:gd name="connsiteX2" fmla="*/ 9525 w 19050"/>
                    <a:gd name="connsiteY2" fmla="*/ 19050 h 19050"/>
                    <a:gd name="connsiteX3" fmla="*/ 0 w 19050"/>
                    <a:gd name="connsiteY3" fmla="*/ 9525 h 19050"/>
                    <a:gd name="connsiteX4" fmla="*/ 9525 w 19050"/>
                    <a:gd name="connsiteY4" fmla="*/ 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9525" y="0"/>
                      </a:moveTo>
                      <a:cubicBezTo>
                        <a:pt x="15240" y="0"/>
                        <a:pt x="19050" y="4763"/>
                        <a:pt x="19050" y="9525"/>
                      </a:cubicBezTo>
                      <a:cubicBezTo>
                        <a:pt x="19050" y="15240"/>
                        <a:pt x="14288" y="19050"/>
                        <a:pt x="9525" y="19050"/>
                      </a:cubicBezTo>
                      <a:cubicBezTo>
                        <a:pt x="3810" y="19050"/>
                        <a:pt x="0" y="14288"/>
                        <a:pt x="0" y="9525"/>
                      </a:cubicBezTo>
                      <a:cubicBezTo>
                        <a:pt x="0" y="4763"/>
                        <a:pt x="3810" y="0"/>
                        <a:pt x="95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3" name="Freeform: Shape 2252">
                  <a:extLst>
                    <a:ext uri="{FF2B5EF4-FFF2-40B4-BE49-F238E27FC236}">
                      <a16:creationId xmlns:a16="http://schemas.microsoft.com/office/drawing/2014/main" id="{AB61E1AF-4037-A215-EE2C-EE6B39BF1A76}"/>
                    </a:ext>
                  </a:extLst>
                </p:cNvPr>
                <p:cNvSpPr/>
                <p:nvPr/>
              </p:nvSpPr>
              <p:spPr>
                <a:xfrm>
                  <a:off x="2773896" y="2190441"/>
                  <a:ext cx="67624" cy="73266"/>
                </a:xfrm>
                <a:custGeom>
                  <a:avLst/>
                  <a:gdLst>
                    <a:gd name="connsiteX0" fmla="*/ 28575 w 28575"/>
                    <a:gd name="connsiteY0" fmla="*/ 14287 h 28575"/>
                    <a:gd name="connsiteX1" fmla="*/ 14287 w 28575"/>
                    <a:gd name="connsiteY1" fmla="*/ 28575 h 28575"/>
                    <a:gd name="connsiteX2" fmla="*/ 0 w 28575"/>
                    <a:gd name="connsiteY2" fmla="*/ 14287 h 28575"/>
                    <a:gd name="connsiteX3" fmla="*/ 14287 w 28575"/>
                    <a:gd name="connsiteY3" fmla="*/ 0 h 28575"/>
                    <a:gd name="connsiteX4" fmla="*/ 28575 w 28575"/>
                    <a:gd name="connsiteY4" fmla="*/ 14287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8575" y="14287"/>
                      </a:moveTo>
                      <a:cubicBezTo>
                        <a:pt x="28575" y="22178"/>
                        <a:pt x="22178" y="28575"/>
                        <a:pt x="14287" y="28575"/>
                      </a:cubicBezTo>
                      <a:cubicBezTo>
                        <a:pt x="6397" y="28575"/>
                        <a:pt x="0" y="22178"/>
                        <a:pt x="0" y="14287"/>
                      </a:cubicBezTo>
                      <a:cubicBezTo>
                        <a:pt x="0" y="6397"/>
                        <a:pt x="6397" y="0"/>
                        <a:pt x="14287" y="0"/>
                      </a:cubicBezTo>
                      <a:cubicBezTo>
                        <a:pt x="22178" y="0"/>
                        <a:pt x="28575" y="6397"/>
                        <a:pt x="28575" y="1428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4" name="Freeform: Shape 2253">
                  <a:extLst>
                    <a:ext uri="{FF2B5EF4-FFF2-40B4-BE49-F238E27FC236}">
                      <a16:creationId xmlns:a16="http://schemas.microsoft.com/office/drawing/2014/main" id="{1B81DDE6-4F01-05F5-91D1-A5F5861FB8CC}"/>
                    </a:ext>
                  </a:extLst>
                </p:cNvPr>
                <p:cNvSpPr/>
                <p:nvPr/>
              </p:nvSpPr>
              <p:spPr>
                <a:xfrm>
                  <a:off x="2825740" y="2056122"/>
                  <a:ext cx="58605" cy="63497"/>
                </a:xfrm>
                <a:custGeom>
                  <a:avLst/>
                  <a:gdLst>
                    <a:gd name="connsiteX0" fmla="*/ 12382 w 24764"/>
                    <a:gd name="connsiteY0" fmla="*/ 0 h 24765"/>
                    <a:gd name="connsiteX1" fmla="*/ 24765 w 24764"/>
                    <a:gd name="connsiteY1" fmla="*/ 12382 h 24765"/>
                    <a:gd name="connsiteX2" fmla="*/ 12382 w 24764"/>
                    <a:gd name="connsiteY2" fmla="*/ 24765 h 24765"/>
                    <a:gd name="connsiteX3" fmla="*/ 0 w 24764"/>
                    <a:gd name="connsiteY3" fmla="*/ 12382 h 24765"/>
                    <a:gd name="connsiteX4" fmla="*/ 12382 w 24764"/>
                    <a:gd name="connsiteY4" fmla="*/ 0 h 2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4" h="24765">
                      <a:moveTo>
                        <a:pt x="12382" y="0"/>
                      </a:moveTo>
                      <a:cubicBezTo>
                        <a:pt x="19050" y="0"/>
                        <a:pt x="24765" y="5715"/>
                        <a:pt x="24765" y="12382"/>
                      </a:cubicBezTo>
                      <a:cubicBezTo>
                        <a:pt x="24765" y="19050"/>
                        <a:pt x="19050" y="24765"/>
                        <a:pt x="12382" y="24765"/>
                      </a:cubicBezTo>
                      <a:cubicBezTo>
                        <a:pt x="5715" y="24765"/>
                        <a:pt x="0" y="19050"/>
                        <a:pt x="0" y="12382"/>
                      </a:cubicBezTo>
                      <a:cubicBezTo>
                        <a:pt x="0" y="5715"/>
                        <a:pt x="5715" y="0"/>
                        <a:pt x="1238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5" name="Freeform: Shape 2254">
                  <a:extLst>
                    <a:ext uri="{FF2B5EF4-FFF2-40B4-BE49-F238E27FC236}">
                      <a16:creationId xmlns:a16="http://schemas.microsoft.com/office/drawing/2014/main" id="{ED8609B8-E311-5533-E2AC-B10EFBF962B3}"/>
                    </a:ext>
                  </a:extLst>
                </p:cNvPr>
                <p:cNvSpPr/>
                <p:nvPr/>
              </p:nvSpPr>
              <p:spPr>
                <a:xfrm>
                  <a:off x="2429010" y="3101379"/>
                  <a:ext cx="72130" cy="78147"/>
                </a:xfrm>
                <a:custGeom>
                  <a:avLst/>
                  <a:gdLst>
                    <a:gd name="connsiteX0" fmla="*/ 15240 w 30479"/>
                    <a:gd name="connsiteY0" fmla="*/ 0 h 30479"/>
                    <a:gd name="connsiteX1" fmla="*/ 30480 w 30479"/>
                    <a:gd name="connsiteY1" fmla="*/ 15240 h 30479"/>
                    <a:gd name="connsiteX2" fmla="*/ 15240 w 30479"/>
                    <a:gd name="connsiteY2" fmla="*/ 30480 h 30479"/>
                    <a:gd name="connsiteX3" fmla="*/ 0 w 30479"/>
                    <a:gd name="connsiteY3" fmla="*/ 15240 h 30479"/>
                    <a:gd name="connsiteX4" fmla="*/ 15240 w 30479"/>
                    <a:gd name="connsiteY4" fmla="*/ 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15240" y="0"/>
                      </a:moveTo>
                      <a:cubicBezTo>
                        <a:pt x="23813" y="0"/>
                        <a:pt x="30480" y="6667"/>
                        <a:pt x="30480" y="15240"/>
                      </a:cubicBezTo>
                      <a:cubicBezTo>
                        <a:pt x="30480" y="23813"/>
                        <a:pt x="23813" y="30480"/>
                        <a:pt x="15240" y="30480"/>
                      </a:cubicBezTo>
                      <a:cubicBezTo>
                        <a:pt x="6667" y="30480"/>
                        <a:pt x="0" y="23813"/>
                        <a:pt x="0" y="15240"/>
                      </a:cubicBezTo>
                      <a:cubicBezTo>
                        <a:pt x="0" y="6667"/>
                        <a:pt x="7620" y="0"/>
                        <a:pt x="1524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6" name="Freeform: Shape 2255">
                  <a:extLst>
                    <a:ext uri="{FF2B5EF4-FFF2-40B4-BE49-F238E27FC236}">
                      <a16:creationId xmlns:a16="http://schemas.microsoft.com/office/drawing/2014/main" id="{89A55D74-0031-A339-DBD8-2D28BFA12E98}"/>
                    </a:ext>
                  </a:extLst>
                </p:cNvPr>
                <p:cNvSpPr/>
                <p:nvPr/>
              </p:nvSpPr>
              <p:spPr>
                <a:xfrm>
                  <a:off x="2451552" y="3162432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7" name="Freeform: Shape 2256">
                  <a:extLst>
                    <a:ext uri="{FF2B5EF4-FFF2-40B4-BE49-F238E27FC236}">
                      <a16:creationId xmlns:a16="http://schemas.microsoft.com/office/drawing/2014/main" id="{03AAE1C3-F3FD-7437-7E6B-F7B323B51A47}"/>
                    </a:ext>
                  </a:extLst>
                </p:cNvPr>
                <p:cNvSpPr/>
                <p:nvPr/>
              </p:nvSpPr>
              <p:spPr>
                <a:xfrm>
                  <a:off x="2492126" y="3140454"/>
                  <a:ext cx="72130" cy="78147"/>
                </a:xfrm>
                <a:custGeom>
                  <a:avLst/>
                  <a:gdLst>
                    <a:gd name="connsiteX0" fmla="*/ 30480 w 30479"/>
                    <a:gd name="connsiteY0" fmla="*/ 15240 h 30479"/>
                    <a:gd name="connsiteX1" fmla="*/ 15240 w 30479"/>
                    <a:gd name="connsiteY1" fmla="*/ 30480 h 30479"/>
                    <a:gd name="connsiteX2" fmla="*/ 0 w 30479"/>
                    <a:gd name="connsiteY2" fmla="*/ 15240 h 30479"/>
                    <a:gd name="connsiteX3" fmla="*/ 15240 w 30479"/>
                    <a:gd name="connsiteY3" fmla="*/ 0 h 30479"/>
                    <a:gd name="connsiteX4" fmla="*/ 30480 w 30479"/>
                    <a:gd name="connsiteY4" fmla="*/ 15240 h 30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9" h="30479">
                      <a:moveTo>
                        <a:pt x="30480" y="15240"/>
                      </a:moveTo>
                      <a:cubicBezTo>
                        <a:pt x="30480" y="23657"/>
                        <a:pt x="23657" y="30480"/>
                        <a:pt x="15240" y="30480"/>
                      </a:cubicBezTo>
                      <a:cubicBezTo>
                        <a:pt x="6823" y="30480"/>
                        <a:pt x="0" y="23657"/>
                        <a:pt x="0" y="15240"/>
                      </a:cubicBezTo>
                      <a:cubicBezTo>
                        <a:pt x="0" y="6823"/>
                        <a:pt x="6823" y="0"/>
                        <a:pt x="15240" y="0"/>
                      </a:cubicBezTo>
                      <a:cubicBezTo>
                        <a:pt x="23657" y="0"/>
                        <a:pt x="30480" y="6823"/>
                        <a:pt x="30480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8" name="Freeform: Shape 2257">
                  <a:extLst>
                    <a:ext uri="{FF2B5EF4-FFF2-40B4-BE49-F238E27FC236}">
                      <a16:creationId xmlns:a16="http://schemas.microsoft.com/office/drawing/2014/main" id="{2C82C793-CAC4-57B9-6FE0-4FB24B225523}"/>
                    </a:ext>
                  </a:extLst>
                </p:cNvPr>
                <p:cNvSpPr/>
                <p:nvPr/>
              </p:nvSpPr>
              <p:spPr>
                <a:xfrm>
                  <a:off x="2072855" y="1990182"/>
                  <a:ext cx="76641" cy="83032"/>
                </a:xfrm>
                <a:custGeom>
                  <a:avLst/>
                  <a:gdLst>
                    <a:gd name="connsiteX0" fmla="*/ 16192 w 32385"/>
                    <a:gd name="connsiteY0" fmla="*/ 0 h 32384"/>
                    <a:gd name="connsiteX1" fmla="*/ 32385 w 32385"/>
                    <a:gd name="connsiteY1" fmla="*/ 16193 h 32384"/>
                    <a:gd name="connsiteX2" fmla="*/ 16192 w 32385"/>
                    <a:gd name="connsiteY2" fmla="*/ 32385 h 32384"/>
                    <a:gd name="connsiteX3" fmla="*/ 0 w 32385"/>
                    <a:gd name="connsiteY3" fmla="*/ 16193 h 32384"/>
                    <a:gd name="connsiteX4" fmla="*/ 16192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2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2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7620" y="0"/>
                        <a:pt x="1619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9" name="Freeform: Shape 2258">
                  <a:extLst>
                    <a:ext uri="{FF2B5EF4-FFF2-40B4-BE49-F238E27FC236}">
                      <a16:creationId xmlns:a16="http://schemas.microsoft.com/office/drawing/2014/main" id="{E9635AB0-33EC-C199-4C1A-FF10C1D72DF7}"/>
                    </a:ext>
                  </a:extLst>
                </p:cNvPr>
                <p:cNvSpPr/>
                <p:nvPr/>
              </p:nvSpPr>
              <p:spPr>
                <a:xfrm>
                  <a:off x="2007483" y="1980413"/>
                  <a:ext cx="76641" cy="83032"/>
                </a:xfrm>
                <a:custGeom>
                  <a:avLst/>
                  <a:gdLst>
                    <a:gd name="connsiteX0" fmla="*/ 16193 w 32385"/>
                    <a:gd name="connsiteY0" fmla="*/ 0 h 32384"/>
                    <a:gd name="connsiteX1" fmla="*/ 32385 w 32385"/>
                    <a:gd name="connsiteY1" fmla="*/ 16193 h 32384"/>
                    <a:gd name="connsiteX2" fmla="*/ 16193 w 32385"/>
                    <a:gd name="connsiteY2" fmla="*/ 32385 h 32384"/>
                    <a:gd name="connsiteX3" fmla="*/ 0 w 32385"/>
                    <a:gd name="connsiteY3" fmla="*/ 16193 h 32384"/>
                    <a:gd name="connsiteX4" fmla="*/ 16193 w 32385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6668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60" name="Freeform: Shape 2259">
                  <a:extLst>
                    <a:ext uri="{FF2B5EF4-FFF2-40B4-BE49-F238E27FC236}">
                      <a16:creationId xmlns:a16="http://schemas.microsoft.com/office/drawing/2014/main" id="{CBF3BE75-1157-F52C-F6B7-AE68AB2F9792}"/>
                    </a:ext>
                  </a:extLst>
                </p:cNvPr>
                <p:cNvSpPr/>
                <p:nvPr/>
              </p:nvSpPr>
              <p:spPr>
                <a:xfrm>
                  <a:off x="1964656" y="1955991"/>
                  <a:ext cx="76639" cy="83032"/>
                </a:xfrm>
                <a:custGeom>
                  <a:avLst/>
                  <a:gdLst>
                    <a:gd name="connsiteX0" fmla="*/ 16193 w 32384"/>
                    <a:gd name="connsiteY0" fmla="*/ 0 h 32384"/>
                    <a:gd name="connsiteX1" fmla="*/ 32385 w 32384"/>
                    <a:gd name="connsiteY1" fmla="*/ 16193 h 32384"/>
                    <a:gd name="connsiteX2" fmla="*/ 16193 w 32384"/>
                    <a:gd name="connsiteY2" fmla="*/ 32385 h 32384"/>
                    <a:gd name="connsiteX3" fmla="*/ 0 w 32384"/>
                    <a:gd name="connsiteY3" fmla="*/ 16193 h 32384"/>
                    <a:gd name="connsiteX4" fmla="*/ 16193 w 32384"/>
                    <a:gd name="connsiteY4" fmla="*/ 0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4">
                      <a:moveTo>
                        <a:pt x="16193" y="0"/>
                      </a:moveTo>
                      <a:cubicBezTo>
                        <a:pt x="24765" y="0"/>
                        <a:pt x="32385" y="7620"/>
                        <a:pt x="32385" y="16193"/>
                      </a:cubicBezTo>
                      <a:cubicBezTo>
                        <a:pt x="32385" y="24765"/>
                        <a:pt x="24765" y="32385"/>
                        <a:pt x="16193" y="32385"/>
                      </a:cubicBezTo>
                      <a:cubicBezTo>
                        <a:pt x="7620" y="32385"/>
                        <a:pt x="0" y="24765"/>
                        <a:pt x="0" y="16193"/>
                      </a:cubicBezTo>
                      <a:cubicBezTo>
                        <a:pt x="0" y="7620"/>
                        <a:pt x="6668" y="0"/>
                        <a:pt x="1619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1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a-I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5518041-4C41-DF06-1CC6-199D919E43B8}"/>
                  </a:ext>
                </a:extLst>
              </p:cNvPr>
              <p:cNvSpPr/>
              <p:nvPr/>
            </p:nvSpPr>
            <p:spPr>
              <a:xfrm>
                <a:off x="1238820" y="2070775"/>
                <a:ext cx="76639" cy="83032"/>
              </a:xfrm>
              <a:custGeom>
                <a:avLst/>
                <a:gdLst>
                  <a:gd name="connsiteX0" fmla="*/ 16193 w 32384"/>
                  <a:gd name="connsiteY0" fmla="*/ 0 h 32384"/>
                  <a:gd name="connsiteX1" fmla="*/ 32385 w 32384"/>
                  <a:gd name="connsiteY1" fmla="*/ 16192 h 32384"/>
                  <a:gd name="connsiteX2" fmla="*/ 16193 w 32384"/>
                  <a:gd name="connsiteY2" fmla="*/ 32385 h 32384"/>
                  <a:gd name="connsiteX3" fmla="*/ 0 w 32384"/>
                  <a:gd name="connsiteY3" fmla="*/ 16192 h 32384"/>
                  <a:gd name="connsiteX4" fmla="*/ 16193 w 32384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4" h="32384">
                    <a:moveTo>
                      <a:pt x="16193" y="0"/>
                    </a:moveTo>
                    <a:cubicBezTo>
                      <a:pt x="24765" y="0"/>
                      <a:pt x="32385" y="7620"/>
                      <a:pt x="32385" y="16192"/>
                    </a:cubicBezTo>
                    <a:cubicBezTo>
                      <a:pt x="32385" y="24765"/>
                      <a:pt x="24765" y="32385"/>
                      <a:pt x="16193" y="32385"/>
                    </a:cubicBezTo>
                    <a:cubicBezTo>
                      <a:pt x="7620" y="32385"/>
                      <a:pt x="0" y="24765"/>
                      <a:pt x="0" y="16192"/>
                    </a:cubicBezTo>
                    <a:cubicBezTo>
                      <a:pt x="0" y="7620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DA820CA-1C2C-C450-4D45-F99A92A6FED1}"/>
                </a:ext>
              </a:extLst>
            </p:cNvPr>
            <p:cNvGrpSpPr/>
            <p:nvPr/>
          </p:nvGrpSpPr>
          <p:grpSpPr>
            <a:xfrm>
              <a:off x="2906890" y="1382078"/>
              <a:ext cx="1217237" cy="3187053"/>
              <a:chOff x="2906890" y="1382078"/>
              <a:chExt cx="1217237" cy="3187053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FBF4F82-AF60-D10F-4946-9B7D9D2DEFB0}"/>
                  </a:ext>
                </a:extLst>
              </p:cNvPr>
              <p:cNvSpPr/>
              <p:nvPr/>
            </p:nvSpPr>
            <p:spPr>
              <a:xfrm>
                <a:off x="2979022" y="2205094"/>
                <a:ext cx="58605" cy="6349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3 w 24764"/>
                  <a:gd name="connsiteY1" fmla="*/ 24765 h 24764"/>
                  <a:gd name="connsiteX2" fmla="*/ 0 w 24764"/>
                  <a:gd name="connsiteY2" fmla="*/ 12383 h 24764"/>
                  <a:gd name="connsiteX3" fmla="*/ 12383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3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3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07E8F7C-3867-AFDD-3666-43C9B8B07785}"/>
                  </a:ext>
                </a:extLst>
              </p:cNvPr>
              <p:cNvSpPr/>
              <p:nvPr/>
            </p:nvSpPr>
            <p:spPr>
              <a:xfrm>
                <a:off x="3303620" y="3111148"/>
                <a:ext cx="49591" cy="53726"/>
              </a:xfrm>
              <a:custGeom>
                <a:avLst/>
                <a:gdLst>
                  <a:gd name="connsiteX0" fmla="*/ 10477 w 20955"/>
                  <a:gd name="connsiteY0" fmla="*/ 0 h 20954"/>
                  <a:gd name="connsiteX1" fmla="*/ 20955 w 20955"/>
                  <a:gd name="connsiteY1" fmla="*/ 10477 h 20954"/>
                  <a:gd name="connsiteX2" fmla="*/ 10477 w 20955"/>
                  <a:gd name="connsiteY2" fmla="*/ 20955 h 20954"/>
                  <a:gd name="connsiteX3" fmla="*/ 0 w 20955"/>
                  <a:gd name="connsiteY3" fmla="*/ 10477 h 20954"/>
                  <a:gd name="connsiteX4" fmla="*/ 10477 w 20955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4">
                    <a:moveTo>
                      <a:pt x="10477" y="0"/>
                    </a:moveTo>
                    <a:cubicBezTo>
                      <a:pt x="16193" y="0"/>
                      <a:pt x="20955" y="4763"/>
                      <a:pt x="20955" y="10477"/>
                    </a:cubicBezTo>
                    <a:cubicBezTo>
                      <a:pt x="20955" y="16192"/>
                      <a:pt x="16193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C255420-AA12-0884-0CA5-6700F7F3F3CD}"/>
                  </a:ext>
                </a:extLst>
              </p:cNvPr>
              <p:cNvSpPr/>
              <p:nvPr/>
            </p:nvSpPr>
            <p:spPr>
              <a:xfrm>
                <a:off x="3873918" y="3159992"/>
                <a:ext cx="31558" cy="34188"/>
              </a:xfrm>
              <a:custGeom>
                <a:avLst/>
                <a:gdLst>
                  <a:gd name="connsiteX0" fmla="*/ 6668 w 13335"/>
                  <a:gd name="connsiteY0" fmla="*/ 0 h 13334"/>
                  <a:gd name="connsiteX1" fmla="*/ 13335 w 13335"/>
                  <a:gd name="connsiteY1" fmla="*/ 6667 h 13334"/>
                  <a:gd name="connsiteX2" fmla="*/ 6668 w 13335"/>
                  <a:gd name="connsiteY2" fmla="*/ 13335 h 13334"/>
                  <a:gd name="connsiteX3" fmla="*/ 0 w 13335"/>
                  <a:gd name="connsiteY3" fmla="*/ 6667 h 13334"/>
                  <a:gd name="connsiteX4" fmla="*/ 6668 w 13335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4">
                    <a:moveTo>
                      <a:pt x="6668" y="0"/>
                    </a:moveTo>
                    <a:cubicBezTo>
                      <a:pt x="10478" y="0"/>
                      <a:pt x="13335" y="2857"/>
                      <a:pt x="13335" y="6667"/>
                    </a:cubicBezTo>
                    <a:cubicBezTo>
                      <a:pt x="13335" y="10477"/>
                      <a:pt x="10478" y="13335"/>
                      <a:pt x="6668" y="13335"/>
                    </a:cubicBez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0" y="2857"/>
                      <a:pt x="2858" y="0"/>
                      <a:pt x="66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950270D-AC68-E8C6-351D-1291E3DF7FFE}"/>
                  </a:ext>
                </a:extLst>
              </p:cNvPr>
              <p:cNvSpPr/>
              <p:nvPr/>
            </p:nvSpPr>
            <p:spPr>
              <a:xfrm>
                <a:off x="3702605" y="3113589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2857"/>
                      <a:pt x="15240" y="7620"/>
                    </a:cubicBezTo>
                    <a:cubicBezTo>
                      <a:pt x="15240" y="11430"/>
                      <a:pt x="12383" y="15240"/>
                      <a:pt x="7620" y="15240"/>
                    </a:cubicBezTo>
                    <a:cubicBezTo>
                      <a:pt x="3810" y="15240"/>
                      <a:pt x="0" y="12382"/>
                      <a:pt x="0" y="7620"/>
                    </a:cubicBezTo>
                    <a:cubicBezTo>
                      <a:pt x="952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0E2F640-B682-77D3-BD5A-3E5EF740B4A9}"/>
                  </a:ext>
                </a:extLst>
              </p:cNvPr>
              <p:cNvSpPr/>
              <p:nvPr/>
            </p:nvSpPr>
            <p:spPr>
              <a:xfrm>
                <a:off x="3864904" y="2815642"/>
                <a:ext cx="31556" cy="34188"/>
              </a:xfrm>
              <a:custGeom>
                <a:avLst/>
                <a:gdLst>
                  <a:gd name="connsiteX0" fmla="*/ 6667 w 13334"/>
                  <a:gd name="connsiteY0" fmla="*/ 0 h 13334"/>
                  <a:gd name="connsiteX1" fmla="*/ 13335 w 13334"/>
                  <a:gd name="connsiteY1" fmla="*/ 6668 h 13334"/>
                  <a:gd name="connsiteX2" fmla="*/ 6667 w 13334"/>
                  <a:gd name="connsiteY2" fmla="*/ 13335 h 13334"/>
                  <a:gd name="connsiteX3" fmla="*/ 0 w 13334"/>
                  <a:gd name="connsiteY3" fmla="*/ 6668 h 13334"/>
                  <a:gd name="connsiteX4" fmla="*/ 6667 w 13334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4">
                    <a:moveTo>
                      <a:pt x="6667" y="0"/>
                    </a:moveTo>
                    <a:cubicBezTo>
                      <a:pt x="10478" y="0"/>
                      <a:pt x="13335" y="2857"/>
                      <a:pt x="13335" y="6668"/>
                    </a:cubicBezTo>
                    <a:cubicBezTo>
                      <a:pt x="13335" y="10477"/>
                      <a:pt x="10478" y="13335"/>
                      <a:pt x="6667" y="13335"/>
                    </a:cubicBez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0" y="2857"/>
                      <a:pt x="3810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096B822-C0B9-F687-BD4F-DE40B21BF948}"/>
                  </a:ext>
                </a:extLst>
              </p:cNvPr>
              <p:cNvSpPr/>
              <p:nvPr/>
            </p:nvSpPr>
            <p:spPr>
              <a:xfrm>
                <a:off x="2909145" y="3013460"/>
                <a:ext cx="76641" cy="83034"/>
              </a:xfrm>
              <a:custGeom>
                <a:avLst/>
                <a:gdLst>
                  <a:gd name="connsiteX0" fmla="*/ 32385 w 32385"/>
                  <a:gd name="connsiteY0" fmla="*/ 16193 h 32385"/>
                  <a:gd name="connsiteX1" fmla="*/ 16193 w 32385"/>
                  <a:gd name="connsiteY1" fmla="*/ 32385 h 32385"/>
                  <a:gd name="connsiteX2" fmla="*/ 0 w 32385"/>
                  <a:gd name="connsiteY2" fmla="*/ 16193 h 32385"/>
                  <a:gd name="connsiteX3" fmla="*/ 16193 w 32385"/>
                  <a:gd name="connsiteY3" fmla="*/ 0 h 32385"/>
                  <a:gd name="connsiteX4" fmla="*/ 32385 w 32385"/>
                  <a:gd name="connsiteY4" fmla="*/ 16193 h 3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5">
                    <a:moveTo>
                      <a:pt x="32385" y="16193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3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50"/>
                      <a:pt x="32385" y="16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A06A1EF-2953-D518-AE8E-84DB3016D0FF}"/>
                  </a:ext>
                </a:extLst>
              </p:cNvPr>
              <p:cNvSpPr/>
              <p:nvPr/>
            </p:nvSpPr>
            <p:spPr>
              <a:xfrm>
                <a:off x="2976767" y="3499455"/>
                <a:ext cx="58605" cy="63497"/>
              </a:xfrm>
              <a:custGeom>
                <a:avLst/>
                <a:gdLst>
                  <a:gd name="connsiteX0" fmla="*/ 12383 w 24764"/>
                  <a:gd name="connsiteY0" fmla="*/ 0 h 24765"/>
                  <a:gd name="connsiteX1" fmla="*/ 24765 w 24764"/>
                  <a:gd name="connsiteY1" fmla="*/ 12383 h 24765"/>
                  <a:gd name="connsiteX2" fmla="*/ 12383 w 24764"/>
                  <a:gd name="connsiteY2" fmla="*/ 24765 h 24765"/>
                  <a:gd name="connsiteX3" fmla="*/ 0 w 24764"/>
                  <a:gd name="connsiteY3" fmla="*/ 12383 h 24765"/>
                  <a:gd name="connsiteX4" fmla="*/ 12383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B7FBC4D-D62A-8222-4AF6-7D9718769F92}"/>
                  </a:ext>
                </a:extLst>
              </p:cNvPr>
              <p:cNvSpPr/>
              <p:nvPr/>
            </p:nvSpPr>
            <p:spPr>
              <a:xfrm>
                <a:off x="2999311" y="2969501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7 w 28575"/>
                  <a:gd name="connsiteY1" fmla="*/ 28575 h 28575"/>
                  <a:gd name="connsiteX2" fmla="*/ 0 w 28575"/>
                  <a:gd name="connsiteY2" fmla="*/ 14288 h 28575"/>
                  <a:gd name="connsiteX3" fmla="*/ 14287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7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7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E1D1B79-384B-3D12-0F6D-C88FE75D840A}"/>
                  </a:ext>
                </a:extLst>
              </p:cNvPr>
              <p:cNvSpPr/>
              <p:nvPr/>
            </p:nvSpPr>
            <p:spPr>
              <a:xfrm>
                <a:off x="2985786" y="2749704"/>
                <a:ext cx="72130" cy="78150"/>
              </a:xfrm>
              <a:custGeom>
                <a:avLst/>
                <a:gdLst>
                  <a:gd name="connsiteX0" fmla="*/ 15240 w 30479"/>
                  <a:gd name="connsiteY0" fmla="*/ 0 h 30480"/>
                  <a:gd name="connsiteX1" fmla="*/ 30480 w 30479"/>
                  <a:gd name="connsiteY1" fmla="*/ 15240 h 30480"/>
                  <a:gd name="connsiteX2" fmla="*/ 15240 w 30479"/>
                  <a:gd name="connsiteY2" fmla="*/ 30480 h 30480"/>
                  <a:gd name="connsiteX3" fmla="*/ 0 w 30479"/>
                  <a:gd name="connsiteY3" fmla="*/ 15240 h 30480"/>
                  <a:gd name="connsiteX4" fmla="*/ 15240 w 30479"/>
                  <a:gd name="connsiteY4" fmla="*/ 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15240" y="0"/>
                    </a:moveTo>
                    <a:cubicBezTo>
                      <a:pt x="23813" y="0"/>
                      <a:pt x="30480" y="6668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0" y="6668"/>
                      <a:pt x="6667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8F9AACF-76E4-0006-7093-3E20B87D82E6}"/>
                  </a:ext>
                </a:extLst>
              </p:cNvPr>
              <p:cNvSpPr/>
              <p:nvPr/>
            </p:nvSpPr>
            <p:spPr>
              <a:xfrm>
                <a:off x="3080460" y="2698417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B48877E-A333-3253-B8F1-9F6DF28ED804}"/>
                  </a:ext>
                </a:extLst>
              </p:cNvPr>
              <p:cNvSpPr/>
              <p:nvPr/>
            </p:nvSpPr>
            <p:spPr>
              <a:xfrm>
                <a:off x="3438869" y="2505485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3810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323CB70-50F7-02A9-095E-8A7FC968309C}"/>
                  </a:ext>
                </a:extLst>
              </p:cNvPr>
              <p:cNvSpPr/>
              <p:nvPr/>
            </p:nvSpPr>
            <p:spPr>
              <a:xfrm>
                <a:off x="3786008" y="2302782"/>
                <a:ext cx="31556" cy="34188"/>
              </a:xfrm>
              <a:custGeom>
                <a:avLst/>
                <a:gdLst>
                  <a:gd name="connsiteX0" fmla="*/ 6667 w 13334"/>
                  <a:gd name="connsiteY0" fmla="*/ 0 h 13334"/>
                  <a:gd name="connsiteX1" fmla="*/ 13335 w 13334"/>
                  <a:gd name="connsiteY1" fmla="*/ 6668 h 13334"/>
                  <a:gd name="connsiteX2" fmla="*/ 6667 w 13334"/>
                  <a:gd name="connsiteY2" fmla="*/ 13335 h 13334"/>
                  <a:gd name="connsiteX3" fmla="*/ 0 w 13334"/>
                  <a:gd name="connsiteY3" fmla="*/ 6668 h 13334"/>
                  <a:gd name="connsiteX4" fmla="*/ 6667 w 13334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4">
                    <a:moveTo>
                      <a:pt x="6667" y="0"/>
                    </a:moveTo>
                    <a:cubicBezTo>
                      <a:pt x="10478" y="0"/>
                      <a:pt x="13335" y="2857"/>
                      <a:pt x="13335" y="6668"/>
                    </a:cubicBezTo>
                    <a:cubicBezTo>
                      <a:pt x="13335" y="10477"/>
                      <a:pt x="10478" y="13335"/>
                      <a:pt x="6667" y="13335"/>
                    </a:cubicBez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0" y="2857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B74F516-D27F-9150-A449-562E35845F74}"/>
                  </a:ext>
                </a:extLst>
              </p:cNvPr>
              <p:cNvSpPr/>
              <p:nvPr/>
            </p:nvSpPr>
            <p:spPr>
              <a:xfrm>
                <a:off x="3335178" y="3401767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23D8AA92-3415-746A-9386-C7636F9DF9C7}"/>
                  </a:ext>
                </a:extLst>
              </p:cNvPr>
              <p:cNvSpPr/>
              <p:nvPr/>
            </p:nvSpPr>
            <p:spPr>
              <a:xfrm>
                <a:off x="3758958" y="2815642"/>
                <a:ext cx="36066" cy="39072"/>
              </a:xfrm>
              <a:custGeom>
                <a:avLst/>
                <a:gdLst>
                  <a:gd name="connsiteX0" fmla="*/ 15240 w 15240"/>
                  <a:gd name="connsiteY0" fmla="*/ 7620 h 15239"/>
                  <a:gd name="connsiteX1" fmla="*/ 7620 w 15240"/>
                  <a:gd name="connsiteY1" fmla="*/ 15240 h 15239"/>
                  <a:gd name="connsiteX2" fmla="*/ 0 w 15240"/>
                  <a:gd name="connsiteY2" fmla="*/ 7620 h 15239"/>
                  <a:gd name="connsiteX3" fmla="*/ 7620 w 15240"/>
                  <a:gd name="connsiteY3" fmla="*/ 0 h 15239"/>
                  <a:gd name="connsiteX4" fmla="*/ 15240 w 15240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1" y="15240"/>
                      <a:pt x="0" y="11828"/>
                      <a:pt x="0" y="7620"/>
                    </a:cubicBezTo>
                    <a:cubicBezTo>
                      <a:pt x="0" y="3412"/>
                      <a:pt x="3411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E5E604F-409D-079B-E623-9722D74CE8AC}"/>
                  </a:ext>
                </a:extLst>
              </p:cNvPr>
              <p:cNvSpPr/>
              <p:nvPr/>
            </p:nvSpPr>
            <p:spPr>
              <a:xfrm>
                <a:off x="3569609" y="2754588"/>
                <a:ext cx="40575" cy="43957"/>
              </a:xfrm>
              <a:custGeom>
                <a:avLst/>
                <a:gdLst>
                  <a:gd name="connsiteX0" fmla="*/ 8573 w 17145"/>
                  <a:gd name="connsiteY0" fmla="*/ 0 h 17144"/>
                  <a:gd name="connsiteX1" fmla="*/ 17145 w 17145"/>
                  <a:gd name="connsiteY1" fmla="*/ 8572 h 17144"/>
                  <a:gd name="connsiteX2" fmla="*/ 8573 w 17145"/>
                  <a:gd name="connsiteY2" fmla="*/ 17145 h 17144"/>
                  <a:gd name="connsiteX3" fmla="*/ 0 w 17145"/>
                  <a:gd name="connsiteY3" fmla="*/ 8572 h 17144"/>
                  <a:gd name="connsiteX4" fmla="*/ 8573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1E65185-1D33-4962-DFDC-8F3E61B418AE}"/>
                  </a:ext>
                </a:extLst>
              </p:cNvPr>
              <p:cNvSpPr/>
              <p:nvPr/>
            </p:nvSpPr>
            <p:spPr>
              <a:xfrm>
                <a:off x="3535796" y="2537232"/>
                <a:ext cx="40575" cy="43957"/>
              </a:xfrm>
              <a:custGeom>
                <a:avLst/>
                <a:gdLst>
                  <a:gd name="connsiteX0" fmla="*/ 8573 w 17145"/>
                  <a:gd name="connsiteY0" fmla="*/ 0 h 17144"/>
                  <a:gd name="connsiteX1" fmla="*/ 17145 w 17145"/>
                  <a:gd name="connsiteY1" fmla="*/ 8573 h 17144"/>
                  <a:gd name="connsiteX2" fmla="*/ 8573 w 17145"/>
                  <a:gd name="connsiteY2" fmla="*/ 17145 h 17144"/>
                  <a:gd name="connsiteX3" fmla="*/ 0 w 17145"/>
                  <a:gd name="connsiteY3" fmla="*/ 8573 h 17144"/>
                  <a:gd name="connsiteX4" fmla="*/ 8573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56A10BF8-275B-BFA9-5D22-F612A2140F29}"/>
                  </a:ext>
                </a:extLst>
              </p:cNvPr>
              <p:cNvSpPr/>
              <p:nvPr/>
            </p:nvSpPr>
            <p:spPr>
              <a:xfrm>
                <a:off x="3166118" y="3040323"/>
                <a:ext cx="58605" cy="63494"/>
              </a:xfrm>
              <a:custGeom>
                <a:avLst/>
                <a:gdLst>
                  <a:gd name="connsiteX0" fmla="*/ 12383 w 24764"/>
                  <a:gd name="connsiteY0" fmla="*/ 0 h 24764"/>
                  <a:gd name="connsiteX1" fmla="*/ 24765 w 24764"/>
                  <a:gd name="connsiteY1" fmla="*/ 12382 h 24764"/>
                  <a:gd name="connsiteX2" fmla="*/ 12383 w 24764"/>
                  <a:gd name="connsiteY2" fmla="*/ 24765 h 24764"/>
                  <a:gd name="connsiteX3" fmla="*/ 0 w 24764"/>
                  <a:gd name="connsiteY3" fmla="*/ 12382 h 24764"/>
                  <a:gd name="connsiteX4" fmla="*/ 12383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97C5233-663F-6333-85A1-F11B590C147A}"/>
                  </a:ext>
                </a:extLst>
              </p:cNvPr>
              <p:cNvSpPr/>
              <p:nvPr/>
            </p:nvSpPr>
            <p:spPr>
              <a:xfrm>
                <a:off x="3168371" y="2061004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9591CFF-D112-DCC4-1B0C-8E8D20C02066}"/>
                  </a:ext>
                </a:extLst>
              </p:cNvPr>
              <p:cNvSpPr/>
              <p:nvPr/>
            </p:nvSpPr>
            <p:spPr>
              <a:xfrm>
                <a:off x="3177388" y="1985297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6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5"/>
                      <a:pt x="4264" y="0"/>
                      <a:pt x="9525" y="0"/>
                    </a:cubicBezTo>
                    <a:cubicBezTo>
                      <a:pt x="14786" y="0"/>
                      <a:pt x="19050" y="4265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68BE38A-36A3-3927-E901-3E97007146FF}"/>
                  </a:ext>
                </a:extLst>
              </p:cNvPr>
              <p:cNvSpPr/>
              <p:nvPr/>
            </p:nvSpPr>
            <p:spPr>
              <a:xfrm>
                <a:off x="3245012" y="3470148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3810"/>
                      <a:pt x="19050" y="9525"/>
                    </a:cubicBezTo>
                    <a:cubicBezTo>
                      <a:pt x="19050" y="15240"/>
                      <a:pt x="15240" y="19050"/>
                      <a:pt x="9525" y="19050"/>
                    </a:cubicBezTo>
                    <a:cubicBezTo>
                      <a:pt x="3810" y="19050"/>
                      <a:pt x="0" y="15240"/>
                      <a:pt x="0" y="9525"/>
                    </a:cubicBezTo>
                    <a:cubicBezTo>
                      <a:pt x="0" y="3810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E4583DA-5507-76B6-435A-E069086CFD8A}"/>
                  </a:ext>
                </a:extLst>
              </p:cNvPr>
              <p:cNvSpPr/>
              <p:nvPr/>
            </p:nvSpPr>
            <p:spPr>
              <a:xfrm>
                <a:off x="3988881" y="2285688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2" y="0"/>
                      <a:pt x="11430" y="2857"/>
                      <a:pt x="11430" y="5715"/>
                    </a:cubicBezTo>
                    <a:cubicBezTo>
                      <a:pt x="11430" y="8573"/>
                      <a:pt x="8572" y="11430"/>
                      <a:pt x="5715" y="11430"/>
                    </a:cubicBezTo>
                    <a:cubicBezTo>
                      <a:pt x="2858" y="11430"/>
                      <a:pt x="0" y="8573"/>
                      <a:pt x="0" y="5715"/>
                    </a:cubicBezTo>
                    <a:cubicBezTo>
                      <a:pt x="0" y="2857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B06C1AC0-2986-D60F-5B66-CC64E513A8A8}"/>
                  </a:ext>
                </a:extLst>
              </p:cNvPr>
              <p:cNvSpPr/>
              <p:nvPr/>
            </p:nvSpPr>
            <p:spPr>
              <a:xfrm>
                <a:off x="3396041" y="3113589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5"/>
                      <a:pt x="4264" y="0"/>
                      <a:pt x="9525" y="0"/>
                    </a:cubicBezTo>
                    <a:cubicBezTo>
                      <a:pt x="14785" y="0"/>
                      <a:pt x="19050" y="4265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BD9A125-C636-1AA3-BD24-1341D6AC74EE}"/>
                  </a:ext>
                </a:extLst>
              </p:cNvPr>
              <p:cNvSpPr/>
              <p:nvPr/>
            </p:nvSpPr>
            <p:spPr>
              <a:xfrm>
                <a:off x="2992301" y="3428632"/>
                <a:ext cx="58852" cy="63494"/>
              </a:xfrm>
              <a:custGeom>
                <a:avLst/>
                <a:gdLst>
                  <a:gd name="connsiteX0" fmla="*/ 12486 w 24868"/>
                  <a:gd name="connsiteY0" fmla="*/ 0 h 24764"/>
                  <a:gd name="connsiteX1" fmla="*/ 24869 w 24868"/>
                  <a:gd name="connsiteY1" fmla="*/ 12382 h 24764"/>
                  <a:gd name="connsiteX2" fmla="*/ 12486 w 24868"/>
                  <a:gd name="connsiteY2" fmla="*/ 24765 h 24764"/>
                  <a:gd name="connsiteX3" fmla="*/ 104 w 24868"/>
                  <a:gd name="connsiteY3" fmla="*/ 12382 h 24764"/>
                  <a:gd name="connsiteX4" fmla="*/ 12486 w 24868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868" h="24764">
                    <a:moveTo>
                      <a:pt x="12486" y="0"/>
                    </a:moveTo>
                    <a:cubicBezTo>
                      <a:pt x="19154" y="0"/>
                      <a:pt x="24869" y="5715"/>
                      <a:pt x="24869" y="12382"/>
                    </a:cubicBezTo>
                    <a:cubicBezTo>
                      <a:pt x="24869" y="19050"/>
                      <a:pt x="19154" y="24765"/>
                      <a:pt x="12486" y="24765"/>
                    </a:cubicBezTo>
                    <a:cubicBezTo>
                      <a:pt x="5819" y="24765"/>
                      <a:pt x="104" y="19050"/>
                      <a:pt x="104" y="12382"/>
                    </a:cubicBezTo>
                    <a:cubicBezTo>
                      <a:pt x="-849" y="5715"/>
                      <a:pt x="4866" y="0"/>
                      <a:pt x="1248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0368E15F-B69B-E109-FA57-D96849551552}"/>
                  </a:ext>
                </a:extLst>
              </p:cNvPr>
              <p:cNvSpPr/>
              <p:nvPr/>
            </p:nvSpPr>
            <p:spPr>
              <a:xfrm>
                <a:off x="3337431" y="2422448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4288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B0810D27-6CC8-59DB-74F9-3CF5FA075F24}"/>
                  </a:ext>
                </a:extLst>
              </p:cNvPr>
              <p:cNvSpPr/>
              <p:nvPr/>
            </p:nvSpPr>
            <p:spPr>
              <a:xfrm>
                <a:off x="3053411" y="2759473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8 w 28575"/>
                  <a:gd name="connsiteY1" fmla="*/ 28575 h 28575"/>
                  <a:gd name="connsiteX2" fmla="*/ 0 w 28575"/>
                  <a:gd name="connsiteY2" fmla="*/ 14288 h 28575"/>
                  <a:gd name="connsiteX3" fmla="*/ 14288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95C9933-872C-99C1-D340-45C8F7AE3396}"/>
                  </a:ext>
                </a:extLst>
              </p:cNvPr>
              <p:cNvSpPr/>
              <p:nvPr/>
            </p:nvSpPr>
            <p:spPr>
              <a:xfrm>
                <a:off x="3091730" y="3113589"/>
                <a:ext cx="63116" cy="68379"/>
              </a:xfrm>
              <a:custGeom>
                <a:avLst/>
                <a:gdLst>
                  <a:gd name="connsiteX0" fmla="*/ 13335 w 26670"/>
                  <a:gd name="connsiteY0" fmla="*/ 0 h 26669"/>
                  <a:gd name="connsiteX1" fmla="*/ 26670 w 26670"/>
                  <a:gd name="connsiteY1" fmla="*/ 13335 h 26669"/>
                  <a:gd name="connsiteX2" fmla="*/ 13335 w 26670"/>
                  <a:gd name="connsiteY2" fmla="*/ 26670 h 26669"/>
                  <a:gd name="connsiteX3" fmla="*/ 0 w 26670"/>
                  <a:gd name="connsiteY3" fmla="*/ 13335 h 26669"/>
                  <a:gd name="connsiteX4" fmla="*/ 13335 w 26670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6668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9C31BF3-B290-BF3A-435C-5C04988D753E}"/>
                  </a:ext>
                </a:extLst>
              </p:cNvPr>
              <p:cNvSpPr/>
              <p:nvPr/>
            </p:nvSpPr>
            <p:spPr>
              <a:xfrm>
                <a:off x="3069188" y="3179529"/>
                <a:ext cx="63116" cy="68381"/>
              </a:xfrm>
              <a:custGeom>
                <a:avLst/>
                <a:gdLst>
                  <a:gd name="connsiteX0" fmla="*/ 26670 w 26670"/>
                  <a:gd name="connsiteY0" fmla="*/ 13335 h 26670"/>
                  <a:gd name="connsiteX1" fmla="*/ 13335 w 26670"/>
                  <a:gd name="connsiteY1" fmla="*/ 26670 h 26670"/>
                  <a:gd name="connsiteX2" fmla="*/ 0 w 26670"/>
                  <a:gd name="connsiteY2" fmla="*/ 13335 h 26670"/>
                  <a:gd name="connsiteX3" fmla="*/ 13335 w 26670"/>
                  <a:gd name="connsiteY3" fmla="*/ 0 h 26670"/>
                  <a:gd name="connsiteX4" fmla="*/ 26670 w 26670"/>
                  <a:gd name="connsiteY4" fmla="*/ 13335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048F945-DEE6-A46D-B4DB-DA4EF795E5D7}"/>
                  </a:ext>
                </a:extLst>
              </p:cNvPr>
              <p:cNvSpPr/>
              <p:nvPr/>
            </p:nvSpPr>
            <p:spPr>
              <a:xfrm>
                <a:off x="3353211" y="2810757"/>
                <a:ext cx="49589" cy="53728"/>
              </a:xfrm>
              <a:custGeom>
                <a:avLst/>
                <a:gdLst>
                  <a:gd name="connsiteX0" fmla="*/ 10477 w 20954"/>
                  <a:gd name="connsiteY0" fmla="*/ 0 h 20955"/>
                  <a:gd name="connsiteX1" fmla="*/ 20955 w 20954"/>
                  <a:gd name="connsiteY1" fmla="*/ 10477 h 20955"/>
                  <a:gd name="connsiteX2" fmla="*/ 10477 w 20954"/>
                  <a:gd name="connsiteY2" fmla="*/ 20955 h 20955"/>
                  <a:gd name="connsiteX3" fmla="*/ 0 w 20954"/>
                  <a:gd name="connsiteY3" fmla="*/ 10477 h 20955"/>
                  <a:gd name="connsiteX4" fmla="*/ 10477 w 20954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3"/>
                      <a:pt x="16192" y="20955"/>
                      <a:pt x="10477" y="20955"/>
                    </a:cubicBezTo>
                    <a:cubicBezTo>
                      <a:pt x="4763" y="20955"/>
                      <a:pt x="0" y="16193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ABA2B30F-3329-3AA9-0B6C-2AAB8F6ABF00}"/>
                  </a:ext>
                </a:extLst>
              </p:cNvPr>
              <p:cNvSpPr/>
              <p:nvPr/>
            </p:nvSpPr>
            <p:spPr>
              <a:xfrm>
                <a:off x="3215709" y="2209979"/>
                <a:ext cx="49589" cy="53728"/>
              </a:xfrm>
              <a:custGeom>
                <a:avLst/>
                <a:gdLst>
                  <a:gd name="connsiteX0" fmla="*/ 20955 w 20954"/>
                  <a:gd name="connsiteY0" fmla="*/ 10478 h 20955"/>
                  <a:gd name="connsiteX1" fmla="*/ 10478 w 20954"/>
                  <a:gd name="connsiteY1" fmla="*/ 20955 h 20955"/>
                  <a:gd name="connsiteX2" fmla="*/ 0 w 20954"/>
                  <a:gd name="connsiteY2" fmla="*/ 10478 h 20955"/>
                  <a:gd name="connsiteX3" fmla="*/ 10478 w 20954"/>
                  <a:gd name="connsiteY3" fmla="*/ 0 h 20955"/>
                  <a:gd name="connsiteX4" fmla="*/ 20955 w 20954"/>
                  <a:gd name="connsiteY4" fmla="*/ 10478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5EB7B0E-FB2B-2469-CE5C-4107568E0887}"/>
                  </a:ext>
                </a:extLst>
              </p:cNvPr>
              <p:cNvSpPr/>
              <p:nvPr/>
            </p:nvSpPr>
            <p:spPr>
              <a:xfrm>
                <a:off x="3587643" y="2620266"/>
                <a:ext cx="40575" cy="43957"/>
              </a:xfrm>
              <a:custGeom>
                <a:avLst/>
                <a:gdLst>
                  <a:gd name="connsiteX0" fmla="*/ 8573 w 17145"/>
                  <a:gd name="connsiteY0" fmla="*/ 0 h 17144"/>
                  <a:gd name="connsiteX1" fmla="*/ 17145 w 17145"/>
                  <a:gd name="connsiteY1" fmla="*/ 8572 h 17144"/>
                  <a:gd name="connsiteX2" fmla="*/ 8573 w 17145"/>
                  <a:gd name="connsiteY2" fmla="*/ 17145 h 17144"/>
                  <a:gd name="connsiteX3" fmla="*/ 0 w 17145"/>
                  <a:gd name="connsiteY3" fmla="*/ 8572 h 17144"/>
                  <a:gd name="connsiteX4" fmla="*/ 8573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36D99B46-5B40-57A3-E3CD-358A637F7B18}"/>
                  </a:ext>
                </a:extLst>
              </p:cNvPr>
              <p:cNvSpPr/>
              <p:nvPr/>
            </p:nvSpPr>
            <p:spPr>
              <a:xfrm>
                <a:off x="3792771" y="2532348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8 h 13335"/>
                  <a:gd name="connsiteX2" fmla="*/ 6667 w 13334"/>
                  <a:gd name="connsiteY2" fmla="*/ 13335 h 13335"/>
                  <a:gd name="connsiteX3" fmla="*/ 0 w 13334"/>
                  <a:gd name="connsiteY3" fmla="*/ 6668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7" y="0"/>
                      <a:pt x="13335" y="2858"/>
                      <a:pt x="13335" y="6668"/>
                    </a:cubicBezTo>
                    <a:cubicBezTo>
                      <a:pt x="13335" y="10478"/>
                      <a:pt x="10477" y="13335"/>
                      <a:pt x="6667" y="13335"/>
                    </a:cubicBezTo>
                    <a:cubicBezTo>
                      <a:pt x="2858" y="13335"/>
                      <a:pt x="0" y="10478"/>
                      <a:pt x="0" y="6668"/>
                    </a:cubicBezTo>
                    <a:cubicBezTo>
                      <a:pt x="0" y="2858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308B36AB-8CBD-FCAF-43ED-C12C79077847}"/>
                  </a:ext>
                </a:extLst>
              </p:cNvPr>
              <p:cNvSpPr/>
              <p:nvPr/>
            </p:nvSpPr>
            <p:spPr>
              <a:xfrm>
                <a:off x="3258537" y="3973239"/>
                <a:ext cx="31558" cy="34191"/>
              </a:xfrm>
              <a:custGeom>
                <a:avLst/>
                <a:gdLst>
                  <a:gd name="connsiteX0" fmla="*/ 6668 w 13335"/>
                  <a:gd name="connsiteY0" fmla="*/ 0 h 13335"/>
                  <a:gd name="connsiteX1" fmla="*/ 13335 w 13335"/>
                  <a:gd name="connsiteY1" fmla="*/ 6668 h 13335"/>
                  <a:gd name="connsiteX2" fmla="*/ 6668 w 13335"/>
                  <a:gd name="connsiteY2" fmla="*/ 13335 h 13335"/>
                  <a:gd name="connsiteX3" fmla="*/ 0 w 13335"/>
                  <a:gd name="connsiteY3" fmla="*/ 6668 h 13335"/>
                  <a:gd name="connsiteX4" fmla="*/ 6668 w 13335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6668" y="0"/>
                    </a:moveTo>
                    <a:cubicBezTo>
                      <a:pt x="10477" y="0"/>
                      <a:pt x="13335" y="2858"/>
                      <a:pt x="13335" y="6668"/>
                    </a:cubicBezTo>
                    <a:cubicBezTo>
                      <a:pt x="13335" y="10477"/>
                      <a:pt x="10477" y="13335"/>
                      <a:pt x="6668" y="13335"/>
                    </a:cubicBez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0" y="3810"/>
                      <a:pt x="2858" y="0"/>
                      <a:pt x="66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48740F2-1745-E3DD-A720-B20FCA3C0636}"/>
                  </a:ext>
                </a:extLst>
              </p:cNvPr>
              <p:cNvSpPr/>
              <p:nvPr/>
            </p:nvSpPr>
            <p:spPr>
              <a:xfrm>
                <a:off x="2958736" y="2019488"/>
                <a:ext cx="54100" cy="58610"/>
              </a:xfrm>
              <a:custGeom>
                <a:avLst/>
                <a:gdLst>
                  <a:gd name="connsiteX0" fmla="*/ 22860 w 22860"/>
                  <a:gd name="connsiteY0" fmla="*/ 11430 h 22859"/>
                  <a:gd name="connsiteX1" fmla="*/ 11430 w 22860"/>
                  <a:gd name="connsiteY1" fmla="*/ 22860 h 22859"/>
                  <a:gd name="connsiteX2" fmla="*/ 0 w 22860"/>
                  <a:gd name="connsiteY2" fmla="*/ 11430 h 22859"/>
                  <a:gd name="connsiteX3" fmla="*/ 11430 w 22860"/>
                  <a:gd name="connsiteY3" fmla="*/ 0 h 22859"/>
                  <a:gd name="connsiteX4" fmla="*/ 22860 w 22860"/>
                  <a:gd name="connsiteY4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4FB4E33-31C9-B640-64FD-217EE728F548}"/>
                  </a:ext>
                </a:extLst>
              </p:cNvPr>
              <p:cNvSpPr/>
              <p:nvPr/>
            </p:nvSpPr>
            <p:spPr>
              <a:xfrm>
                <a:off x="2940703" y="3404210"/>
                <a:ext cx="63116" cy="68381"/>
              </a:xfrm>
              <a:custGeom>
                <a:avLst/>
                <a:gdLst>
                  <a:gd name="connsiteX0" fmla="*/ 26670 w 26670"/>
                  <a:gd name="connsiteY0" fmla="*/ 13335 h 26670"/>
                  <a:gd name="connsiteX1" fmla="*/ 13335 w 26670"/>
                  <a:gd name="connsiteY1" fmla="*/ 26670 h 26670"/>
                  <a:gd name="connsiteX2" fmla="*/ 0 w 26670"/>
                  <a:gd name="connsiteY2" fmla="*/ 13335 h 26670"/>
                  <a:gd name="connsiteX3" fmla="*/ 13335 w 26670"/>
                  <a:gd name="connsiteY3" fmla="*/ 0 h 26670"/>
                  <a:gd name="connsiteX4" fmla="*/ 26670 w 26670"/>
                  <a:gd name="connsiteY4" fmla="*/ 13335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177FFAA5-D3D4-1BA8-9DF0-2510553D4AAF}"/>
                  </a:ext>
                </a:extLst>
              </p:cNvPr>
              <p:cNvSpPr/>
              <p:nvPr/>
            </p:nvSpPr>
            <p:spPr>
              <a:xfrm>
                <a:off x="3375753" y="3572720"/>
                <a:ext cx="40575" cy="43959"/>
              </a:xfrm>
              <a:custGeom>
                <a:avLst/>
                <a:gdLst>
                  <a:gd name="connsiteX0" fmla="*/ 17145 w 17145"/>
                  <a:gd name="connsiteY0" fmla="*/ 8572 h 17145"/>
                  <a:gd name="connsiteX1" fmla="*/ 8572 w 17145"/>
                  <a:gd name="connsiteY1" fmla="*/ 17145 h 17145"/>
                  <a:gd name="connsiteX2" fmla="*/ 0 w 17145"/>
                  <a:gd name="connsiteY2" fmla="*/ 8572 h 17145"/>
                  <a:gd name="connsiteX3" fmla="*/ 8572 w 17145"/>
                  <a:gd name="connsiteY3" fmla="*/ 0 h 17145"/>
                  <a:gd name="connsiteX4" fmla="*/ 17145 w 17145"/>
                  <a:gd name="connsiteY4" fmla="*/ 8572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F124C611-0BE3-D84C-99DF-5407B09BF504}"/>
                  </a:ext>
                </a:extLst>
              </p:cNvPr>
              <p:cNvSpPr/>
              <p:nvPr/>
            </p:nvSpPr>
            <p:spPr>
              <a:xfrm>
                <a:off x="3887446" y="2930426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7 h 13335"/>
                  <a:gd name="connsiteX2" fmla="*/ 6667 w 13334"/>
                  <a:gd name="connsiteY2" fmla="*/ 13335 h 13335"/>
                  <a:gd name="connsiteX3" fmla="*/ 0 w 13334"/>
                  <a:gd name="connsiteY3" fmla="*/ 6667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8" y="0"/>
                      <a:pt x="13335" y="2857"/>
                      <a:pt x="13335" y="6667"/>
                    </a:cubicBezTo>
                    <a:cubicBezTo>
                      <a:pt x="13335" y="10477"/>
                      <a:pt x="10478" y="13335"/>
                      <a:pt x="6667" y="13335"/>
                    </a:cubicBez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953" y="1905"/>
                      <a:pt x="3810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FCD19C8B-D892-65D1-9795-2504E9D6E576}"/>
                  </a:ext>
                </a:extLst>
              </p:cNvPr>
              <p:cNvSpPr/>
              <p:nvPr/>
            </p:nvSpPr>
            <p:spPr>
              <a:xfrm>
                <a:off x="3346450" y="2605613"/>
                <a:ext cx="49589" cy="53728"/>
              </a:xfrm>
              <a:custGeom>
                <a:avLst/>
                <a:gdLst>
                  <a:gd name="connsiteX0" fmla="*/ 20955 w 20954"/>
                  <a:gd name="connsiteY0" fmla="*/ 10478 h 20955"/>
                  <a:gd name="connsiteX1" fmla="*/ 10477 w 20954"/>
                  <a:gd name="connsiteY1" fmla="*/ 20955 h 20955"/>
                  <a:gd name="connsiteX2" fmla="*/ 0 w 20954"/>
                  <a:gd name="connsiteY2" fmla="*/ 10478 h 20955"/>
                  <a:gd name="connsiteX3" fmla="*/ 10477 w 20954"/>
                  <a:gd name="connsiteY3" fmla="*/ 0 h 20955"/>
                  <a:gd name="connsiteX4" fmla="*/ 20955 w 20954"/>
                  <a:gd name="connsiteY4" fmla="*/ 10478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5808B148-A74E-1BE7-3A93-0EAB93C06F7C}"/>
                  </a:ext>
                </a:extLst>
              </p:cNvPr>
              <p:cNvSpPr/>
              <p:nvPr/>
            </p:nvSpPr>
            <p:spPr>
              <a:xfrm>
                <a:off x="3456902" y="2305225"/>
                <a:ext cx="40575" cy="43957"/>
              </a:xfrm>
              <a:custGeom>
                <a:avLst/>
                <a:gdLst>
                  <a:gd name="connsiteX0" fmla="*/ 17145 w 17145"/>
                  <a:gd name="connsiteY0" fmla="*/ 8573 h 17144"/>
                  <a:gd name="connsiteX1" fmla="*/ 8572 w 17145"/>
                  <a:gd name="connsiteY1" fmla="*/ 17145 h 17144"/>
                  <a:gd name="connsiteX2" fmla="*/ 0 w 17145"/>
                  <a:gd name="connsiteY2" fmla="*/ 8573 h 17144"/>
                  <a:gd name="connsiteX3" fmla="*/ 8572 w 17145"/>
                  <a:gd name="connsiteY3" fmla="*/ 0 h 17144"/>
                  <a:gd name="connsiteX4" fmla="*/ 17145 w 17145"/>
                  <a:gd name="connsiteY4" fmla="*/ 8573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F2C75B9C-CB7A-7E90-1765-CE7CF8F0FE3C}"/>
                  </a:ext>
                </a:extLst>
              </p:cNvPr>
              <p:cNvSpPr/>
              <p:nvPr/>
            </p:nvSpPr>
            <p:spPr>
              <a:xfrm>
                <a:off x="3698097" y="2019488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9525" y="0"/>
                      <a:pt x="11430" y="2857"/>
                      <a:pt x="11430" y="5715"/>
                    </a:cubicBezTo>
                    <a:cubicBezTo>
                      <a:pt x="11430" y="9525"/>
                      <a:pt x="8572" y="11430"/>
                      <a:pt x="5715" y="11430"/>
                    </a:cubicBezTo>
                    <a:cubicBezTo>
                      <a:pt x="1905" y="11430"/>
                      <a:pt x="0" y="8572"/>
                      <a:pt x="0" y="5715"/>
                    </a:cubicBezTo>
                    <a:cubicBezTo>
                      <a:pt x="0" y="2857"/>
                      <a:pt x="2857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8F448B9-1180-EC85-A325-2E95F0CD6E02}"/>
                  </a:ext>
                </a:extLst>
              </p:cNvPr>
              <p:cNvSpPr/>
              <p:nvPr/>
            </p:nvSpPr>
            <p:spPr>
              <a:xfrm>
                <a:off x="3334889" y="3330945"/>
                <a:ext cx="45369" cy="48844"/>
              </a:xfrm>
              <a:custGeom>
                <a:avLst/>
                <a:gdLst>
                  <a:gd name="connsiteX0" fmla="*/ 9647 w 19171"/>
                  <a:gd name="connsiteY0" fmla="*/ 0 h 19050"/>
                  <a:gd name="connsiteX1" fmla="*/ 19172 w 19171"/>
                  <a:gd name="connsiteY1" fmla="*/ 9525 h 19050"/>
                  <a:gd name="connsiteX2" fmla="*/ 9647 w 19171"/>
                  <a:gd name="connsiteY2" fmla="*/ 19050 h 19050"/>
                  <a:gd name="connsiteX3" fmla="*/ 122 w 19171"/>
                  <a:gd name="connsiteY3" fmla="*/ 9525 h 19050"/>
                  <a:gd name="connsiteX4" fmla="*/ 9647 w 19171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71" h="19050">
                    <a:moveTo>
                      <a:pt x="9647" y="0"/>
                    </a:moveTo>
                    <a:cubicBezTo>
                      <a:pt x="15362" y="0"/>
                      <a:pt x="19172" y="4763"/>
                      <a:pt x="19172" y="9525"/>
                    </a:cubicBezTo>
                    <a:cubicBezTo>
                      <a:pt x="19172" y="15240"/>
                      <a:pt x="14409" y="19050"/>
                      <a:pt x="9647" y="19050"/>
                    </a:cubicBezTo>
                    <a:cubicBezTo>
                      <a:pt x="3932" y="19050"/>
                      <a:pt x="122" y="14288"/>
                      <a:pt x="122" y="9525"/>
                    </a:cubicBezTo>
                    <a:cubicBezTo>
                      <a:pt x="-831" y="3810"/>
                      <a:pt x="3932" y="0"/>
                      <a:pt x="964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152630CE-A463-A046-6E11-0A51E1ED1BDB}"/>
                  </a:ext>
                </a:extLst>
              </p:cNvPr>
              <p:cNvSpPr/>
              <p:nvPr/>
            </p:nvSpPr>
            <p:spPr>
              <a:xfrm>
                <a:off x="3693586" y="2595845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2858" y="15240"/>
                      <a:pt x="0" y="11430"/>
                      <a:pt x="0" y="7620"/>
                    </a:cubicBezTo>
                    <a:cubicBezTo>
                      <a:pt x="0" y="3810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D497CE8-58E1-071E-EE3E-B692A9FF1E8D}"/>
                  </a:ext>
                </a:extLst>
              </p:cNvPr>
              <p:cNvSpPr/>
              <p:nvPr/>
            </p:nvSpPr>
            <p:spPr>
              <a:xfrm>
                <a:off x="3199929" y="2273476"/>
                <a:ext cx="49589" cy="53728"/>
              </a:xfrm>
              <a:custGeom>
                <a:avLst/>
                <a:gdLst>
                  <a:gd name="connsiteX0" fmla="*/ 10477 w 20954"/>
                  <a:gd name="connsiteY0" fmla="*/ 0 h 20955"/>
                  <a:gd name="connsiteX1" fmla="*/ 20955 w 20954"/>
                  <a:gd name="connsiteY1" fmla="*/ 10477 h 20955"/>
                  <a:gd name="connsiteX2" fmla="*/ 10477 w 20954"/>
                  <a:gd name="connsiteY2" fmla="*/ 20955 h 20955"/>
                  <a:gd name="connsiteX3" fmla="*/ 0 w 20954"/>
                  <a:gd name="connsiteY3" fmla="*/ 10477 h 20955"/>
                  <a:gd name="connsiteX4" fmla="*/ 10477 w 20954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3"/>
                      <a:pt x="16192" y="20955"/>
                      <a:pt x="10477" y="20955"/>
                    </a:cubicBezTo>
                    <a:cubicBezTo>
                      <a:pt x="4763" y="20955"/>
                      <a:pt x="0" y="16193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0E294044-C502-E115-8F46-8B8DC3EB0E8C}"/>
                  </a:ext>
                </a:extLst>
              </p:cNvPr>
              <p:cNvSpPr/>
              <p:nvPr/>
            </p:nvSpPr>
            <p:spPr>
              <a:xfrm>
                <a:off x="3366736" y="2346741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06CB63A9-A360-F47A-DB0D-F72AE7AB3800}"/>
                  </a:ext>
                </a:extLst>
              </p:cNvPr>
              <p:cNvSpPr/>
              <p:nvPr/>
            </p:nvSpPr>
            <p:spPr>
              <a:xfrm>
                <a:off x="3026361" y="2234401"/>
                <a:ext cx="58605" cy="63494"/>
              </a:xfrm>
              <a:custGeom>
                <a:avLst/>
                <a:gdLst>
                  <a:gd name="connsiteX0" fmla="*/ 12382 w 24764"/>
                  <a:gd name="connsiteY0" fmla="*/ 0 h 24764"/>
                  <a:gd name="connsiteX1" fmla="*/ 24765 w 24764"/>
                  <a:gd name="connsiteY1" fmla="*/ 12382 h 24764"/>
                  <a:gd name="connsiteX2" fmla="*/ 12382 w 24764"/>
                  <a:gd name="connsiteY2" fmla="*/ 24765 h 24764"/>
                  <a:gd name="connsiteX3" fmla="*/ 0 w 24764"/>
                  <a:gd name="connsiteY3" fmla="*/ 12382 h 24764"/>
                  <a:gd name="connsiteX4" fmla="*/ 12382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952" y="4763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BF94D163-5DF8-D2AF-8504-C8C2DE35E9CD}"/>
                  </a:ext>
                </a:extLst>
              </p:cNvPr>
              <p:cNvSpPr/>
              <p:nvPr/>
            </p:nvSpPr>
            <p:spPr>
              <a:xfrm>
                <a:off x="3224723" y="2759473"/>
                <a:ext cx="58605" cy="63494"/>
              </a:xfrm>
              <a:custGeom>
                <a:avLst/>
                <a:gdLst>
                  <a:gd name="connsiteX0" fmla="*/ 12383 w 24764"/>
                  <a:gd name="connsiteY0" fmla="*/ 0 h 24764"/>
                  <a:gd name="connsiteX1" fmla="*/ 24765 w 24764"/>
                  <a:gd name="connsiteY1" fmla="*/ 12382 h 24764"/>
                  <a:gd name="connsiteX2" fmla="*/ 12383 w 24764"/>
                  <a:gd name="connsiteY2" fmla="*/ 24765 h 24764"/>
                  <a:gd name="connsiteX3" fmla="*/ 0 w 24764"/>
                  <a:gd name="connsiteY3" fmla="*/ 12382 h 24764"/>
                  <a:gd name="connsiteX4" fmla="*/ 12383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AE19F96D-14D5-8555-9C89-F83EAC3E28F2}"/>
                  </a:ext>
                </a:extLst>
              </p:cNvPr>
              <p:cNvSpPr/>
              <p:nvPr/>
            </p:nvSpPr>
            <p:spPr>
              <a:xfrm>
                <a:off x="3152593" y="3675292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8135DF3B-B13E-9F83-BBDD-512B3BF3B33C}"/>
                  </a:ext>
                </a:extLst>
              </p:cNvPr>
              <p:cNvSpPr/>
              <p:nvPr/>
            </p:nvSpPr>
            <p:spPr>
              <a:xfrm>
                <a:off x="3303620" y="2766798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8" y="22860"/>
                      <a:pt x="11430" y="22860"/>
                    </a:cubicBezTo>
                    <a:cubicBezTo>
                      <a:pt x="5715" y="22860"/>
                      <a:pt x="0" y="18097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54DC1EC-3F87-8783-6C9C-FB139B8DE5D6}"/>
                  </a:ext>
                </a:extLst>
              </p:cNvPr>
              <p:cNvSpPr/>
              <p:nvPr/>
            </p:nvSpPr>
            <p:spPr>
              <a:xfrm>
                <a:off x="2997056" y="2068332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7"/>
                      <a:pt x="18098" y="22860"/>
                      <a:pt x="11430" y="22860"/>
                    </a:cubicBezTo>
                    <a:cubicBezTo>
                      <a:pt x="4763" y="22860"/>
                      <a:pt x="0" y="18097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8777F28C-DC08-DD76-8A6A-AC0344A0B7BA}"/>
                  </a:ext>
                </a:extLst>
              </p:cNvPr>
              <p:cNvSpPr/>
              <p:nvPr/>
            </p:nvSpPr>
            <p:spPr>
              <a:xfrm>
                <a:off x="2945209" y="2827854"/>
                <a:ext cx="72133" cy="78150"/>
              </a:xfrm>
              <a:custGeom>
                <a:avLst/>
                <a:gdLst>
                  <a:gd name="connsiteX0" fmla="*/ 15240 w 30480"/>
                  <a:gd name="connsiteY0" fmla="*/ 0 h 30480"/>
                  <a:gd name="connsiteX1" fmla="*/ 30480 w 30480"/>
                  <a:gd name="connsiteY1" fmla="*/ 15240 h 30480"/>
                  <a:gd name="connsiteX2" fmla="*/ 15240 w 30480"/>
                  <a:gd name="connsiteY2" fmla="*/ 30480 h 30480"/>
                  <a:gd name="connsiteX3" fmla="*/ 0 w 30480"/>
                  <a:gd name="connsiteY3" fmla="*/ 15240 h 30480"/>
                  <a:gd name="connsiteX4" fmla="*/ 15240 w 30480"/>
                  <a:gd name="connsiteY4" fmla="*/ 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30480">
                    <a:moveTo>
                      <a:pt x="15240" y="0"/>
                    </a:moveTo>
                    <a:cubicBezTo>
                      <a:pt x="23813" y="0"/>
                      <a:pt x="30480" y="6668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8" y="30480"/>
                      <a:pt x="0" y="23813"/>
                      <a:pt x="0" y="15240"/>
                    </a:cubicBezTo>
                    <a:cubicBezTo>
                      <a:pt x="0" y="6668"/>
                      <a:pt x="6668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4E8AC5D6-F05A-642A-0E9D-5B13F43A23DE}"/>
                  </a:ext>
                </a:extLst>
              </p:cNvPr>
              <p:cNvSpPr/>
              <p:nvPr/>
            </p:nvSpPr>
            <p:spPr>
              <a:xfrm>
                <a:off x="3420547" y="2844948"/>
                <a:ext cx="45369" cy="48844"/>
              </a:xfrm>
              <a:custGeom>
                <a:avLst/>
                <a:gdLst>
                  <a:gd name="connsiteX0" fmla="*/ 9647 w 19171"/>
                  <a:gd name="connsiteY0" fmla="*/ 0 h 19050"/>
                  <a:gd name="connsiteX1" fmla="*/ 19172 w 19171"/>
                  <a:gd name="connsiteY1" fmla="*/ 9525 h 19050"/>
                  <a:gd name="connsiteX2" fmla="*/ 9647 w 19171"/>
                  <a:gd name="connsiteY2" fmla="*/ 19050 h 19050"/>
                  <a:gd name="connsiteX3" fmla="*/ 122 w 19171"/>
                  <a:gd name="connsiteY3" fmla="*/ 9525 h 19050"/>
                  <a:gd name="connsiteX4" fmla="*/ 9647 w 19171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71" h="19050">
                    <a:moveTo>
                      <a:pt x="9647" y="0"/>
                    </a:moveTo>
                    <a:cubicBezTo>
                      <a:pt x="15362" y="0"/>
                      <a:pt x="19172" y="4763"/>
                      <a:pt x="19172" y="9525"/>
                    </a:cubicBezTo>
                    <a:cubicBezTo>
                      <a:pt x="19172" y="15240"/>
                      <a:pt x="14409" y="19050"/>
                      <a:pt x="9647" y="19050"/>
                    </a:cubicBezTo>
                    <a:cubicBezTo>
                      <a:pt x="3932" y="19050"/>
                      <a:pt x="122" y="14288"/>
                      <a:pt x="122" y="9525"/>
                    </a:cubicBezTo>
                    <a:cubicBezTo>
                      <a:pt x="-831" y="4763"/>
                      <a:pt x="3932" y="0"/>
                      <a:pt x="964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44F9C4F-3F99-9813-8940-FEE34B936B10}"/>
                  </a:ext>
                </a:extLst>
              </p:cNvPr>
              <p:cNvSpPr/>
              <p:nvPr/>
            </p:nvSpPr>
            <p:spPr>
              <a:xfrm>
                <a:off x="2933940" y="3286985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8" y="0"/>
                      <a:pt x="28575" y="6667"/>
                      <a:pt x="28575" y="14288"/>
                    </a:cubicBezTo>
                    <a:cubicBezTo>
                      <a:pt x="28575" y="21908"/>
                      <a:pt x="21908" y="28575"/>
                      <a:pt x="14288" y="28575"/>
                    </a:cubicBezTo>
                    <a:cubicBezTo>
                      <a:pt x="6668" y="28575"/>
                      <a:pt x="0" y="21908"/>
                      <a:pt x="0" y="14288"/>
                    </a:cubicBezTo>
                    <a:cubicBezTo>
                      <a:pt x="953" y="6667"/>
                      <a:pt x="6668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CA17F2FC-234E-C41F-BAA3-E0B6CF27C0A7}"/>
                  </a:ext>
                </a:extLst>
              </p:cNvPr>
              <p:cNvSpPr/>
              <p:nvPr/>
            </p:nvSpPr>
            <p:spPr>
              <a:xfrm>
                <a:off x="3035375" y="2288129"/>
                <a:ext cx="58608" cy="63497"/>
              </a:xfrm>
              <a:custGeom>
                <a:avLst/>
                <a:gdLst>
                  <a:gd name="connsiteX0" fmla="*/ 12383 w 24765"/>
                  <a:gd name="connsiteY0" fmla="*/ 0 h 24765"/>
                  <a:gd name="connsiteX1" fmla="*/ 24765 w 24765"/>
                  <a:gd name="connsiteY1" fmla="*/ 12383 h 24765"/>
                  <a:gd name="connsiteX2" fmla="*/ 12383 w 24765"/>
                  <a:gd name="connsiteY2" fmla="*/ 24765 h 24765"/>
                  <a:gd name="connsiteX3" fmla="*/ 0 w 24765"/>
                  <a:gd name="connsiteY3" fmla="*/ 12383 h 24765"/>
                  <a:gd name="connsiteX4" fmla="*/ 12383 w 24765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" h="24765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9E544F0E-5DD2-DB0C-CC25-2A1E85CB2036}"/>
                  </a:ext>
                </a:extLst>
              </p:cNvPr>
              <p:cNvSpPr/>
              <p:nvPr/>
            </p:nvSpPr>
            <p:spPr>
              <a:xfrm>
                <a:off x="2917809" y="1550588"/>
                <a:ext cx="31908" cy="34191"/>
              </a:xfrm>
              <a:custGeom>
                <a:avLst/>
                <a:gdLst>
                  <a:gd name="connsiteX0" fmla="*/ 6816 w 13483"/>
                  <a:gd name="connsiteY0" fmla="*/ 0 h 13335"/>
                  <a:gd name="connsiteX1" fmla="*/ 13483 w 13483"/>
                  <a:gd name="connsiteY1" fmla="*/ 6667 h 13335"/>
                  <a:gd name="connsiteX2" fmla="*/ 6816 w 13483"/>
                  <a:gd name="connsiteY2" fmla="*/ 13335 h 13335"/>
                  <a:gd name="connsiteX3" fmla="*/ 148 w 13483"/>
                  <a:gd name="connsiteY3" fmla="*/ 6667 h 13335"/>
                  <a:gd name="connsiteX4" fmla="*/ 6816 w 13483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3" h="13335">
                    <a:moveTo>
                      <a:pt x="6816" y="0"/>
                    </a:moveTo>
                    <a:cubicBezTo>
                      <a:pt x="10626" y="0"/>
                      <a:pt x="13483" y="2857"/>
                      <a:pt x="13483" y="6667"/>
                    </a:cubicBezTo>
                    <a:cubicBezTo>
                      <a:pt x="13483" y="10477"/>
                      <a:pt x="10626" y="13335"/>
                      <a:pt x="6816" y="13335"/>
                    </a:cubicBezTo>
                    <a:cubicBezTo>
                      <a:pt x="3006" y="13335"/>
                      <a:pt x="148" y="10477"/>
                      <a:pt x="148" y="6667"/>
                    </a:cubicBezTo>
                    <a:cubicBezTo>
                      <a:pt x="-804" y="2857"/>
                      <a:pt x="3006" y="0"/>
                      <a:pt x="681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4FE932C5-2FE3-FCB6-ACDF-6E090020C001}"/>
                  </a:ext>
                </a:extLst>
              </p:cNvPr>
              <p:cNvSpPr/>
              <p:nvPr/>
            </p:nvSpPr>
            <p:spPr>
              <a:xfrm>
                <a:off x="3125543" y="2649573"/>
                <a:ext cx="58605" cy="6349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3 w 24764"/>
                  <a:gd name="connsiteY1" fmla="*/ 24765 h 24764"/>
                  <a:gd name="connsiteX2" fmla="*/ 0 w 24764"/>
                  <a:gd name="connsiteY2" fmla="*/ 12383 h 24764"/>
                  <a:gd name="connsiteX3" fmla="*/ 12383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3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3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87567356-7F4F-DA63-F223-B1E4CAD40ECF}"/>
                  </a:ext>
                </a:extLst>
              </p:cNvPr>
              <p:cNvSpPr/>
              <p:nvPr/>
            </p:nvSpPr>
            <p:spPr>
              <a:xfrm>
                <a:off x="3186404" y="3819383"/>
                <a:ext cx="40575" cy="43959"/>
              </a:xfrm>
              <a:custGeom>
                <a:avLst/>
                <a:gdLst>
                  <a:gd name="connsiteX0" fmla="*/ 17145 w 17145"/>
                  <a:gd name="connsiteY0" fmla="*/ 8572 h 17145"/>
                  <a:gd name="connsiteX1" fmla="*/ 8572 w 17145"/>
                  <a:gd name="connsiteY1" fmla="*/ 17145 h 17145"/>
                  <a:gd name="connsiteX2" fmla="*/ 0 w 17145"/>
                  <a:gd name="connsiteY2" fmla="*/ 8572 h 17145"/>
                  <a:gd name="connsiteX3" fmla="*/ 8572 w 17145"/>
                  <a:gd name="connsiteY3" fmla="*/ 0 h 17145"/>
                  <a:gd name="connsiteX4" fmla="*/ 17145 w 17145"/>
                  <a:gd name="connsiteY4" fmla="*/ 8572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C6EDD916-7621-D45D-4489-0BD44C793F4E}"/>
                  </a:ext>
                </a:extLst>
              </p:cNvPr>
              <p:cNvSpPr/>
              <p:nvPr/>
            </p:nvSpPr>
            <p:spPr>
              <a:xfrm>
                <a:off x="3729303" y="3277214"/>
                <a:ext cx="31906" cy="34191"/>
              </a:xfrm>
              <a:custGeom>
                <a:avLst/>
                <a:gdLst>
                  <a:gd name="connsiteX0" fmla="*/ 6816 w 13482"/>
                  <a:gd name="connsiteY0" fmla="*/ 0 h 13335"/>
                  <a:gd name="connsiteX1" fmla="*/ 13483 w 13482"/>
                  <a:gd name="connsiteY1" fmla="*/ 6668 h 13335"/>
                  <a:gd name="connsiteX2" fmla="*/ 6816 w 13482"/>
                  <a:gd name="connsiteY2" fmla="*/ 13335 h 13335"/>
                  <a:gd name="connsiteX3" fmla="*/ 148 w 13482"/>
                  <a:gd name="connsiteY3" fmla="*/ 6668 h 13335"/>
                  <a:gd name="connsiteX4" fmla="*/ 6816 w 13482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2" h="13335">
                    <a:moveTo>
                      <a:pt x="6816" y="0"/>
                    </a:moveTo>
                    <a:cubicBezTo>
                      <a:pt x="10626" y="0"/>
                      <a:pt x="13483" y="2858"/>
                      <a:pt x="13483" y="6668"/>
                    </a:cubicBezTo>
                    <a:cubicBezTo>
                      <a:pt x="13483" y="10477"/>
                      <a:pt x="10626" y="13335"/>
                      <a:pt x="6816" y="13335"/>
                    </a:cubicBezTo>
                    <a:cubicBezTo>
                      <a:pt x="3006" y="13335"/>
                      <a:pt x="148" y="10477"/>
                      <a:pt x="148" y="6668"/>
                    </a:cubicBezTo>
                    <a:cubicBezTo>
                      <a:pt x="-805" y="3810"/>
                      <a:pt x="3006" y="0"/>
                      <a:pt x="681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D73F448-8D61-ADA8-CCCD-7897FF836625}"/>
                  </a:ext>
                </a:extLst>
              </p:cNvPr>
              <p:cNvSpPr/>
              <p:nvPr/>
            </p:nvSpPr>
            <p:spPr>
              <a:xfrm>
                <a:off x="3542560" y="3511664"/>
                <a:ext cx="36066" cy="39075"/>
              </a:xfrm>
              <a:custGeom>
                <a:avLst/>
                <a:gdLst>
                  <a:gd name="connsiteX0" fmla="*/ 7620 w 15240"/>
                  <a:gd name="connsiteY0" fmla="*/ 0 h 15240"/>
                  <a:gd name="connsiteX1" fmla="*/ 15240 w 15240"/>
                  <a:gd name="connsiteY1" fmla="*/ 7620 h 15240"/>
                  <a:gd name="connsiteX2" fmla="*/ 7620 w 15240"/>
                  <a:gd name="connsiteY2" fmla="*/ 15240 h 15240"/>
                  <a:gd name="connsiteX3" fmla="*/ 0 w 15240"/>
                  <a:gd name="connsiteY3" fmla="*/ 7620 h 15240"/>
                  <a:gd name="connsiteX4" fmla="*/ 7620 w 15240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40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78451832-4DEE-27B1-6C80-26577232EEBA}"/>
                  </a:ext>
                </a:extLst>
              </p:cNvPr>
              <p:cNvSpPr/>
              <p:nvPr/>
            </p:nvSpPr>
            <p:spPr>
              <a:xfrm>
                <a:off x="3159354" y="3995220"/>
                <a:ext cx="36064" cy="39072"/>
              </a:xfrm>
              <a:custGeom>
                <a:avLst/>
                <a:gdLst>
                  <a:gd name="connsiteX0" fmla="*/ 15240 w 15239"/>
                  <a:gd name="connsiteY0" fmla="*/ 7620 h 15239"/>
                  <a:gd name="connsiteX1" fmla="*/ 7620 w 15239"/>
                  <a:gd name="connsiteY1" fmla="*/ 15240 h 15239"/>
                  <a:gd name="connsiteX2" fmla="*/ 0 w 15239"/>
                  <a:gd name="connsiteY2" fmla="*/ 7620 h 15239"/>
                  <a:gd name="connsiteX3" fmla="*/ 7620 w 15239"/>
                  <a:gd name="connsiteY3" fmla="*/ 0 h 15239"/>
                  <a:gd name="connsiteX4" fmla="*/ 15240 w 15239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831A7428-8DB7-84B3-5711-9CFCBB02ED7C}"/>
                  </a:ext>
                </a:extLst>
              </p:cNvPr>
              <p:cNvSpPr/>
              <p:nvPr/>
            </p:nvSpPr>
            <p:spPr>
              <a:xfrm>
                <a:off x="3693586" y="2735051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2382"/>
                      <a:pt x="11430" y="15240"/>
                      <a:pt x="7620" y="15240"/>
                    </a:cubicBezTo>
                    <a:cubicBezTo>
                      <a:pt x="2858" y="15240"/>
                      <a:pt x="0" y="11430"/>
                      <a:pt x="0" y="7620"/>
                    </a:cubicBezTo>
                    <a:cubicBezTo>
                      <a:pt x="0" y="2857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BB2B54E-0F31-7289-588B-9C87C60CC33D}"/>
                  </a:ext>
                </a:extLst>
              </p:cNvPr>
              <p:cNvSpPr/>
              <p:nvPr/>
            </p:nvSpPr>
            <p:spPr>
              <a:xfrm>
                <a:off x="3055664" y="3729020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F5F034A5-1D4A-9253-E044-19EF17E83A2E}"/>
                  </a:ext>
                </a:extLst>
              </p:cNvPr>
              <p:cNvSpPr/>
              <p:nvPr/>
            </p:nvSpPr>
            <p:spPr>
              <a:xfrm>
                <a:off x="3668792" y="2974383"/>
                <a:ext cx="36064" cy="39075"/>
              </a:xfrm>
              <a:custGeom>
                <a:avLst/>
                <a:gdLst>
                  <a:gd name="connsiteX0" fmla="*/ 7620 w 15239"/>
                  <a:gd name="connsiteY0" fmla="*/ 0 h 15240"/>
                  <a:gd name="connsiteX1" fmla="*/ 15240 w 15239"/>
                  <a:gd name="connsiteY1" fmla="*/ 7620 h 15240"/>
                  <a:gd name="connsiteX2" fmla="*/ 7620 w 15239"/>
                  <a:gd name="connsiteY2" fmla="*/ 15240 h 15240"/>
                  <a:gd name="connsiteX3" fmla="*/ 0 w 15239"/>
                  <a:gd name="connsiteY3" fmla="*/ 7620 h 15240"/>
                  <a:gd name="connsiteX4" fmla="*/ 7620 w 15239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2383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2858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3CD8249-B3E2-7DBE-C911-C0C7D5D1CF37}"/>
                  </a:ext>
                </a:extLst>
              </p:cNvPr>
              <p:cNvSpPr/>
              <p:nvPr/>
            </p:nvSpPr>
            <p:spPr>
              <a:xfrm>
                <a:off x="3177388" y="3169760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8C93D850-CEBF-2D49-3B1D-F2BC42373ACD}"/>
                  </a:ext>
                </a:extLst>
              </p:cNvPr>
              <p:cNvSpPr/>
              <p:nvPr/>
            </p:nvSpPr>
            <p:spPr>
              <a:xfrm>
                <a:off x="3526782" y="3079398"/>
                <a:ext cx="40575" cy="43959"/>
              </a:xfrm>
              <a:custGeom>
                <a:avLst/>
                <a:gdLst>
                  <a:gd name="connsiteX0" fmla="*/ 8572 w 17145"/>
                  <a:gd name="connsiteY0" fmla="*/ 0 h 17145"/>
                  <a:gd name="connsiteX1" fmla="*/ 17145 w 17145"/>
                  <a:gd name="connsiteY1" fmla="*/ 8573 h 17145"/>
                  <a:gd name="connsiteX2" fmla="*/ 8572 w 17145"/>
                  <a:gd name="connsiteY2" fmla="*/ 17145 h 17145"/>
                  <a:gd name="connsiteX3" fmla="*/ 0 w 17145"/>
                  <a:gd name="connsiteY3" fmla="*/ 8573 h 17145"/>
                  <a:gd name="connsiteX4" fmla="*/ 8572 w 17145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D88CBC18-CC23-E211-6E94-62FA49DC63BB}"/>
                  </a:ext>
                </a:extLst>
              </p:cNvPr>
              <p:cNvSpPr/>
              <p:nvPr/>
            </p:nvSpPr>
            <p:spPr>
              <a:xfrm>
                <a:off x="3012834" y="2571423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8" y="0"/>
                      <a:pt x="28575" y="6668"/>
                      <a:pt x="28575" y="14288"/>
                    </a:cubicBezTo>
                    <a:cubicBezTo>
                      <a:pt x="28575" y="21907"/>
                      <a:pt x="21908" y="28575"/>
                      <a:pt x="14288" y="28575"/>
                    </a:cubicBezTo>
                    <a:cubicBezTo>
                      <a:pt x="6668" y="28575"/>
                      <a:pt x="0" y="21907"/>
                      <a:pt x="0" y="14288"/>
                    </a:cubicBezTo>
                    <a:cubicBezTo>
                      <a:pt x="0" y="6668"/>
                      <a:pt x="6668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B6DE2537-68A8-B06A-5CE7-2B83179053BC}"/>
                  </a:ext>
                </a:extLst>
              </p:cNvPr>
              <p:cNvSpPr/>
              <p:nvPr/>
            </p:nvSpPr>
            <p:spPr>
              <a:xfrm>
                <a:off x="3249520" y="3035439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6FF34ED0-1C0F-22D7-7902-C4902B9519CB}"/>
                  </a:ext>
                </a:extLst>
              </p:cNvPr>
              <p:cNvSpPr/>
              <p:nvPr/>
            </p:nvSpPr>
            <p:spPr>
              <a:xfrm>
                <a:off x="3254029" y="3394442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4288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ABDBB5B6-EC41-7B82-9C3D-3CC71D6EAE7F}"/>
                  </a:ext>
                </a:extLst>
              </p:cNvPr>
              <p:cNvSpPr/>
              <p:nvPr/>
            </p:nvSpPr>
            <p:spPr>
              <a:xfrm>
                <a:off x="3175135" y="3445726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7 h 20954"/>
                  <a:gd name="connsiteX2" fmla="*/ 10477 w 20954"/>
                  <a:gd name="connsiteY2" fmla="*/ 20955 h 20954"/>
                  <a:gd name="connsiteX3" fmla="*/ 0 w 20954"/>
                  <a:gd name="connsiteY3" fmla="*/ 10477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3810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73705B14-D0F0-9E98-D6D0-92ED8E694294}"/>
                  </a:ext>
                </a:extLst>
              </p:cNvPr>
              <p:cNvSpPr/>
              <p:nvPr/>
            </p:nvSpPr>
            <p:spPr>
              <a:xfrm>
                <a:off x="3628217" y="3838920"/>
                <a:ext cx="27047" cy="29304"/>
              </a:xfrm>
              <a:custGeom>
                <a:avLst/>
                <a:gdLst>
                  <a:gd name="connsiteX0" fmla="*/ 11430 w 11429"/>
                  <a:gd name="connsiteY0" fmla="*/ 5715 h 11429"/>
                  <a:gd name="connsiteX1" fmla="*/ 5715 w 11429"/>
                  <a:gd name="connsiteY1" fmla="*/ 11430 h 11429"/>
                  <a:gd name="connsiteX2" fmla="*/ 0 w 11429"/>
                  <a:gd name="connsiteY2" fmla="*/ 5715 h 11429"/>
                  <a:gd name="connsiteX3" fmla="*/ 5715 w 11429"/>
                  <a:gd name="connsiteY3" fmla="*/ 0 h 11429"/>
                  <a:gd name="connsiteX4" fmla="*/ 11430 w 11429"/>
                  <a:gd name="connsiteY4" fmla="*/ 5715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D2471806-9FE1-DA19-F9AA-72A4C6C6CB16}"/>
                  </a:ext>
                </a:extLst>
              </p:cNvPr>
              <p:cNvSpPr/>
              <p:nvPr/>
            </p:nvSpPr>
            <p:spPr>
              <a:xfrm>
                <a:off x="3454649" y="1897379"/>
                <a:ext cx="31558" cy="34188"/>
              </a:xfrm>
              <a:custGeom>
                <a:avLst/>
                <a:gdLst>
                  <a:gd name="connsiteX0" fmla="*/ 13335 w 13335"/>
                  <a:gd name="connsiteY0" fmla="*/ 6667 h 13334"/>
                  <a:gd name="connsiteX1" fmla="*/ 6668 w 13335"/>
                  <a:gd name="connsiteY1" fmla="*/ 13335 h 13334"/>
                  <a:gd name="connsiteX2" fmla="*/ 0 w 13335"/>
                  <a:gd name="connsiteY2" fmla="*/ 6667 h 13334"/>
                  <a:gd name="connsiteX3" fmla="*/ 6668 w 13335"/>
                  <a:gd name="connsiteY3" fmla="*/ 0 h 13334"/>
                  <a:gd name="connsiteX4" fmla="*/ 13335 w 13335"/>
                  <a:gd name="connsiteY4" fmla="*/ 6667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4">
                    <a:moveTo>
                      <a:pt x="13335" y="6667"/>
                    </a:moveTo>
                    <a:cubicBezTo>
                      <a:pt x="13335" y="10350"/>
                      <a:pt x="10350" y="13335"/>
                      <a:pt x="6668" y="13335"/>
                    </a:cubicBezTo>
                    <a:cubicBezTo>
                      <a:pt x="2985" y="13335"/>
                      <a:pt x="0" y="10350"/>
                      <a:pt x="0" y="6667"/>
                    </a:cubicBezTo>
                    <a:cubicBezTo>
                      <a:pt x="0" y="2985"/>
                      <a:pt x="2985" y="0"/>
                      <a:pt x="6668" y="0"/>
                    </a:cubicBezTo>
                    <a:cubicBezTo>
                      <a:pt x="10350" y="0"/>
                      <a:pt x="13335" y="2985"/>
                      <a:pt x="13335" y="66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35E70EC3-EB54-F6D4-E1D1-489598F715DF}"/>
                  </a:ext>
                </a:extLst>
              </p:cNvPr>
              <p:cNvSpPr/>
              <p:nvPr/>
            </p:nvSpPr>
            <p:spPr>
              <a:xfrm>
                <a:off x="3873921" y="1985297"/>
                <a:ext cx="27047" cy="29306"/>
              </a:xfrm>
              <a:custGeom>
                <a:avLst/>
                <a:gdLst>
                  <a:gd name="connsiteX0" fmla="*/ 11430 w 11429"/>
                  <a:gd name="connsiteY0" fmla="*/ 5715 h 11430"/>
                  <a:gd name="connsiteX1" fmla="*/ 5715 w 11429"/>
                  <a:gd name="connsiteY1" fmla="*/ 11430 h 11430"/>
                  <a:gd name="connsiteX2" fmla="*/ 0 w 11429"/>
                  <a:gd name="connsiteY2" fmla="*/ 5715 h 11430"/>
                  <a:gd name="connsiteX3" fmla="*/ 5715 w 11429"/>
                  <a:gd name="connsiteY3" fmla="*/ 0 h 11430"/>
                  <a:gd name="connsiteX4" fmla="*/ 11430 w 11429"/>
                  <a:gd name="connsiteY4" fmla="*/ 5715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0FF3556E-869C-0639-84AB-A228559DA81A}"/>
                  </a:ext>
                </a:extLst>
              </p:cNvPr>
              <p:cNvSpPr/>
              <p:nvPr/>
            </p:nvSpPr>
            <p:spPr>
              <a:xfrm>
                <a:off x="2942956" y="1960875"/>
                <a:ext cx="49589" cy="53728"/>
              </a:xfrm>
              <a:custGeom>
                <a:avLst/>
                <a:gdLst>
                  <a:gd name="connsiteX0" fmla="*/ 20955 w 20954"/>
                  <a:gd name="connsiteY0" fmla="*/ 10477 h 20955"/>
                  <a:gd name="connsiteX1" fmla="*/ 10478 w 20954"/>
                  <a:gd name="connsiteY1" fmla="*/ 20955 h 20955"/>
                  <a:gd name="connsiteX2" fmla="*/ 0 w 20954"/>
                  <a:gd name="connsiteY2" fmla="*/ 10477 h 20955"/>
                  <a:gd name="connsiteX3" fmla="*/ 10478 w 20954"/>
                  <a:gd name="connsiteY3" fmla="*/ 0 h 20955"/>
                  <a:gd name="connsiteX4" fmla="*/ 20955 w 20954"/>
                  <a:gd name="connsiteY4" fmla="*/ 10477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7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7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59395B10-FE45-DF78-740D-D766D360300A}"/>
                  </a:ext>
                </a:extLst>
              </p:cNvPr>
              <p:cNvSpPr/>
              <p:nvPr/>
            </p:nvSpPr>
            <p:spPr>
              <a:xfrm>
                <a:off x="2929431" y="2752145"/>
                <a:ext cx="72130" cy="78150"/>
              </a:xfrm>
              <a:custGeom>
                <a:avLst/>
                <a:gdLst>
                  <a:gd name="connsiteX0" fmla="*/ 30480 w 30479"/>
                  <a:gd name="connsiteY0" fmla="*/ 15240 h 30480"/>
                  <a:gd name="connsiteX1" fmla="*/ 15240 w 30479"/>
                  <a:gd name="connsiteY1" fmla="*/ 30480 h 30480"/>
                  <a:gd name="connsiteX2" fmla="*/ 0 w 30479"/>
                  <a:gd name="connsiteY2" fmla="*/ 15240 h 30480"/>
                  <a:gd name="connsiteX3" fmla="*/ 15240 w 30479"/>
                  <a:gd name="connsiteY3" fmla="*/ 0 h 30480"/>
                  <a:gd name="connsiteX4" fmla="*/ 30480 w 30479"/>
                  <a:gd name="connsiteY4" fmla="*/ 1524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B3CB16C-AD9D-D651-E773-AD7BE22FBBA7}"/>
                  </a:ext>
                </a:extLst>
              </p:cNvPr>
              <p:cNvSpPr/>
              <p:nvPr/>
            </p:nvSpPr>
            <p:spPr>
              <a:xfrm>
                <a:off x="2933724" y="2483504"/>
                <a:ext cx="67837" cy="73266"/>
              </a:xfrm>
              <a:custGeom>
                <a:avLst/>
                <a:gdLst>
                  <a:gd name="connsiteX0" fmla="*/ 14378 w 28665"/>
                  <a:gd name="connsiteY0" fmla="*/ 0 h 28575"/>
                  <a:gd name="connsiteX1" fmla="*/ 28666 w 28665"/>
                  <a:gd name="connsiteY1" fmla="*/ 14288 h 28575"/>
                  <a:gd name="connsiteX2" fmla="*/ 14378 w 28665"/>
                  <a:gd name="connsiteY2" fmla="*/ 28575 h 28575"/>
                  <a:gd name="connsiteX3" fmla="*/ 91 w 28665"/>
                  <a:gd name="connsiteY3" fmla="*/ 14288 h 28575"/>
                  <a:gd name="connsiteX4" fmla="*/ 14378 w 2866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65" h="28575">
                    <a:moveTo>
                      <a:pt x="14378" y="0"/>
                    </a:moveTo>
                    <a:cubicBezTo>
                      <a:pt x="22951" y="0"/>
                      <a:pt x="28666" y="6668"/>
                      <a:pt x="28666" y="14288"/>
                    </a:cubicBezTo>
                    <a:cubicBezTo>
                      <a:pt x="28666" y="22860"/>
                      <a:pt x="21998" y="28575"/>
                      <a:pt x="14378" y="28575"/>
                    </a:cubicBezTo>
                    <a:cubicBezTo>
                      <a:pt x="5806" y="28575"/>
                      <a:pt x="91" y="21908"/>
                      <a:pt x="91" y="14288"/>
                    </a:cubicBezTo>
                    <a:cubicBezTo>
                      <a:pt x="-862" y="6668"/>
                      <a:pt x="5806" y="0"/>
                      <a:pt x="1437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5742CCCB-F400-8326-9236-611A351527BB}"/>
                  </a:ext>
                </a:extLst>
              </p:cNvPr>
              <p:cNvSpPr/>
              <p:nvPr/>
            </p:nvSpPr>
            <p:spPr>
              <a:xfrm>
                <a:off x="2929431" y="1430922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3" y="0"/>
                      <a:pt x="11430" y="2857"/>
                      <a:pt x="11430" y="5715"/>
                    </a:cubicBezTo>
                    <a:cubicBezTo>
                      <a:pt x="11430" y="8573"/>
                      <a:pt x="8573" y="11430"/>
                      <a:pt x="5715" y="11430"/>
                    </a:cubicBezTo>
                    <a:cubicBezTo>
                      <a:pt x="2858" y="11430"/>
                      <a:pt x="0" y="8573"/>
                      <a:pt x="0" y="5715"/>
                    </a:cubicBezTo>
                    <a:cubicBezTo>
                      <a:pt x="0" y="1905"/>
                      <a:pt x="1905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0867600-F6AA-B6FE-6C1F-4D03038CE780}"/>
                  </a:ext>
                </a:extLst>
              </p:cNvPr>
              <p:cNvSpPr/>
              <p:nvPr/>
            </p:nvSpPr>
            <p:spPr>
              <a:xfrm>
                <a:off x="3274317" y="2827854"/>
                <a:ext cx="54097" cy="58610"/>
              </a:xfrm>
              <a:custGeom>
                <a:avLst/>
                <a:gdLst>
                  <a:gd name="connsiteX0" fmla="*/ 11430 w 22859"/>
                  <a:gd name="connsiteY0" fmla="*/ 0 h 22859"/>
                  <a:gd name="connsiteX1" fmla="*/ 22860 w 22859"/>
                  <a:gd name="connsiteY1" fmla="*/ 11430 h 22859"/>
                  <a:gd name="connsiteX2" fmla="*/ 11430 w 22859"/>
                  <a:gd name="connsiteY2" fmla="*/ 22860 h 22859"/>
                  <a:gd name="connsiteX3" fmla="*/ 0 w 22859"/>
                  <a:gd name="connsiteY3" fmla="*/ 11430 h 22859"/>
                  <a:gd name="connsiteX4" fmla="*/ 11430 w 22859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59" h="22859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7" y="22860"/>
                      <a:pt x="11430" y="22860"/>
                    </a:cubicBezTo>
                    <a:cubicBezTo>
                      <a:pt x="5715" y="22860"/>
                      <a:pt x="0" y="18097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63908B51-C08E-879E-BF87-3F1E21FCFCDC}"/>
                  </a:ext>
                </a:extLst>
              </p:cNvPr>
              <p:cNvSpPr/>
              <p:nvPr/>
            </p:nvSpPr>
            <p:spPr>
              <a:xfrm>
                <a:off x="3084969" y="3626448"/>
                <a:ext cx="49589" cy="53726"/>
              </a:xfrm>
              <a:custGeom>
                <a:avLst/>
                <a:gdLst>
                  <a:gd name="connsiteX0" fmla="*/ 20955 w 20954"/>
                  <a:gd name="connsiteY0" fmla="*/ 10478 h 20954"/>
                  <a:gd name="connsiteX1" fmla="*/ 10478 w 20954"/>
                  <a:gd name="connsiteY1" fmla="*/ 20955 h 20954"/>
                  <a:gd name="connsiteX2" fmla="*/ 0 w 20954"/>
                  <a:gd name="connsiteY2" fmla="*/ 10478 h 20954"/>
                  <a:gd name="connsiteX3" fmla="*/ 10478 w 20954"/>
                  <a:gd name="connsiteY3" fmla="*/ 0 h 20954"/>
                  <a:gd name="connsiteX4" fmla="*/ 20955 w 20954"/>
                  <a:gd name="connsiteY4" fmla="*/ 10478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50AB10F-FB75-E555-DEF1-80B695DC35DA}"/>
                  </a:ext>
                </a:extLst>
              </p:cNvPr>
              <p:cNvSpPr/>
              <p:nvPr/>
            </p:nvSpPr>
            <p:spPr>
              <a:xfrm>
                <a:off x="3353211" y="3172201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37A3C586-9A02-592E-DCB7-D4737FF850A6}"/>
                  </a:ext>
                </a:extLst>
              </p:cNvPr>
              <p:cNvSpPr/>
              <p:nvPr/>
            </p:nvSpPr>
            <p:spPr>
              <a:xfrm>
                <a:off x="3380261" y="2549442"/>
                <a:ext cx="49589" cy="53728"/>
              </a:xfrm>
              <a:custGeom>
                <a:avLst/>
                <a:gdLst>
                  <a:gd name="connsiteX0" fmla="*/ 10477 w 20954"/>
                  <a:gd name="connsiteY0" fmla="*/ 0 h 20955"/>
                  <a:gd name="connsiteX1" fmla="*/ 20955 w 20954"/>
                  <a:gd name="connsiteY1" fmla="*/ 10478 h 20955"/>
                  <a:gd name="connsiteX2" fmla="*/ 10477 w 20954"/>
                  <a:gd name="connsiteY2" fmla="*/ 20955 h 20955"/>
                  <a:gd name="connsiteX3" fmla="*/ 0 w 20954"/>
                  <a:gd name="connsiteY3" fmla="*/ 10478 h 20955"/>
                  <a:gd name="connsiteX4" fmla="*/ 10477 w 20954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8"/>
                    </a:cubicBezTo>
                    <a:cubicBezTo>
                      <a:pt x="20955" y="16193"/>
                      <a:pt x="16192" y="20955"/>
                      <a:pt x="10477" y="20955"/>
                    </a:cubicBezTo>
                    <a:cubicBezTo>
                      <a:pt x="4763" y="20955"/>
                      <a:pt x="0" y="16193"/>
                      <a:pt x="0" y="10478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0C15FD1-A0CF-D99C-0F53-CC2CE42957E1}"/>
                  </a:ext>
                </a:extLst>
              </p:cNvPr>
              <p:cNvSpPr/>
              <p:nvPr/>
            </p:nvSpPr>
            <p:spPr>
              <a:xfrm>
                <a:off x="3276570" y="2710629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8" y="22860"/>
                      <a:pt x="11430" y="22860"/>
                    </a:cubicBezTo>
                    <a:cubicBezTo>
                      <a:pt x="4763" y="22860"/>
                      <a:pt x="0" y="18097"/>
                      <a:pt x="0" y="11430"/>
                    </a:cubicBezTo>
                    <a:cubicBezTo>
                      <a:pt x="952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76368D61-2FC7-DD50-BB4B-4646D291D9BB}"/>
                  </a:ext>
                </a:extLst>
              </p:cNvPr>
              <p:cNvSpPr/>
              <p:nvPr/>
            </p:nvSpPr>
            <p:spPr>
              <a:xfrm>
                <a:off x="3366736" y="2063447"/>
                <a:ext cx="40572" cy="43959"/>
              </a:xfrm>
              <a:custGeom>
                <a:avLst/>
                <a:gdLst>
                  <a:gd name="connsiteX0" fmla="*/ 8573 w 17144"/>
                  <a:gd name="connsiteY0" fmla="*/ 0 h 17145"/>
                  <a:gd name="connsiteX1" fmla="*/ 17145 w 17144"/>
                  <a:gd name="connsiteY1" fmla="*/ 8572 h 17145"/>
                  <a:gd name="connsiteX2" fmla="*/ 8573 w 17144"/>
                  <a:gd name="connsiteY2" fmla="*/ 17145 h 17145"/>
                  <a:gd name="connsiteX3" fmla="*/ 0 w 17144"/>
                  <a:gd name="connsiteY3" fmla="*/ 8572 h 17145"/>
                  <a:gd name="connsiteX4" fmla="*/ 8573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2858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7B4F76E-8C14-5519-7B5A-86B60F1B3B53}"/>
                  </a:ext>
                </a:extLst>
              </p:cNvPr>
              <p:cNvSpPr/>
              <p:nvPr/>
            </p:nvSpPr>
            <p:spPr>
              <a:xfrm>
                <a:off x="2983531" y="2481063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7" y="0"/>
                      <a:pt x="28575" y="6668"/>
                      <a:pt x="28575" y="14288"/>
                    </a:cubicBezTo>
                    <a:cubicBezTo>
                      <a:pt x="28575" y="21907"/>
                      <a:pt x="21907" y="28575"/>
                      <a:pt x="14288" y="28575"/>
                    </a:cubicBezTo>
                    <a:cubicBezTo>
                      <a:pt x="6667" y="28575"/>
                      <a:pt x="0" y="21907"/>
                      <a:pt x="0" y="14288"/>
                    </a:cubicBezTo>
                    <a:cubicBezTo>
                      <a:pt x="0" y="6668"/>
                      <a:pt x="5715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CB3C6B5A-45AC-60F2-3BBA-E16B8F383160}"/>
                  </a:ext>
                </a:extLst>
              </p:cNvPr>
              <p:cNvSpPr/>
              <p:nvPr/>
            </p:nvSpPr>
            <p:spPr>
              <a:xfrm>
                <a:off x="3281078" y="2573866"/>
                <a:ext cx="49589" cy="53728"/>
              </a:xfrm>
              <a:custGeom>
                <a:avLst/>
                <a:gdLst>
                  <a:gd name="connsiteX0" fmla="*/ 20955 w 20954"/>
                  <a:gd name="connsiteY0" fmla="*/ 10478 h 20955"/>
                  <a:gd name="connsiteX1" fmla="*/ 10478 w 20954"/>
                  <a:gd name="connsiteY1" fmla="*/ 20955 h 20955"/>
                  <a:gd name="connsiteX2" fmla="*/ 0 w 20954"/>
                  <a:gd name="connsiteY2" fmla="*/ 10478 h 20955"/>
                  <a:gd name="connsiteX3" fmla="*/ 10478 w 20954"/>
                  <a:gd name="connsiteY3" fmla="*/ 0 h 20955"/>
                  <a:gd name="connsiteX4" fmla="*/ 20955 w 20954"/>
                  <a:gd name="connsiteY4" fmla="*/ 10478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5EA04DE1-68DB-7C7D-68BD-E324CD95CD5A}"/>
                  </a:ext>
                </a:extLst>
              </p:cNvPr>
              <p:cNvSpPr/>
              <p:nvPr/>
            </p:nvSpPr>
            <p:spPr>
              <a:xfrm>
                <a:off x="3150338" y="3096495"/>
                <a:ext cx="58605" cy="6349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2 w 24764"/>
                  <a:gd name="connsiteY1" fmla="*/ 24765 h 24764"/>
                  <a:gd name="connsiteX2" fmla="*/ 0 w 24764"/>
                  <a:gd name="connsiteY2" fmla="*/ 12383 h 24764"/>
                  <a:gd name="connsiteX3" fmla="*/ 12382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1A1F5B08-EFC7-7E2D-2341-9D9361D67C00}"/>
                  </a:ext>
                </a:extLst>
              </p:cNvPr>
              <p:cNvSpPr/>
              <p:nvPr/>
            </p:nvSpPr>
            <p:spPr>
              <a:xfrm>
                <a:off x="3677809" y="3413977"/>
                <a:ext cx="31558" cy="34191"/>
              </a:xfrm>
              <a:custGeom>
                <a:avLst/>
                <a:gdLst>
                  <a:gd name="connsiteX0" fmla="*/ 6667 w 13335"/>
                  <a:gd name="connsiteY0" fmla="*/ 0 h 13335"/>
                  <a:gd name="connsiteX1" fmla="*/ 13335 w 13335"/>
                  <a:gd name="connsiteY1" fmla="*/ 6668 h 13335"/>
                  <a:gd name="connsiteX2" fmla="*/ 6667 w 13335"/>
                  <a:gd name="connsiteY2" fmla="*/ 13335 h 13335"/>
                  <a:gd name="connsiteX3" fmla="*/ 0 w 13335"/>
                  <a:gd name="connsiteY3" fmla="*/ 6668 h 13335"/>
                  <a:gd name="connsiteX4" fmla="*/ 6667 w 13335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6667" y="0"/>
                    </a:moveTo>
                    <a:cubicBezTo>
                      <a:pt x="10478" y="0"/>
                      <a:pt x="13335" y="2858"/>
                      <a:pt x="13335" y="6668"/>
                    </a:cubicBezTo>
                    <a:cubicBezTo>
                      <a:pt x="13335" y="10478"/>
                      <a:pt x="10478" y="13335"/>
                      <a:pt x="6667" y="13335"/>
                    </a:cubicBezTo>
                    <a:cubicBezTo>
                      <a:pt x="2858" y="13335"/>
                      <a:pt x="0" y="10478"/>
                      <a:pt x="0" y="6668"/>
                    </a:cubicBezTo>
                    <a:cubicBezTo>
                      <a:pt x="0" y="2858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39F7493-85B7-489D-417E-5ACD4BDE2F03}"/>
                  </a:ext>
                </a:extLst>
              </p:cNvPr>
              <p:cNvSpPr/>
              <p:nvPr/>
            </p:nvSpPr>
            <p:spPr>
              <a:xfrm>
                <a:off x="3121035" y="2813201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F34C56F7-E37D-A126-58E9-AF159DA02709}"/>
                  </a:ext>
                </a:extLst>
              </p:cNvPr>
              <p:cNvSpPr/>
              <p:nvPr/>
            </p:nvSpPr>
            <p:spPr>
              <a:xfrm>
                <a:off x="3114271" y="2529907"/>
                <a:ext cx="58608" cy="63494"/>
              </a:xfrm>
              <a:custGeom>
                <a:avLst/>
                <a:gdLst>
                  <a:gd name="connsiteX0" fmla="*/ 12383 w 24765"/>
                  <a:gd name="connsiteY0" fmla="*/ 0 h 24764"/>
                  <a:gd name="connsiteX1" fmla="*/ 24765 w 24765"/>
                  <a:gd name="connsiteY1" fmla="*/ 12382 h 24764"/>
                  <a:gd name="connsiteX2" fmla="*/ 12383 w 24765"/>
                  <a:gd name="connsiteY2" fmla="*/ 24765 h 24764"/>
                  <a:gd name="connsiteX3" fmla="*/ 0 w 24765"/>
                  <a:gd name="connsiteY3" fmla="*/ 12382 h 24764"/>
                  <a:gd name="connsiteX4" fmla="*/ 12383 w 24765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2F7CB923-6255-2EB8-DF45-C2D9CBDDA553}"/>
                  </a:ext>
                </a:extLst>
              </p:cNvPr>
              <p:cNvSpPr/>
              <p:nvPr/>
            </p:nvSpPr>
            <p:spPr>
              <a:xfrm>
                <a:off x="3075952" y="2197769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6BD0DDAD-3B36-31E2-4B71-0E8C8F2FBE03}"/>
                  </a:ext>
                </a:extLst>
              </p:cNvPr>
              <p:cNvSpPr/>
              <p:nvPr/>
            </p:nvSpPr>
            <p:spPr>
              <a:xfrm>
                <a:off x="2929431" y="2659342"/>
                <a:ext cx="72130" cy="78150"/>
              </a:xfrm>
              <a:custGeom>
                <a:avLst/>
                <a:gdLst>
                  <a:gd name="connsiteX0" fmla="*/ 30480 w 30479"/>
                  <a:gd name="connsiteY0" fmla="*/ 15240 h 30480"/>
                  <a:gd name="connsiteX1" fmla="*/ 15240 w 30479"/>
                  <a:gd name="connsiteY1" fmla="*/ 30480 h 30480"/>
                  <a:gd name="connsiteX2" fmla="*/ 0 w 30479"/>
                  <a:gd name="connsiteY2" fmla="*/ 15240 h 30480"/>
                  <a:gd name="connsiteX3" fmla="*/ 15240 w 30479"/>
                  <a:gd name="connsiteY3" fmla="*/ 0 h 30480"/>
                  <a:gd name="connsiteX4" fmla="*/ 30480 w 30479"/>
                  <a:gd name="connsiteY4" fmla="*/ 1524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DD08BAD-7501-EC44-7BFB-0636EE289B11}"/>
                  </a:ext>
                </a:extLst>
              </p:cNvPr>
              <p:cNvSpPr/>
              <p:nvPr/>
            </p:nvSpPr>
            <p:spPr>
              <a:xfrm>
                <a:off x="2942956" y="3340711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8DD53388-BF52-00E9-CDAA-586F9EE0BF59}"/>
                  </a:ext>
                </a:extLst>
              </p:cNvPr>
              <p:cNvSpPr/>
              <p:nvPr/>
            </p:nvSpPr>
            <p:spPr>
              <a:xfrm>
                <a:off x="3558338" y="1831438"/>
                <a:ext cx="31558" cy="34188"/>
              </a:xfrm>
              <a:custGeom>
                <a:avLst/>
                <a:gdLst>
                  <a:gd name="connsiteX0" fmla="*/ 6668 w 13335"/>
                  <a:gd name="connsiteY0" fmla="*/ 0 h 13334"/>
                  <a:gd name="connsiteX1" fmla="*/ 13335 w 13335"/>
                  <a:gd name="connsiteY1" fmla="*/ 6668 h 13334"/>
                  <a:gd name="connsiteX2" fmla="*/ 6668 w 13335"/>
                  <a:gd name="connsiteY2" fmla="*/ 13335 h 13334"/>
                  <a:gd name="connsiteX3" fmla="*/ 0 w 13335"/>
                  <a:gd name="connsiteY3" fmla="*/ 6668 h 13334"/>
                  <a:gd name="connsiteX4" fmla="*/ 6668 w 13335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4">
                    <a:moveTo>
                      <a:pt x="6668" y="0"/>
                    </a:moveTo>
                    <a:cubicBezTo>
                      <a:pt x="10478" y="0"/>
                      <a:pt x="13335" y="2858"/>
                      <a:pt x="13335" y="6668"/>
                    </a:cubicBezTo>
                    <a:cubicBezTo>
                      <a:pt x="13335" y="10478"/>
                      <a:pt x="10478" y="13335"/>
                      <a:pt x="6668" y="13335"/>
                    </a:cubicBezTo>
                    <a:cubicBezTo>
                      <a:pt x="2858" y="13335"/>
                      <a:pt x="0" y="10478"/>
                      <a:pt x="0" y="6668"/>
                    </a:cubicBezTo>
                    <a:cubicBezTo>
                      <a:pt x="0" y="2858"/>
                      <a:pt x="2858" y="0"/>
                      <a:pt x="66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37C80B93-3EC8-4F1E-1674-04C7AFF1B0F8}"/>
                  </a:ext>
                </a:extLst>
              </p:cNvPr>
              <p:cNvSpPr/>
              <p:nvPr/>
            </p:nvSpPr>
            <p:spPr>
              <a:xfrm>
                <a:off x="3299112" y="2918214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8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ED4C089B-C371-22A4-F3E8-8B683FBDC43D}"/>
                  </a:ext>
                </a:extLst>
              </p:cNvPr>
              <p:cNvSpPr/>
              <p:nvPr/>
            </p:nvSpPr>
            <p:spPr>
              <a:xfrm>
                <a:off x="3190562" y="4102676"/>
                <a:ext cx="31908" cy="34191"/>
              </a:xfrm>
              <a:custGeom>
                <a:avLst/>
                <a:gdLst>
                  <a:gd name="connsiteX0" fmla="*/ 6816 w 13483"/>
                  <a:gd name="connsiteY0" fmla="*/ 0 h 13335"/>
                  <a:gd name="connsiteX1" fmla="*/ 13483 w 13483"/>
                  <a:gd name="connsiteY1" fmla="*/ 6667 h 13335"/>
                  <a:gd name="connsiteX2" fmla="*/ 6816 w 13483"/>
                  <a:gd name="connsiteY2" fmla="*/ 13335 h 13335"/>
                  <a:gd name="connsiteX3" fmla="*/ 148 w 13483"/>
                  <a:gd name="connsiteY3" fmla="*/ 6667 h 13335"/>
                  <a:gd name="connsiteX4" fmla="*/ 6816 w 13483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3" h="13335">
                    <a:moveTo>
                      <a:pt x="6816" y="0"/>
                    </a:moveTo>
                    <a:cubicBezTo>
                      <a:pt x="10626" y="0"/>
                      <a:pt x="13483" y="2857"/>
                      <a:pt x="13483" y="6667"/>
                    </a:cubicBezTo>
                    <a:cubicBezTo>
                      <a:pt x="13483" y="10477"/>
                      <a:pt x="10626" y="13335"/>
                      <a:pt x="6816" y="13335"/>
                    </a:cubicBezTo>
                    <a:cubicBezTo>
                      <a:pt x="3006" y="13335"/>
                      <a:pt x="148" y="10477"/>
                      <a:pt x="148" y="6667"/>
                    </a:cubicBezTo>
                    <a:cubicBezTo>
                      <a:pt x="-804" y="2857"/>
                      <a:pt x="3006" y="0"/>
                      <a:pt x="681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9FB4A43B-C69F-AB11-0852-D7F944D14053}"/>
                  </a:ext>
                </a:extLst>
              </p:cNvPr>
              <p:cNvSpPr/>
              <p:nvPr/>
            </p:nvSpPr>
            <p:spPr>
              <a:xfrm>
                <a:off x="3725147" y="1850978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2" y="0"/>
                      <a:pt x="11430" y="2857"/>
                      <a:pt x="11430" y="5715"/>
                    </a:cubicBezTo>
                    <a:cubicBezTo>
                      <a:pt x="11430" y="8572"/>
                      <a:pt x="8572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0" y="2857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27F54F1B-B76B-BF32-1BD9-5C580FA54688}"/>
                  </a:ext>
                </a:extLst>
              </p:cNvPr>
              <p:cNvSpPr/>
              <p:nvPr/>
            </p:nvSpPr>
            <p:spPr>
              <a:xfrm>
                <a:off x="3242759" y="2053679"/>
                <a:ext cx="40575" cy="43957"/>
              </a:xfrm>
              <a:custGeom>
                <a:avLst/>
                <a:gdLst>
                  <a:gd name="connsiteX0" fmla="*/ 17145 w 17145"/>
                  <a:gd name="connsiteY0" fmla="*/ 8572 h 17144"/>
                  <a:gd name="connsiteX1" fmla="*/ 8572 w 17145"/>
                  <a:gd name="connsiteY1" fmla="*/ 17145 h 17144"/>
                  <a:gd name="connsiteX2" fmla="*/ 0 w 17145"/>
                  <a:gd name="connsiteY2" fmla="*/ 8572 h 17144"/>
                  <a:gd name="connsiteX3" fmla="*/ 8572 w 17145"/>
                  <a:gd name="connsiteY3" fmla="*/ 0 h 17144"/>
                  <a:gd name="connsiteX4" fmla="*/ 17145 w 17145"/>
                  <a:gd name="connsiteY4" fmla="*/ 8572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0D942109-B4E6-53B9-7C9F-E437440E4A61}"/>
                  </a:ext>
                </a:extLst>
              </p:cNvPr>
              <p:cNvSpPr/>
              <p:nvPr/>
            </p:nvSpPr>
            <p:spPr>
              <a:xfrm>
                <a:off x="3030869" y="2608057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8 w 28575"/>
                  <a:gd name="connsiteY1" fmla="*/ 28575 h 28575"/>
                  <a:gd name="connsiteX2" fmla="*/ 0 w 28575"/>
                  <a:gd name="connsiteY2" fmla="*/ 14288 h 28575"/>
                  <a:gd name="connsiteX3" fmla="*/ 14288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F26405F4-0B75-76EA-02E5-102510E4D865}"/>
                  </a:ext>
                </a:extLst>
              </p:cNvPr>
              <p:cNvSpPr/>
              <p:nvPr/>
            </p:nvSpPr>
            <p:spPr>
              <a:xfrm>
                <a:off x="3583134" y="2390701"/>
                <a:ext cx="36066" cy="39075"/>
              </a:xfrm>
              <a:custGeom>
                <a:avLst/>
                <a:gdLst>
                  <a:gd name="connsiteX0" fmla="*/ 7620 w 15240"/>
                  <a:gd name="connsiteY0" fmla="*/ 0 h 15240"/>
                  <a:gd name="connsiteX1" fmla="*/ 15240 w 15240"/>
                  <a:gd name="connsiteY1" fmla="*/ 7620 h 15240"/>
                  <a:gd name="connsiteX2" fmla="*/ 7620 w 15240"/>
                  <a:gd name="connsiteY2" fmla="*/ 15240 h 15240"/>
                  <a:gd name="connsiteX3" fmla="*/ 0 w 15240"/>
                  <a:gd name="connsiteY3" fmla="*/ 7620 h 15240"/>
                  <a:gd name="connsiteX4" fmla="*/ 7620 w 15240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40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2382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A19D8AF4-39B5-F6BA-1430-A358E64AA027}"/>
                  </a:ext>
                </a:extLst>
              </p:cNvPr>
              <p:cNvSpPr/>
              <p:nvPr/>
            </p:nvSpPr>
            <p:spPr>
              <a:xfrm>
                <a:off x="2992547" y="2393144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8 w 28575"/>
                  <a:gd name="connsiteY1" fmla="*/ 28575 h 28575"/>
                  <a:gd name="connsiteX2" fmla="*/ 0 w 28575"/>
                  <a:gd name="connsiteY2" fmla="*/ 14288 h 28575"/>
                  <a:gd name="connsiteX3" fmla="*/ 14288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E643E99E-C934-E33A-4DF9-76E48213488C}"/>
                  </a:ext>
                </a:extLst>
              </p:cNvPr>
              <p:cNvSpPr/>
              <p:nvPr/>
            </p:nvSpPr>
            <p:spPr>
              <a:xfrm>
                <a:off x="3175135" y="2654457"/>
                <a:ext cx="58605" cy="63497"/>
              </a:xfrm>
              <a:custGeom>
                <a:avLst/>
                <a:gdLst>
                  <a:gd name="connsiteX0" fmla="*/ 12382 w 24764"/>
                  <a:gd name="connsiteY0" fmla="*/ 0 h 24765"/>
                  <a:gd name="connsiteX1" fmla="*/ 24765 w 24764"/>
                  <a:gd name="connsiteY1" fmla="*/ 12383 h 24765"/>
                  <a:gd name="connsiteX2" fmla="*/ 12382 w 24764"/>
                  <a:gd name="connsiteY2" fmla="*/ 24765 h 24765"/>
                  <a:gd name="connsiteX3" fmla="*/ 0 w 24764"/>
                  <a:gd name="connsiteY3" fmla="*/ 12383 h 24765"/>
                  <a:gd name="connsiteX4" fmla="*/ 12382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ECDB428-FACF-5D4F-78A8-606F9363C921}"/>
                  </a:ext>
                </a:extLst>
              </p:cNvPr>
              <p:cNvSpPr/>
              <p:nvPr/>
            </p:nvSpPr>
            <p:spPr>
              <a:xfrm>
                <a:off x="3042139" y="2940192"/>
                <a:ext cx="63116" cy="68379"/>
              </a:xfrm>
              <a:custGeom>
                <a:avLst/>
                <a:gdLst>
                  <a:gd name="connsiteX0" fmla="*/ 13335 w 26670"/>
                  <a:gd name="connsiteY0" fmla="*/ 0 h 26669"/>
                  <a:gd name="connsiteX1" fmla="*/ 26670 w 26670"/>
                  <a:gd name="connsiteY1" fmla="*/ 13335 h 26669"/>
                  <a:gd name="connsiteX2" fmla="*/ 13335 w 26670"/>
                  <a:gd name="connsiteY2" fmla="*/ 26670 h 26669"/>
                  <a:gd name="connsiteX3" fmla="*/ 0 w 26670"/>
                  <a:gd name="connsiteY3" fmla="*/ 13335 h 26669"/>
                  <a:gd name="connsiteX4" fmla="*/ 13335 w 26670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0C5D17B4-CD4E-5A01-CBBC-D820D49A3AEC}"/>
                  </a:ext>
                </a:extLst>
              </p:cNvPr>
              <p:cNvSpPr/>
              <p:nvPr/>
            </p:nvSpPr>
            <p:spPr>
              <a:xfrm>
                <a:off x="3614692" y="2522579"/>
                <a:ext cx="40575" cy="43957"/>
              </a:xfrm>
              <a:custGeom>
                <a:avLst/>
                <a:gdLst>
                  <a:gd name="connsiteX0" fmla="*/ 8573 w 17145"/>
                  <a:gd name="connsiteY0" fmla="*/ 0 h 17144"/>
                  <a:gd name="connsiteX1" fmla="*/ 17145 w 17145"/>
                  <a:gd name="connsiteY1" fmla="*/ 8572 h 17144"/>
                  <a:gd name="connsiteX2" fmla="*/ 8573 w 17145"/>
                  <a:gd name="connsiteY2" fmla="*/ 17145 h 17144"/>
                  <a:gd name="connsiteX3" fmla="*/ 0 w 17145"/>
                  <a:gd name="connsiteY3" fmla="*/ 8572 h 17144"/>
                  <a:gd name="connsiteX4" fmla="*/ 8573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AF7B7C85-B7EB-EA3E-0A81-3E990AC02C62}"/>
                  </a:ext>
                </a:extLst>
              </p:cNvPr>
              <p:cNvSpPr/>
              <p:nvPr/>
            </p:nvSpPr>
            <p:spPr>
              <a:xfrm>
                <a:off x="2958736" y="3096492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2860" y="0"/>
                      <a:pt x="28575" y="6668"/>
                      <a:pt x="28575" y="14288"/>
                    </a:cubicBezTo>
                    <a:cubicBezTo>
                      <a:pt x="28575" y="22860"/>
                      <a:pt x="21907" y="28575"/>
                      <a:pt x="14288" y="28575"/>
                    </a:cubicBezTo>
                    <a:cubicBezTo>
                      <a:pt x="5715" y="28575"/>
                      <a:pt x="0" y="21908"/>
                      <a:pt x="0" y="14288"/>
                    </a:cubicBezTo>
                    <a:cubicBezTo>
                      <a:pt x="0" y="5715"/>
                      <a:pt x="6667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C1D11C84-041F-DA99-9F61-DEF87AE73977}"/>
                  </a:ext>
                </a:extLst>
              </p:cNvPr>
              <p:cNvSpPr/>
              <p:nvPr/>
            </p:nvSpPr>
            <p:spPr>
              <a:xfrm>
                <a:off x="2985786" y="2661785"/>
                <a:ext cx="72130" cy="78147"/>
              </a:xfrm>
              <a:custGeom>
                <a:avLst/>
                <a:gdLst>
                  <a:gd name="connsiteX0" fmla="*/ 15240 w 30479"/>
                  <a:gd name="connsiteY0" fmla="*/ 0 h 30479"/>
                  <a:gd name="connsiteX1" fmla="*/ 30480 w 30479"/>
                  <a:gd name="connsiteY1" fmla="*/ 15240 h 30479"/>
                  <a:gd name="connsiteX2" fmla="*/ 15240 w 30479"/>
                  <a:gd name="connsiteY2" fmla="*/ 30480 h 30479"/>
                  <a:gd name="connsiteX3" fmla="*/ 0 w 30479"/>
                  <a:gd name="connsiteY3" fmla="*/ 15240 h 30479"/>
                  <a:gd name="connsiteX4" fmla="*/ 15240 w 30479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0" y="6667"/>
                      <a:pt x="6667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0F69FE94-D136-1087-4E90-01B0A2978699}"/>
                  </a:ext>
                </a:extLst>
              </p:cNvPr>
              <p:cNvSpPr/>
              <p:nvPr/>
            </p:nvSpPr>
            <p:spPr>
              <a:xfrm>
                <a:off x="2994803" y="3128242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8 w 28575"/>
                  <a:gd name="connsiteY1" fmla="*/ 28575 h 28575"/>
                  <a:gd name="connsiteX2" fmla="*/ 0 w 28575"/>
                  <a:gd name="connsiteY2" fmla="*/ 14288 h 28575"/>
                  <a:gd name="connsiteX3" fmla="*/ 14288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E06095D7-453A-E48A-AB76-949094348650}"/>
                  </a:ext>
                </a:extLst>
              </p:cNvPr>
              <p:cNvSpPr/>
              <p:nvPr/>
            </p:nvSpPr>
            <p:spPr>
              <a:xfrm>
                <a:off x="3172879" y="2764354"/>
                <a:ext cx="58605" cy="63497"/>
              </a:xfrm>
              <a:custGeom>
                <a:avLst/>
                <a:gdLst>
                  <a:gd name="connsiteX0" fmla="*/ 12382 w 24764"/>
                  <a:gd name="connsiteY0" fmla="*/ 0 h 24765"/>
                  <a:gd name="connsiteX1" fmla="*/ 24765 w 24764"/>
                  <a:gd name="connsiteY1" fmla="*/ 12383 h 24765"/>
                  <a:gd name="connsiteX2" fmla="*/ 12382 w 24764"/>
                  <a:gd name="connsiteY2" fmla="*/ 24765 h 24765"/>
                  <a:gd name="connsiteX3" fmla="*/ 0 w 24764"/>
                  <a:gd name="connsiteY3" fmla="*/ 12383 h 24765"/>
                  <a:gd name="connsiteX4" fmla="*/ 12382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B80B0654-A41E-52CA-128A-C123F4B8AA79}"/>
                  </a:ext>
                </a:extLst>
              </p:cNvPr>
              <p:cNvSpPr/>
              <p:nvPr/>
            </p:nvSpPr>
            <p:spPr>
              <a:xfrm>
                <a:off x="3254029" y="3863342"/>
                <a:ext cx="36064" cy="39072"/>
              </a:xfrm>
              <a:custGeom>
                <a:avLst/>
                <a:gdLst>
                  <a:gd name="connsiteX0" fmla="*/ 15240 w 15239"/>
                  <a:gd name="connsiteY0" fmla="*/ 7620 h 15239"/>
                  <a:gd name="connsiteX1" fmla="*/ 7620 w 15239"/>
                  <a:gd name="connsiteY1" fmla="*/ 15240 h 15239"/>
                  <a:gd name="connsiteX2" fmla="*/ 0 w 15239"/>
                  <a:gd name="connsiteY2" fmla="*/ 7620 h 15239"/>
                  <a:gd name="connsiteX3" fmla="*/ 7620 w 15239"/>
                  <a:gd name="connsiteY3" fmla="*/ 0 h 15239"/>
                  <a:gd name="connsiteX4" fmla="*/ 15240 w 15239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3F7E714C-56A1-D920-9474-288803E71B53}"/>
                  </a:ext>
                </a:extLst>
              </p:cNvPr>
              <p:cNvSpPr/>
              <p:nvPr/>
            </p:nvSpPr>
            <p:spPr>
              <a:xfrm>
                <a:off x="3012834" y="2449313"/>
                <a:ext cx="63116" cy="68379"/>
              </a:xfrm>
              <a:custGeom>
                <a:avLst/>
                <a:gdLst>
                  <a:gd name="connsiteX0" fmla="*/ 13335 w 26670"/>
                  <a:gd name="connsiteY0" fmla="*/ 0 h 26669"/>
                  <a:gd name="connsiteX1" fmla="*/ 26670 w 26670"/>
                  <a:gd name="connsiteY1" fmla="*/ 13335 h 26669"/>
                  <a:gd name="connsiteX2" fmla="*/ 13335 w 26670"/>
                  <a:gd name="connsiteY2" fmla="*/ 26670 h 26669"/>
                  <a:gd name="connsiteX3" fmla="*/ 0 w 26670"/>
                  <a:gd name="connsiteY3" fmla="*/ 13335 h 26669"/>
                  <a:gd name="connsiteX4" fmla="*/ 13335 w 26670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6668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829BEFC-1B18-4218-0A37-288E46C4392E}"/>
                  </a:ext>
                </a:extLst>
              </p:cNvPr>
              <p:cNvSpPr/>
              <p:nvPr/>
            </p:nvSpPr>
            <p:spPr>
              <a:xfrm>
                <a:off x="3853632" y="2166019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2" y="0"/>
                      <a:pt x="11430" y="2858"/>
                      <a:pt x="11430" y="5715"/>
                    </a:cubicBezTo>
                    <a:cubicBezTo>
                      <a:pt x="11430" y="8573"/>
                      <a:pt x="8572" y="11430"/>
                      <a:pt x="5715" y="11430"/>
                    </a:cubicBezTo>
                    <a:cubicBezTo>
                      <a:pt x="2858" y="11430"/>
                      <a:pt x="0" y="8573"/>
                      <a:pt x="0" y="5715"/>
                    </a:cubicBezTo>
                    <a:cubicBezTo>
                      <a:pt x="0" y="2858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85DA5E41-5AFB-58EC-3F75-64DF86F2E479}"/>
                  </a:ext>
                </a:extLst>
              </p:cNvPr>
              <p:cNvSpPr/>
              <p:nvPr/>
            </p:nvSpPr>
            <p:spPr>
              <a:xfrm>
                <a:off x="3634981" y="1687350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2" y="0"/>
                      <a:pt x="11430" y="2858"/>
                      <a:pt x="11430" y="5715"/>
                    </a:cubicBezTo>
                    <a:cubicBezTo>
                      <a:pt x="11430" y="8572"/>
                      <a:pt x="8572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952" y="1905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DC798888-9266-2F9C-735D-097EFB11CD9F}"/>
                  </a:ext>
                </a:extLst>
              </p:cNvPr>
              <p:cNvSpPr/>
              <p:nvPr/>
            </p:nvSpPr>
            <p:spPr>
              <a:xfrm>
                <a:off x="3765722" y="2952404"/>
                <a:ext cx="36066" cy="39072"/>
              </a:xfrm>
              <a:custGeom>
                <a:avLst/>
                <a:gdLst>
                  <a:gd name="connsiteX0" fmla="*/ 15240 w 15240"/>
                  <a:gd name="connsiteY0" fmla="*/ 7620 h 15239"/>
                  <a:gd name="connsiteX1" fmla="*/ 7620 w 15240"/>
                  <a:gd name="connsiteY1" fmla="*/ 15240 h 15239"/>
                  <a:gd name="connsiteX2" fmla="*/ 0 w 15240"/>
                  <a:gd name="connsiteY2" fmla="*/ 7620 h 15239"/>
                  <a:gd name="connsiteX3" fmla="*/ 7620 w 15240"/>
                  <a:gd name="connsiteY3" fmla="*/ 0 h 15239"/>
                  <a:gd name="connsiteX4" fmla="*/ 15240 w 15240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1" y="15240"/>
                      <a:pt x="0" y="11828"/>
                      <a:pt x="0" y="7620"/>
                    </a:cubicBezTo>
                    <a:cubicBezTo>
                      <a:pt x="0" y="3412"/>
                      <a:pt x="3411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E54D0A56-E913-31DE-E47F-E5321C209DCB}"/>
                  </a:ext>
                </a:extLst>
              </p:cNvPr>
              <p:cNvSpPr/>
              <p:nvPr/>
            </p:nvSpPr>
            <p:spPr>
              <a:xfrm>
                <a:off x="3452394" y="2114735"/>
                <a:ext cx="36066" cy="39075"/>
              </a:xfrm>
              <a:custGeom>
                <a:avLst/>
                <a:gdLst>
                  <a:gd name="connsiteX0" fmla="*/ 7620 w 15240"/>
                  <a:gd name="connsiteY0" fmla="*/ 0 h 15240"/>
                  <a:gd name="connsiteX1" fmla="*/ 15240 w 15240"/>
                  <a:gd name="connsiteY1" fmla="*/ 7620 h 15240"/>
                  <a:gd name="connsiteX2" fmla="*/ 7620 w 15240"/>
                  <a:gd name="connsiteY2" fmla="*/ 15240 h 15240"/>
                  <a:gd name="connsiteX3" fmla="*/ 0 w 15240"/>
                  <a:gd name="connsiteY3" fmla="*/ 7620 h 15240"/>
                  <a:gd name="connsiteX4" fmla="*/ 7620 w 15240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40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2858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0F16AE9D-A81C-DFDF-C43E-38A330B243D8}"/>
                  </a:ext>
                </a:extLst>
              </p:cNvPr>
              <p:cNvSpPr/>
              <p:nvPr/>
            </p:nvSpPr>
            <p:spPr>
              <a:xfrm>
                <a:off x="3299112" y="3707039"/>
                <a:ext cx="40572" cy="43959"/>
              </a:xfrm>
              <a:custGeom>
                <a:avLst/>
                <a:gdLst>
                  <a:gd name="connsiteX0" fmla="*/ 8573 w 17144"/>
                  <a:gd name="connsiteY0" fmla="*/ 0 h 17145"/>
                  <a:gd name="connsiteX1" fmla="*/ 17145 w 17144"/>
                  <a:gd name="connsiteY1" fmla="*/ 8573 h 17145"/>
                  <a:gd name="connsiteX2" fmla="*/ 8573 w 17144"/>
                  <a:gd name="connsiteY2" fmla="*/ 17145 h 17145"/>
                  <a:gd name="connsiteX3" fmla="*/ 0 w 17144"/>
                  <a:gd name="connsiteY3" fmla="*/ 8573 h 17145"/>
                  <a:gd name="connsiteX4" fmla="*/ 8573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4763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107F89F9-C845-7592-93E3-0F33CFA430E3}"/>
                  </a:ext>
                </a:extLst>
              </p:cNvPr>
              <p:cNvSpPr/>
              <p:nvPr/>
            </p:nvSpPr>
            <p:spPr>
              <a:xfrm>
                <a:off x="3355466" y="2881582"/>
                <a:ext cx="49589" cy="53728"/>
              </a:xfrm>
              <a:custGeom>
                <a:avLst/>
                <a:gdLst>
                  <a:gd name="connsiteX0" fmla="*/ 20955 w 20954"/>
                  <a:gd name="connsiteY0" fmla="*/ 10478 h 20955"/>
                  <a:gd name="connsiteX1" fmla="*/ 10478 w 20954"/>
                  <a:gd name="connsiteY1" fmla="*/ 20955 h 20955"/>
                  <a:gd name="connsiteX2" fmla="*/ 0 w 20954"/>
                  <a:gd name="connsiteY2" fmla="*/ 10478 h 20955"/>
                  <a:gd name="connsiteX3" fmla="*/ 10478 w 20954"/>
                  <a:gd name="connsiteY3" fmla="*/ 0 h 20955"/>
                  <a:gd name="connsiteX4" fmla="*/ 20955 w 20954"/>
                  <a:gd name="connsiteY4" fmla="*/ 10478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54997EBF-8DDD-FCBD-3522-B1A4626FAF2E}"/>
                  </a:ext>
                </a:extLst>
              </p:cNvPr>
              <p:cNvSpPr/>
              <p:nvPr/>
            </p:nvSpPr>
            <p:spPr>
              <a:xfrm>
                <a:off x="3082713" y="2346741"/>
                <a:ext cx="58605" cy="63494"/>
              </a:xfrm>
              <a:custGeom>
                <a:avLst/>
                <a:gdLst>
                  <a:gd name="connsiteX0" fmla="*/ 12382 w 24764"/>
                  <a:gd name="connsiteY0" fmla="*/ 0 h 24764"/>
                  <a:gd name="connsiteX1" fmla="*/ 24765 w 24764"/>
                  <a:gd name="connsiteY1" fmla="*/ 12382 h 24764"/>
                  <a:gd name="connsiteX2" fmla="*/ 12382 w 24764"/>
                  <a:gd name="connsiteY2" fmla="*/ 24765 h 24764"/>
                  <a:gd name="connsiteX3" fmla="*/ 0 w 24764"/>
                  <a:gd name="connsiteY3" fmla="*/ 12382 h 24764"/>
                  <a:gd name="connsiteX4" fmla="*/ 12382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D613F42F-5184-3B73-8012-DBD906A35DF4}"/>
                  </a:ext>
                </a:extLst>
              </p:cNvPr>
              <p:cNvSpPr/>
              <p:nvPr/>
            </p:nvSpPr>
            <p:spPr>
              <a:xfrm>
                <a:off x="3084969" y="3054976"/>
                <a:ext cx="63116" cy="68381"/>
              </a:xfrm>
              <a:custGeom>
                <a:avLst/>
                <a:gdLst>
                  <a:gd name="connsiteX0" fmla="*/ 26670 w 26670"/>
                  <a:gd name="connsiteY0" fmla="*/ 13335 h 26670"/>
                  <a:gd name="connsiteX1" fmla="*/ 13335 w 26670"/>
                  <a:gd name="connsiteY1" fmla="*/ 26670 h 26670"/>
                  <a:gd name="connsiteX2" fmla="*/ 0 w 26670"/>
                  <a:gd name="connsiteY2" fmla="*/ 13335 h 26670"/>
                  <a:gd name="connsiteX3" fmla="*/ 13335 w 26670"/>
                  <a:gd name="connsiteY3" fmla="*/ 0 h 26670"/>
                  <a:gd name="connsiteX4" fmla="*/ 26670 w 26670"/>
                  <a:gd name="connsiteY4" fmla="*/ 13335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911FAE6-F993-365B-7602-2B7B4D7995E1}"/>
                  </a:ext>
                </a:extLst>
              </p:cNvPr>
              <p:cNvSpPr/>
              <p:nvPr/>
            </p:nvSpPr>
            <p:spPr>
              <a:xfrm>
                <a:off x="3161610" y="1499303"/>
                <a:ext cx="31556" cy="34188"/>
              </a:xfrm>
              <a:custGeom>
                <a:avLst/>
                <a:gdLst>
                  <a:gd name="connsiteX0" fmla="*/ 6667 w 13334"/>
                  <a:gd name="connsiteY0" fmla="*/ 0 h 13334"/>
                  <a:gd name="connsiteX1" fmla="*/ 13335 w 13334"/>
                  <a:gd name="connsiteY1" fmla="*/ 6667 h 13334"/>
                  <a:gd name="connsiteX2" fmla="*/ 6667 w 13334"/>
                  <a:gd name="connsiteY2" fmla="*/ 13335 h 13334"/>
                  <a:gd name="connsiteX3" fmla="*/ 0 w 13334"/>
                  <a:gd name="connsiteY3" fmla="*/ 6667 h 13334"/>
                  <a:gd name="connsiteX4" fmla="*/ 6667 w 13334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4">
                    <a:moveTo>
                      <a:pt x="6667" y="0"/>
                    </a:moveTo>
                    <a:cubicBezTo>
                      <a:pt x="10477" y="0"/>
                      <a:pt x="13335" y="2857"/>
                      <a:pt x="13335" y="6667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2857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DBDEC01-A705-935B-8447-C6BA83C6CED9}"/>
                  </a:ext>
                </a:extLst>
              </p:cNvPr>
              <p:cNvSpPr/>
              <p:nvPr/>
            </p:nvSpPr>
            <p:spPr>
              <a:xfrm>
                <a:off x="3567356" y="3614239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2857"/>
                      <a:pt x="15240" y="7620"/>
                    </a:cubicBezTo>
                    <a:cubicBezTo>
                      <a:pt x="15240" y="11430"/>
                      <a:pt x="12383" y="15240"/>
                      <a:pt x="7620" y="15240"/>
                    </a:cubicBezTo>
                    <a:cubicBezTo>
                      <a:pt x="3810" y="15240"/>
                      <a:pt x="0" y="12382"/>
                      <a:pt x="0" y="7620"/>
                    </a:cubicBezTo>
                    <a:cubicBezTo>
                      <a:pt x="0" y="2857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57582701-ECA7-1371-CC5B-EECA59511EC6}"/>
                  </a:ext>
                </a:extLst>
              </p:cNvPr>
              <p:cNvSpPr/>
              <p:nvPr/>
            </p:nvSpPr>
            <p:spPr>
              <a:xfrm>
                <a:off x="3468174" y="3001248"/>
                <a:ext cx="45081" cy="48844"/>
              </a:xfrm>
              <a:custGeom>
                <a:avLst/>
                <a:gdLst>
                  <a:gd name="connsiteX0" fmla="*/ 9525 w 19049"/>
                  <a:gd name="connsiteY0" fmla="*/ 0 h 19050"/>
                  <a:gd name="connsiteX1" fmla="*/ 19050 w 19049"/>
                  <a:gd name="connsiteY1" fmla="*/ 9525 h 19050"/>
                  <a:gd name="connsiteX2" fmla="*/ 9525 w 19049"/>
                  <a:gd name="connsiteY2" fmla="*/ 19050 h 19050"/>
                  <a:gd name="connsiteX3" fmla="*/ 0 w 19049"/>
                  <a:gd name="connsiteY3" fmla="*/ 9525 h 19050"/>
                  <a:gd name="connsiteX4" fmla="*/ 9525 w 19049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49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5240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A63AC187-0EA0-5885-0E01-2291B4B8B695}"/>
                  </a:ext>
                </a:extLst>
              </p:cNvPr>
              <p:cNvSpPr/>
              <p:nvPr/>
            </p:nvSpPr>
            <p:spPr>
              <a:xfrm>
                <a:off x="3547068" y="2969501"/>
                <a:ext cx="40575" cy="43959"/>
              </a:xfrm>
              <a:custGeom>
                <a:avLst/>
                <a:gdLst>
                  <a:gd name="connsiteX0" fmla="*/ 17145 w 17145"/>
                  <a:gd name="connsiteY0" fmla="*/ 8573 h 17145"/>
                  <a:gd name="connsiteX1" fmla="*/ 8573 w 17145"/>
                  <a:gd name="connsiteY1" fmla="*/ 17145 h 17145"/>
                  <a:gd name="connsiteX2" fmla="*/ 0 w 17145"/>
                  <a:gd name="connsiteY2" fmla="*/ 8573 h 17145"/>
                  <a:gd name="connsiteX3" fmla="*/ 8573 w 17145"/>
                  <a:gd name="connsiteY3" fmla="*/ 0 h 17145"/>
                  <a:gd name="connsiteX4" fmla="*/ 17145 w 17145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B6506261-F87D-3261-B87B-A50CEE35E033}"/>
                  </a:ext>
                </a:extLst>
              </p:cNvPr>
              <p:cNvSpPr/>
              <p:nvPr/>
            </p:nvSpPr>
            <p:spPr>
              <a:xfrm>
                <a:off x="2972261" y="3689945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7 h 20954"/>
                  <a:gd name="connsiteX2" fmla="*/ 10477 w 20954"/>
                  <a:gd name="connsiteY2" fmla="*/ 20955 h 20954"/>
                  <a:gd name="connsiteX3" fmla="*/ 0 w 20954"/>
                  <a:gd name="connsiteY3" fmla="*/ 10477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AAF4B02E-34F8-5436-A301-C22D06C4D79F}"/>
                  </a:ext>
                </a:extLst>
              </p:cNvPr>
              <p:cNvSpPr/>
              <p:nvPr/>
            </p:nvSpPr>
            <p:spPr>
              <a:xfrm>
                <a:off x="3242759" y="2322319"/>
                <a:ext cx="49589" cy="53728"/>
              </a:xfrm>
              <a:custGeom>
                <a:avLst/>
                <a:gdLst>
                  <a:gd name="connsiteX0" fmla="*/ 10477 w 20954"/>
                  <a:gd name="connsiteY0" fmla="*/ 0 h 20955"/>
                  <a:gd name="connsiteX1" fmla="*/ 20955 w 20954"/>
                  <a:gd name="connsiteY1" fmla="*/ 10477 h 20955"/>
                  <a:gd name="connsiteX2" fmla="*/ 10477 w 20954"/>
                  <a:gd name="connsiteY2" fmla="*/ 20955 h 20955"/>
                  <a:gd name="connsiteX3" fmla="*/ 0 w 20954"/>
                  <a:gd name="connsiteY3" fmla="*/ 10477 h 20955"/>
                  <a:gd name="connsiteX4" fmla="*/ 10477 w 20954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3"/>
                      <a:pt x="16192" y="20955"/>
                      <a:pt x="10477" y="20955"/>
                    </a:cubicBezTo>
                    <a:cubicBezTo>
                      <a:pt x="4763" y="20955"/>
                      <a:pt x="0" y="16193"/>
                      <a:pt x="0" y="10477"/>
                    </a:cubicBezTo>
                    <a:cubicBezTo>
                      <a:pt x="0" y="3810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FC2ED187-8FB6-4DBA-78B8-0396B8A1FC7D}"/>
                  </a:ext>
                </a:extLst>
              </p:cNvPr>
              <p:cNvSpPr/>
              <p:nvPr/>
            </p:nvSpPr>
            <p:spPr>
              <a:xfrm>
                <a:off x="3625962" y="2688648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2382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2857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3A224A9A-9607-0479-453A-9FFBF9403029}"/>
                  </a:ext>
                </a:extLst>
              </p:cNvPr>
              <p:cNvSpPr/>
              <p:nvPr/>
            </p:nvSpPr>
            <p:spPr>
              <a:xfrm>
                <a:off x="3357719" y="2683763"/>
                <a:ext cx="49589" cy="53728"/>
              </a:xfrm>
              <a:custGeom>
                <a:avLst/>
                <a:gdLst>
                  <a:gd name="connsiteX0" fmla="*/ 20955 w 20954"/>
                  <a:gd name="connsiteY0" fmla="*/ 10478 h 20955"/>
                  <a:gd name="connsiteX1" fmla="*/ 10477 w 20954"/>
                  <a:gd name="connsiteY1" fmla="*/ 20955 h 20955"/>
                  <a:gd name="connsiteX2" fmla="*/ 0 w 20954"/>
                  <a:gd name="connsiteY2" fmla="*/ 10478 h 20955"/>
                  <a:gd name="connsiteX3" fmla="*/ 10477 w 20954"/>
                  <a:gd name="connsiteY3" fmla="*/ 0 h 20955"/>
                  <a:gd name="connsiteX4" fmla="*/ 20955 w 20954"/>
                  <a:gd name="connsiteY4" fmla="*/ 10478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598FBDD3-B860-E27D-B6EE-68B7753FCD50}"/>
                  </a:ext>
                </a:extLst>
              </p:cNvPr>
              <p:cNvSpPr/>
              <p:nvPr/>
            </p:nvSpPr>
            <p:spPr>
              <a:xfrm>
                <a:off x="3017344" y="3045207"/>
                <a:ext cx="67624" cy="73266"/>
              </a:xfrm>
              <a:custGeom>
                <a:avLst/>
                <a:gdLst>
                  <a:gd name="connsiteX0" fmla="*/ 28575 w 28575"/>
                  <a:gd name="connsiteY0" fmla="*/ 14287 h 28575"/>
                  <a:gd name="connsiteX1" fmla="*/ 14288 w 28575"/>
                  <a:gd name="connsiteY1" fmla="*/ 28575 h 28575"/>
                  <a:gd name="connsiteX2" fmla="*/ 0 w 28575"/>
                  <a:gd name="connsiteY2" fmla="*/ 14287 h 28575"/>
                  <a:gd name="connsiteX3" fmla="*/ 14288 w 28575"/>
                  <a:gd name="connsiteY3" fmla="*/ 0 h 28575"/>
                  <a:gd name="connsiteX4" fmla="*/ 28575 w 28575"/>
                  <a:gd name="connsiteY4" fmla="*/ 14287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7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7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68E7CE61-EF10-7971-72C9-14B687B752FF}"/>
                  </a:ext>
                </a:extLst>
              </p:cNvPr>
              <p:cNvSpPr/>
              <p:nvPr/>
            </p:nvSpPr>
            <p:spPr>
              <a:xfrm>
                <a:off x="3558338" y="2830295"/>
                <a:ext cx="40575" cy="43957"/>
              </a:xfrm>
              <a:custGeom>
                <a:avLst/>
                <a:gdLst>
                  <a:gd name="connsiteX0" fmla="*/ 8573 w 17145"/>
                  <a:gd name="connsiteY0" fmla="*/ 0 h 17144"/>
                  <a:gd name="connsiteX1" fmla="*/ 17145 w 17145"/>
                  <a:gd name="connsiteY1" fmla="*/ 8573 h 17144"/>
                  <a:gd name="connsiteX2" fmla="*/ 8573 w 17145"/>
                  <a:gd name="connsiteY2" fmla="*/ 17145 h 17144"/>
                  <a:gd name="connsiteX3" fmla="*/ 0 w 17145"/>
                  <a:gd name="connsiteY3" fmla="*/ 8573 h 17144"/>
                  <a:gd name="connsiteX4" fmla="*/ 8573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4763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5EBF399A-DD69-C7A4-DC3D-018A61B3485A}"/>
                  </a:ext>
                </a:extLst>
              </p:cNvPr>
              <p:cNvSpPr/>
              <p:nvPr/>
            </p:nvSpPr>
            <p:spPr>
              <a:xfrm>
                <a:off x="2924923" y="3518992"/>
                <a:ext cx="58605" cy="6349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2 w 24764"/>
                  <a:gd name="connsiteY1" fmla="*/ 24765 h 24764"/>
                  <a:gd name="connsiteX2" fmla="*/ 0 w 24764"/>
                  <a:gd name="connsiteY2" fmla="*/ 12383 h 24764"/>
                  <a:gd name="connsiteX3" fmla="*/ 12382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B9E72904-801B-72B1-52F1-50A96A19E6BF}"/>
                  </a:ext>
                </a:extLst>
              </p:cNvPr>
              <p:cNvSpPr/>
              <p:nvPr/>
            </p:nvSpPr>
            <p:spPr>
              <a:xfrm>
                <a:off x="3463666" y="2796104"/>
                <a:ext cx="45081" cy="48844"/>
              </a:xfrm>
              <a:custGeom>
                <a:avLst/>
                <a:gdLst>
                  <a:gd name="connsiteX0" fmla="*/ 19050 w 19049"/>
                  <a:gd name="connsiteY0" fmla="*/ 9525 h 19050"/>
                  <a:gd name="connsiteX1" fmla="*/ 9525 w 19049"/>
                  <a:gd name="connsiteY1" fmla="*/ 19050 h 19050"/>
                  <a:gd name="connsiteX2" fmla="*/ 0 w 19049"/>
                  <a:gd name="connsiteY2" fmla="*/ 9525 h 19050"/>
                  <a:gd name="connsiteX3" fmla="*/ 9525 w 19049"/>
                  <a:gd name="connsiteY3" fmla="*/ 0 h 19050"/>
                  <a:gd name="connsiteX4" fmla="*/ 19050 w 19049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49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5"/>
                      <a:pt x="4264" y="0"/>
                      <a:pt x="9525" y="0"/>
                    </a:cubicBezTo>
                    <a:cubicBezTo>
                      <a:pt x="14785" y="0"/>
                      <a:pt x="19050" y="4265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BBCF931A-6E21-CDEA-944A-5E0461B38C48}"/>
                  </a:ext>
                </a:extLst>
              </p:cNvPr>
              <p:cNvSpPr/>
              <p:nvPr/>
            </p:nvSpPr>
            <p:spPr>
              <a:xfrm>
                <a:off x="3240504" y="2532348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512B2159-D867-FFE3-AC6D-79D6129D1B34}"/>
                  </a:ext>
                </a:extLst>
              </p:cNvPr>
              <p:cNvSpPr/>
              <p:nvPr/>
            </p:nvSpPr>
            <p:spPr>
              <a:xfrm>
                <a:off x="3148082" y="2432219"/>
                <a:ext cx="58608" cy="63494"/>
              </a:xfrm>
              <a:custGeom>
                <a:avLst/>
                <a:gdLst>
                  <a:gd name="connsiteX0" fmla="*/ 12383 w 24765"/>
                  <a:gd name="connsiteY0" fmla="*/ 0 h 24764"/>
                  <a:gd name="connsiteX1" fmla="*/ 24765 w 24765"/>
                  <a:gd name="connsiteY1" fmla="*/ 12382 h 24764"/>
                  <a:gd name="connsiteX2" fmla="*/ 12383 w 24765"/>
                  <a:gd name="connsiteY2" fmla="*/ 24765 h 24764"/>
                  <a:gd name="connsiteX3" fmla="*/ 0 w 24765"/>
                  <a:gd name="connsiteY3" fmla="*/ 12382 h 24764"/>
                  <a:gd name="connsiteX4" fmla="*/ 12383 w 24765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4345FB24-EA17-E5F8-45E0-C87787053126}"/>
                  </a:ext>
                </a:extLst>
              </p:cNvPr>
              <p:cNvSpPr/>
              <p:nvPr/>
            </p:nvSpPr>
            <p:spPr>
              <a:xfrm>
                <a:off x="3159354" y="2327204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8" y="22860"/>
                      <a:pt x="11430" y="22860"/>
                    </a:cubicBezTo>
                    <a:cubicBezTo>
                      <a:pt x="5715" y="22860"/>
                      <a:pt x="0" y="18097"/>
                      <a:pt x="0" y="11430"/>
                    </a:cubicBezTo>
                    <a:cubicBezTo>
                      <a:pt x="0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3E9418E3-FBC8-8F3B-E321-B6FB239C2AB5}"/>
                  </a:ext>
                </a:extLst>
              </p:cNvPr>
              <p:cNvSpPr/>
              <p:nvPr/>
            </p:nvSpPr>
            <p:spPr>
              <a:xfrm>
                <a:off x="3181896" y="1838766"/>
                <a:ext cx="36064" cy="39075"/>
              </a:xfrm>
              <a:custGeom>
                <a:avLst/>
                <a:gdLst>
                  <a:gd name="connsiteX0" fmla="*/ 15240 w 15239"/>
                  <a:gd name="connsiteY0" fmla="*/ 7620 h 15240"/>
                  <a:gd name="connsiteX1" fmla="*/ 7620 w 15239"/>
                  <a:gd name="connsiteY1" fmla="*/ 15240 h 15240"/>
                  <a:gd name="connsiteX2" fmla="*/ 0 w 15239"/>
                  <a:gd name="connsiteY2" fmla="*/ 7620 h 15240"/>
                  <a:gd name="connsiteX3" fmla="*/ 7620 w 15239"/>
                  <a:gd name="connsiteY3" fmla="*/ 0 h 15240"/>
                  <a:gd name="connsiteX4" fmla="*/ 15240 w 15239"/>
                  <a:gd name="connsiteY4" fmla="*/ 762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812F07A3-F927-7F16-09D4-CB628F31F31E}"/>
                  </a:ext>
                </a:extLst>
              </p:cNvPr>
              <p:cNvSpPr/>
              <p:nvPr/>
            </p:nvSpPr>
            <p:spPr>
              <a:xfrm>
                <a:off x="3477191" y="2586076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952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8E97E3D7-8023-2E95-FBFC-8E9DDC132266}"/>
                  </a:ext>
                </a:extLst>
              </p:cNvPr>
              <p:cNvSpPr/>
              <p:nvPr/>
            </p:nvSpPr>
            <p:spPr>
              <a:xfrm>
                <a:off x="2958736" y="3003691"/>
                <a:ext cx="72130" cy="78147"/>
              </a:xfrm>
              <a:custGeom>
                <a:avLst/>
                <a:gdLst>
                  <a:gd name="connsiteX0" fmla="*/ 15240 w 30479"/>
                  <a:gd name="connsiteY0" fmla="*/ 0 h 30479"/>
                  <a:gd name="connsiteX1" fmla="*/ 30480 w 30479"/>
                  <a:gd name="connsiteY1" fmla="*/ 15240 h 30479"/>
                  <a:gd name="connsiteX2" fmla="*/ 15240 w 30479"/>
                  <a:gd name="connsiteY2" fmla="*/ 30480 h 30479"/>
                  <a:gd name="connsiteX3" fmla="*/ 0 w 30479"/>
                  <a:gd name="connsiteY3" fmla="*/ 15240 h 30479"/>
                  <a:gd name="connsiteX4" fmla="*/ 15240 w 30479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0" y="6667"/>
                      <a:pt x="7620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284378A-629B-A460-DB93-DB5BB2B7AC2E}"/>
                  </a:ext>
                </a:extLst>
              </p:cNvPr>
              <p:cNvSpPr/>
              <p:nvPr/>
            </p:nvSpPr>
            <p:spPr>
              <a:xfrm>
                <a:off x="3578626" y="1963319"/>
                <a:ext cx="31556" cy="34188"/>
              </a:xfrm>
              <a:custGeom>
                <a:avLst/>
                <a:gdLst>
                  <a:gd name="connsiteX0" fmla="*/ 13335 w 13334"/>
                  <a:gd name="connsiteY0" fmla="*/ 6668 h 13334"/>
                  <a:gd name="connsiteX1" fmla="*/ 6668 w 13334"/>
                  <a:gd name="connsiteY1" fmla="*/ 13335 h 13334"/>
                  <a:gd name="connsiteX2" fmla="*/ 0 w 13334"/>
                  <a:gd name="connsiteY2" fmla="*/ 6668 h 13334"/>
                  <a:gd name="connsiteX3" fmla="*/ 6668 w 13334"/>
                  <a:gd name="connsiteY3" fmla="*/ 0 h 13334"/>
                  <a:gd name="connsiteX4" fmla="*/ 13335 w 13334"/>
                  <a:gd name="connsiteY4" fmla="*/ 6668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4">
                    <a:moveTo>
                      <a:pt x="13335" y="6668"/>
                    </a:moveTo>
                    <a:cubicBezTo>
                      <a:pt x="13335" y="10350"/>
                      <a:pt x="10350" y="13335"/>
                      <a:pt x="6668" y="13335"/>
                    </a:cubicBezTo>
                    <a:cubicBezTo>
                      <a:pt x="2985" y="13335"/>
                      <a:pt x="0" y="10350"/>
                      <a:pt x="0" y="6668"/>
                    </a:cubicBezTo>
                    <a:cubicBezTo>
                      <a:pt x="0" y="2985"/>
                      <a:pt x="2985" y="0"/>
                      <a:pt x="6668" y="0"/>
                    </a:cubicBezTo>
                    <a:cubicBezTo>
                      <a:pt x="10350" y="0"/>
                      <a:pt x="13335" y="2985"/>
                      <a:pt x="13335" y="666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C80FE867-0F0B-F7A1-C369-E6D8ECA7F15D}"/>
                  </a:ext>
                </a:extLst>
              </p:cNvPr>
              <p:cNvSpPr/>
              <p:nvPr/>
            </p:nvSpPr>
            <p:spPr>
              <a:xfrm>
                <a:off x="3779244" y="3841361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3" y="0"/>
                      <a:pt x="11430" y="1905"/>
                      <a:pt x="11430" y="5715"/>
                    </a:cubicBezTo>
                    <a:cubicBezTo>
                      <a:pt x="11430" y="8573"/>
                      <a:pt x="9525" y="11430"/>
                      <a:pt x="5715" y="11430"/>
                    </a:cubicBezTo>
                    <a:cubicBezTo>
                      <a:pt x="2858" y="11430"/>
                      <a:pt x="0" y="9525"/>
                      <a:pt x="0" y="5715"/>
                    </a:cubicBezTo>
                    <a:cubicBezTo>
                      <a:pt x="953" y="2858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0DD1C27E-C327-B2E1-8A4D-21ADF7E8E577}"/>
                  </a:ext>
                </a:extLst>
              </p:cNvPr>
              <p:cNvSpPr/>
              <p:nvPr/>
            </p:nvSpPr>
            <p:spPr>
              <a:xfrm>
                <a:off x="3621456" y="3330945"/>
                <a:ext cx="36066" cy="39072"/>
              </a:xfrm>
              <a:custGeom>
                <a:avLst/>
                <a:gdLst>
                  <a:gd name="connsiteX0" fmla="*/ 15240 w 15240"/>
                  <a:gd name="connsiteY0" fmla="*/ 7620 h 15239"/>
                  <a:gd name="connsiteX1" fmla="*/ 7620 w 15240"/>
                  <a:gd name="connsiteY1" fmla="*/ 15240 h 15239"/>
                  <a:gd name="connsiteX2" fmla="*/ 0 w 15240"/>
                  <a:gd name="connsiteY2" fmla="*/ 7620 h 15239"/>
                  <a:gd name="connsiteX3" fmla="*/ 7620 w 15240"/>
                  <a:gd name="connsiteY3" fmla="*/ 0 h 15239"/>
                  <a:gd name="connsiteX4" fmla="*/ 15240 w 15240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2FB21BB0-82E3-A34A-7465-FA7AA4AE0A2E}"/>
                  </a:ext>
                </a:extLst>
              </p:cNvPr>
              <p:cNvSpPr/>
              <p:nvPr/>
            </p:nvSpPr>
            <p:spPr>
              <a:xfrm>
                <a:off x="2951973" y="2879139"/>
                <a:ext cx="72130" cy="78150"/>
              </a:xfrm>
              <a:custGeom>
                <a:avLst/>
                <a:gdLst>
                  <a:gd name="connsiteX0" fmla="*/ 15240 w 30479"/>
                  <a:gd name="connsiteY0" fmla="*/ 0 h 30480"/>
                  <a:gd name="connsiteX1" fmla="*/ 30480 w 30479"/>
                  <a:gd name="connsiteY1" fmla="*/ 15240 h 30480"/>
                  <a:gd name="connsiteX2" fmla="*/ 15240 w 30479"/>
                  <a:gd name="connsiteY2" fmla="*/ 30480 h 30480"/>
                  <a:gd name="connsiteX3" fmla="*/ 0 w 30479"/>
                  <a:gd name="connsiteY3" fmla="*/ 15240 h 30480"/>
                  <a:gd name="connsiteX4" fmla="*/ 15240 w 30479"/>
                  <a:gd name="connsiteY4" fmla="*/ 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15240" y="0"/>
                    </a:moveTo>
                    <a:cubicBezTo>
                      <a:pt x="23813" y="0"/>
                      <a:pt x="30480" y="6668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0" y="6668"/>
                      <a:pt x="6667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807EFC32-23AF-29CC-56EE-5A019C3F794D}"/>
                  </a:ext>
                </a:extLst>
              </p:cNvPr>
              <p:cNvSpPr/>
              <p:nvPr/>
            </p:nvSpPr>
            <p:spPr>
              <a:xfrm>
                <a:off x="2940703" y="2551885"/>
                <a:ext cx="72130" cy="78150"/>
              </a:xfrm>
              <a:custGeom>
                <a:avLst/>
                <a:gdLst>
                  <a:gd name="connsiteX0" fmla="*/ 30480 w 30479"/>
                  <a:gd name="connsiteY0" fmla="*/ 15240 h 30480"/>
                  <a:gd name="connsiteX1" fmla="*/ 15240 w 30479"/>
                  <a:gd name="connsiteY1" fmla="*/ 30480 h 30480"/>
                  <a:gd name="connsiteX2" fmla="*/ 0 w 30479"/>
                  <a:gd name="connsiteY2" fmla="*/ 15240 h 30480"/>
                  <a:gd name="connsiteX3" fmla="*/ 15240 w 30479"/>
                  <a:gd name="connsiteY3" fmla="*/ 0 h 30480"/>
                  <a:gd name="connsiteX4" fmla="*/ 30480 w 30479"/>
                  <a:gd name="connsiteY4" fmla="*/ 1524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779F3C25-C731-EA01-AFBF-58CE931D96ED}"/>
                  </a:ext>
                </a:extLst>
              </p:cNvPr>
              <p:cNvSpPr/>
              <p:nvPr/>
            </p:nvSpPr>
            <p:spPr>
              <a:xfrm>
                <a:off x="3569609" y="3155105"/>
                <a:ext cx="40575" cy="43959"/>
              </a:xfrm>
              <a:custGeom>
                <a:avLst/>
                <a:gdLst>
                  <a:gd name="connsiteX0" fmla="*/ 8573 w 17145"/>
                  <a:gd name="connsiteY0" fmla="*/ 0 h 17145"/>
                  <a:gd name="connsiteX1" fmla="*/ 17145 w 17145"/>
                  <a:gd name="connsiteY1" fmla="*/ 8573 h 17145"/>
                  <a:gd name="connsiteX2" fmla="*/ 8573 w 17145"/>
                  <a:gd name="connsiteY2" fmla="*/ 17145 h 17145"/>
                  <a:gd name="connsiteX3" fmla="*/ 0 w 17145"/>
                  <a:gd name="connsiteY3" fmla="*/ 8573 h 17145"/>
                  <a:gd name="connsiteX4" fmla="*/ 8573 w 17145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C7B9FF8C-7243-4E7A-4390-B0613A17A44D}"/>
                  </a:ext>
                </a:extLst>
              </p:cNvPr>
              <p:cNvSpPr/>
              <p:nvPr/>
            </p:nvSpPr>
            <p:spPr>
              <a:xfrm>
                <a:off x="3350613" y="2166019"/>
                <a:ext cx="40918" cy="43959"/>
              </a:xfrm>
              <a:custGeom>
                <a:avLst/>
                <a:gdLst>
                  <a:gd name="connsiteX0" fmla="*/ 8718 w 17290"/>
                  <a:gd name="connsiteY0" fmla="*/ 0 h 17145"/>
                  <a:gd name="connsiteX1" fmla="*/ 17291 w 17290"/>
                  <a:gd name="connsiteY1" fmla="*/ 8573 h 17145"/>
                  <a:gd name="connsiteX2" fmla="*/ 8718 w 17290"/>
                  <a:gd name="connsiteY2" fmla="*/ 17145 h 17145"/>
                  <a:gd name="connsiteX3" fmla="*/ 146 w 17290"/>
                  <a:gd name="connsiteY3" fmla="*/ 8573 h 17145"/>
                  <a:gd name="connsiteX4" fmla="*/ 8718 w 17290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90" h="17145">
                    <a:moveTo>
                      <a:pt x="8718" y="0"/>
                    </a:moveTo>
                    <a:cubicBezTo>
                      <a:pt x="13481" y="0"/>
                      <a:pt x="17291" y="3810"/>
                      <a:pt x="17291" y="8573"/>
                    </a:cubicBezTo>
                    <a:cubicBezTo>
                      <a:pt x="17291" y="13335"/>
                      <a:pt x="13481" y="17145"/>
                      <a:pt x="8718" y="17145"/>
                    </a:cubicBezTo>
                    <a:cubicBezTo>
                      <a:pt x="3956" y="17145"/>
                      <a:pt x="146" y="13335"/>
                      <a:pt x="146" y="8573"/>
                    </a:cubicBezTo>
                    <a:cubicBezTo>
                      <a:pt x="-807" y="3810"/>
                      <a:pt x="3003" y="0"/>
                      <a:pt x="871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A51167BD-D14D-33B3-FBFD-7783DB48A921}"/>
                  </a:ext>
                </a:extLst>
              </p:cNvPr>
              <p:cNvSpPr/>
              <p:nvPr/>
            </p:nvSpPr>
            <p:spPr>
              <a:xfrm>
                <a:off x="3650759" y="3518992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7 h 13335"/>
                  <a:gd name="connsiteX2" fmla="*/ 6667 w 13334"/>
                  <a:gd name="connsiteY2" fmla="*/ 13335 h 13335"/>
                  <a:gd name="connsiteX3" fmla="*/ 0 w 13334"/>
                  <a:gd name="connsiteY3" fmla="*/ 6667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8" y="0"/>
                      <a:pt x="13335" y="2858"/>
                      <a:pt x="13335" y="6667"/>
                    </a:cubicBezTo>
                    <a:cubicBezTo>
                      <a:pt x="13335" y="10477"/>
                      <a:pt x="10478" y="13335"/>
                      <a:pt x="6667" y="13335"/>
                    </a:cubicBez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0" y="3810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700AC313-08E5-4645-0735-90D965857C1B}"/>
                  </a:ext>
                </a:extLst>
              </p:cNvPr>
              <p:cNvSpPr/>
              <p:nvPr/>
            </p:nvSpPr>
            <p:spPr>
              <a:xfrm>
                <a:off x="3019597" y="4173499"/>
                <a:ext cx="31558" cy="34188"/>
              </a:xfrm>
              <a:custGeom>
                <a:avLst/>
                <a:gdLst>
                  <a:gd name="connsiteX0" fmla="*/ 6667 w 13335"/>
                  <a:gd name="connsiteY0" fmla="*/ 0 h 13334"/>
                  <a:gd name="connsiteX1" fmla="*/ 13335 w 13335"/>
                  <a:gd name="connsiteY1" fmla="*/ 6667 h 13334"/>
                  <a:gd name="connsiteX2" fmla="*/ 6667 w 13335"/>
                  <a:gd name="connsiteY2" fmla="*/ 13335 h 13334"/>
                  <a:gd name="connsiteX3" fmla="*/ 0 w 13335"/>
                  <a:gd name="connsiteY3" fmla="*/ 6667 h 13334"/>
                  <a:gd name="connsiteX4" fmla="*/ 6667 w 13335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4">
                    <a:moveTo>
                      <a:pt x="6667" y="0"/>
                    </a:moveTo>
                    <a:cubicBezTo>
                      <a:pt x="10477" y="0"/>
                      <a:pt x="13335" y="2857"/>
                      <a:pt x="13335" y="6667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0" y="2857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6E3A8432-7075-4310-CE8B-30D9D6290D76}"/>
                  </a:ext>
                </a:extLst>
              </p:cNvPr>
              <p:cNvSpPr/>
              <p:nvPr/>
            </p:nvSpPr>
            <p:spPr>
              <a:xfrm>
                <a:off x="3139068" y="2158694"/>
                <a:ext cx="49589" cy="53728"/>
              </a:xfrm>
              <a:custGeom>
                <a:avLst/>
                <a:gdLst>
                  <a:gd name="connsiteX0" fmla="*/ 20955 w 20954"/>
                  <a:gd name="connsiteY0" fmla="*/ 10478 h 20955"/>
                  <a:gd name="connsiteX1" fmla="*/ 10478 w 20954"/>
                  <a:gd name="connsiteY1" fmla="*/ 20955 h 20955"/>
                  <a:gd name="connsiteX2" fmla="*/ 0 w 20954"/>
                  <a:gd name="connsiteY2" fmla="*/ 10478 h 20955"/>
                  <a:gd name="connsiteX3" fmla="*/ 10478 w 20954"/>
                  <a:gd name="connsiteY3" fmla="*/ 0 h 20955"/>
                  <a:gd name="connsiteX4" fmla="*/ 20955 w 20954"/>
                  <a:gd name="connsiteY4" fmla="*/ 10478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CEC57551-B103-AFE5-3BFF-F6A4812060E9}"/>
                  </a:ext>
                </a:extLst>
              </p:cNvPr>
              <p:cNvSpPr/>
              <p:nvPr/>
            </p:nvSpPr>
            <p:spPr>
              <a:xfrm>
                <a:off x="2913653" y="2173347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4ED0DF16-B74D-5FFE-BFF3-9ED77EF8D346}"/>
                  </a:ext>
                </a:extLst>
              </p:cNvPr>
              <p:cNvSpPr/>
              <p:nvPr/>
            </p:nvSpPr>
            <p:spPr>
              <a:xfrm>
                <a:off x="3175135" y="2380932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7"/>
                      <a:pt x="18098" y="22860"/>
                      <a:pt x="11430" y="22860"/>
                    </a:cubicBezTo>
                    <a:cubicBezTo>
                      <a:pt x="4763" y="22860"/>
                      <a:pt x="0" y="18097"/>
                      <a:pt x="0" y="11430"/>
                    </a:cubicBezTo>
                    <a:cubicBezTo>
                      <a:pt x="0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232DC739-C03E-4217-99B5-DC3CBD4576E0}"/>
                  </a:ext>
                </a:extLst>
              </p:cNvPr>
              <p:cNvSpPr/>
              <p:nvPr/>
            </p:nvSpPr>
            <p:spPr>
              <a:xfrm>
                <a:off x="3019597" y="2151366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8"/>
                      <a:pt x="18098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C7149411-2C9F-9962-11E9-6F9DE61B8C2A}"/>
                  </a:ext>
                </a:extLst>
              </p:cNvPr>
              <p:cNvSpPr/>
              <p:nvPr/>
            </p:nvSpPr>
            <p:spPr>
              <a:xfrm>
                <a:off x="3914493" y="3619120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3" y="0"/>
                      <a:pt x="11430" y="2858"/>
                      <a:pt x="11430" y="5715"/>
                    </a:cubicBezTo>
                    <a:cubicBezTo>
                      <a:pt x="11430" y="8573"/>
                      <a:pt x="8573" y="11430"/>
                      <a:pt x="5715" y="11430"/>
                    </a:cubicBezTo>
                    <a:cubicBezTo>
                      <a:pt x="2858" y="11430"/>
                      <a:pt x="0" y="8573"/>
                      <a:pt x="0" y="5715"/>
                    </a:cubicBezTo>
                    <a:cubicBezTo>
                      <a:pt x="0" y="2858"/>
                      <a:pt x="1905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00D674B7-48EC-5856-95B7-D35C90CAD5C4}"/>
                  </a:ext>
                </a:extLst>
              </p:cNvPr>
              <p:cNvSpPr/>
              <p:nvPr/>
            </p:nvSpPr>
            <p:spPr>
              <a:xfrm>
                <a:off x="3515219" y="2886464"/>
                <a:ext cx="40863" cy="43959"/>
              </a:xfrm>
              <a:custGeom>
                <a:avLst/>
                <a:gdLst>
                  <a:gd name="connsiteX0" fmla="*/ 8695 w 17267"/>
                  <a:gd name="connsiteY0" fmla="*/ 0 h 17145"/>
                  <a:gd name="connsiteX1" fmla="*/ 17268 w 17267"/>
                  <a:gd name="connsiteY1" fmla="*/ 8573 h 17145"/>
                  <a:gd name="connsiteX2" fmla="*/ 8695 w 17267"/>
                  <a:gd name="connsiteY2" fmla="*/ 17145 h 17145"/>
                  <a:gd name="connsiteX3" fmla="*/ 123 w 17267"/>
                  <a:gd name="connsiteY3" fmla="*/ 8573 h 17145"/>
                  <a:gd name="connsiteX4" fmla="*/ 8695 w 17267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67" h="17145">
                    <a:moveTo>
                      <a:pt x="8695" y="0"/>
                    </a:moveTo>
                    <a:cubicBezTo>
                      <a:pt x="13458" y="0"/>
                      <a:pt x="17268" y="3810"/>
                      <a:pt x="17268" y="8573"/>
                    </a:cubicBezTo>
                    <a:cubicBezTo>
                      <a:pt x="17268" y="13335"/>
                      <a:pt x="13458" y="17145"/>
                      <a:pt x="8695" y="17145"/>
                    </a:cubicBezTo>
                    <a:cubicBezTo>
                      <a:pt x="3933" y="17145"/>
                      <a:pt x="123" y="13335"/>
                      <a:pt x="123" y="8573"/>
                    </a:cubicBezTo>
                    <a:cubicBezTo>
                      <a:pt x="-830" y="3810"/>
                      <a:pt x="3933" y="0"/>
                      <a:pt x="869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5F2C75AD-A8AB-1423-75C9-803DFD236AFE}"/>
                  </a:ext>
                </a:extLst>
              </p:cNvPr>
              <p:cNvSpPr/>
              <p:nvPr/>
            </p:nvSpPr>
            <p:spPr>
              <a:xfrm>
                <a:off x="3287842" y="4156402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9525" y="0"/>
                      <a:pt x="11430" y="2858"/>
                      <a:pt x="11430" y="5715"/>
                    </a:cubicBezTo>
                    <a:cubicBezTo>
                      <a:pt x="11430" y="9525"/>
                      <a:pt x="8573" y="11430"/>
                      <a:pt x="5715" y="11430"/>
                    </a:cubicBezTo>
                    <a:cubicBezTo>
                      <a:pt x="1905" y="11430"/>
                      <a:pt x="0" y="8573"/>
                      <a:pt x="0" y="5715"/>
                    </a:cubicBezTo>
                    <a:cubicBezTo>
                      <a:pt x="0" y="2858"/>
                      <a:pt x="2857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A7C5A136-81A8-A467-208F-351002B24C6C}"/>
                  </a:ext>
                </a:extLst>
              </p:cNvPr>
              <p:cNvSpPr/>
              <p:nvPr/>
            </p:nvSpPr>
            <p:spPr>
              <a:xfrm>
                <a:off x="2949720" y="3199067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8 w 28575"/>
                  <a:gd name="connsiteY1" fmla="*/ 28575 h 28575"/>
                  <a:gd name="connsiteX2" fmla="*/ 0 w 28575"/>
                  <a:gd name="connsiteY2" fmla="*/ 14288 h 28575"/>
                  <a:gd name="connsiteX3" fmla="*/ 14288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327C514C-52DF-2062-2E4D-841DB3EEA74E}"/>
                  </a:ext>
                </a:extLst>
              </p:cNvPr>
              <p:cNvSpPr/>
              <p:nvPr/>
            </p:nvSpPr>
            <p:spPr>
              <a:xfrm>
                <a:off x="3950562" y="3057417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2" y="0"/>
                      <a:pt x="11430" y="2858"/>
                      <a:pt x="11430" y="5715"/>
                    </a:cubicBezTo>
                    <a:cubicBezTo>
                      <a:pt x="11430" y="8573"/>
                      <a:pt x="8572" y="11430"/>
                      <a:pt x="5715" y="11430"/>
                    </a:cubicBezTo>
                    <a:cubicBezTo>
                      <a:pt x="2858" y="11430"/>
                      <a:pt x="0" y="8573"/>
                      <a:pt x="0" y="5715"/>
                    </a:cubicBezTo>
                    <a:cubicBezTo>
                      <a:pt x="0" y="2858"/>
                      <a:pt x="1905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A741556-357F-2F9A-CF9C-257D9615EA40}"/>
                  </a:ext>
                </a:extLst>
              </p:cNvPr>
              <p:cNvSpPr/>
              <p:nvPr/>
            </p:nvSpPr>
            <p:spPr>
              <a:xfrm>
                <a:off x="3332572" y="1743522"/>
                <a:ext cx="31908" cy="34191"/>
              </a:xfrm>
              <a:custGeom>
                <a:avLst/>
                <a:gdLst>
                  <a:gd name="connsiteX0" fmla="*/ 6816 w 13483"/>
                  <a:gd name="connsiteY0" fmla="*/ 0 h 13335"/>
                  <a:gd name="connsiteX1" fmla="*/ 13483 w 13483"/>
                  <a:gd name="connsiteY1" fmla="*/ 6667 h 13335"/>
                  <a:gd name="connsiteX2" fmla="*/ 6816 w 13483"/>
                  <a:gd name="connsiteY2" fmla="*/ 13335 h 13335"/>
                  <a:gd name="connsiteX3" fmla="*/ 148 w 13483"/>
                  <a:gd name="connsiteY3" fmla="*/ 6667 h 13335"/>
                  <a:gd name="connsiteX4" fmla="*/ 6816 w 13483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3" h="13335">
                    <a:moveTo>
                      <a:pt x="6816" y="0"/>
                    </a:moveTo>
                    <a:cubicBezTo>
                      <a:pt x="10626" y="0"/>
                      <a:pt x="13483" y="2858"/>
                      <a:pt x="13483" y="6667"/>
                    </a:cubicBezTo>
                    <a:cubicBezTo>
                      <a:pt x="13483" y="10477"/>
                      <a:pt x="10626" y="13335"/>
                      <a:pt x="6816" y="13335"/>
                    </a:cubicBezTo>
                    <a:cubicBezTo>
                      <a:pt x="3005" y="13335"/>
                      <a:pt x="148" y="10477"/>
                      <a:pt x="148" y="6667"/>
                    </a:cubicBezTo>
                    <a:cubicBezTo>
                      <a:pt x="-804" y="3810"/>
                      <a:pt x="3005" y="0"/>
                      <a:pt x="681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FE3E145D-0515-0A2F-DCB3-F48CBCF1D0C2}"/>
                  </a:ext>
                </a:extLst>
              </p:cNvPr>
              <p:cNvSpPr/>
              <p:nvPr/>
            </p:nvSpPr>
            <p:spPr>
              <a:xfrm>
                <a:off x="3296859" y="1985297"/>
                <a:ext cx="40572" cy="43957"/>
              </a:xfrm>
              <a:custGeom>
                <a:avLst/>
                <a:gdLst>
                  <a:gd name="connsiteX0" fmla="*/ 8572 w 17144"/>
                  <a:gd name="connsiteY0" fmla="*/ 0 h 17144"/>
                  <a:gd name="connsiteX1" fmla="*/ 17145 w 17144"/>
                  <a:gd name="connsiteY1" fmla="*/ 8572 h 17144"/>
                  <a:gd name="connsiteX2" fmla="*/ 8572 w 17144"/>
                  <a:gd name="connsiteY2" fmla="*/ 17145 h 17144"/>
                  <a:gd name="connsiteX3" fmla="*/ 0 w 17144"/>
                  <a:gd name="connsiteY3" fmla="*/ 8572 h 17144"/>
                  <a:gd name="connsiteX4" fmla="*/ 8572 w 17144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4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952" y="3810"/>
                      <a:pt x="4763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BEDECFB8-3801-BF26-5C88-E49487757A0D}"/>
                  </a:ext>
                </a:extLst>
              </p:cNvPr>
              <p:cNvSpPr/>
              <p:nvPr/>
            </p:nvSpPr>
            <p:spPr>
              <a:xfrm>
                <a:off x="3312636" y="2979270"/>
                <a:ext cx="49589" cy="53726"/>
              </a:xfrm>
              <a:custGeom>
                <a:avLst/>
                <a:gdLst>
                  <a:gd name="connsiteX0" fmla="*/ 20955 w 20954"/>
                  <a:gd name="connsiteY0" fmla="*/ 10478 h 20954"/>
                  <a:gd name="connsiteX1" fmla="*/ 10477 w 20954"/>
                  <a:gd name="connsiteY1" fmla="*/ 20955 h 20954"/>
                  <a:gd name="connsiteX2" fmla="*/ 0 w 20954"/>
                  <a:gd name="connsiteY2" fmla="*/ 10478 h 20954"/>
                  <a:gd name="connsiteX3" fmla="*/ 10477 w 20954"/>
                  <a:gd name="connsiteY3" fmla="*/ 0 h 20954"/>
                  <a:gd name="connsiteX4" fmla="*/ 20955 w 20954"/>
                  <a:gd name="connsiteY4" fmla="*/ 10478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DB5BD29C-9CAB-6862-0E32-E15B9CD740A7}"/>
                  </a:ext>
                </a:extLst>
              </p:cNvPr>
              <p:cNvSpPr/>
              <p:nvPr/>
            </p:nvSpPr>
            <p:spPr>
              <a:xfrm>
                <a:off x="3427597" y="3697273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2857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0C8AABB6-8C13-4FE1-8A19-9C9C5B055232}"/>
                  </a:ext>
                </a:extLst>
              </p:cNvPr>
              <p:cNvSpPr/>
              <p:nvPr/>
            </p:nvSpPr>
            <p:spPr>
              <a:xfrm>
                <a:off x="3488460" y="2024372"/>
                <a:ext cx="36064" cy="39075"/>
              </a:xfrm>
              <a:custGeom>
                <a:avLst/>
                <a:gdLst>
                  <a:gd name="connsiteX0" fmla="*/ 7620 w 15239"/>
                  <a:gd name="connsiteY0" fmla="*/ 0 h 15240"/>
                  <a:gd name="connsiteX1" fmla="*/ 15240 w 15239"/>
                  <a:gd name="connsiteY1" fmla="*/ 7620 h 15240"/>
                  <a:gd name="connsiteX2" fmla="*/ 7620 w 15239"/>
                  <a:gd name="connsiteY2" fmla="*/ 15240 h 15240"/>
                  <a:gd name="connsiteX3" fmla="*/ 0 w 15239"/>
                  <a:gd name="connsiteY3" fmla="*/ 7620 h 15240"/>
                  <a:gd name="connsiteX4" fmla="*/ 7620 w 15239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2858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3157A067-6D51-ED8A-A422-4B99E0E30701}"/>
                  </a:ext>
                </a:extLst>
              </p:cNvPr>
              <p:cNvSpPr/>
              <p:nvPr/>
            </p:nvSpPr>
            <p:spPr>
              <a:xfrm>
                <a:off x="3030869" y="3484801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0B0B7A46-C285-A6DA-023C-70EF06EA33BC}"/>
                  </a:ext>
                </a:extLst>
              </p:cNvPr>
              <p:cNvSpPr/>
              <p:nvPr/>
            </p:nvSpPr>
            <p:spPr>
              <a:xfrm>
                <a:off x="3254029" y="2881582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7"/>
                      <a:pt x="18098" y="22860"/>
                      <a:pt x="11430" y="22860"/>
                    </a:cubicBezTo>
                    <a:cubicBezTo>
                      <a:pt x="4763" y="22860"/>
                      <a:pt x="0" y="18097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CD12CB97-BA39-699A-4A86-18FD39DDBC2F}"/>
                  </a:ext>
                </a:extLst>
              </p:cNvPr>
              <p:cNvSpPr/>
              <p:nvPr/>
            </p:nvSpPr>
            <p:spPr>
              <a:xfrm>
                <a:off x="2965498" y="2608057"/>
                <a:ext cx="72133" cy="78150"/>
              </a:xfrm>
              <a:custGeom>
                <a:avLst/>
                <a:gdLst>
                  <a:gd name="connsiteX0" fmla="*/ 15240 w 30480"/>
                  <a:gd name="connsiteY0" fmla="*/ 0 h 30480"/>
                  <a:gd name="connsiteX1" fmla="*/ 30480 w 30480"/>
                  <a:gd name="connsiteY1" fmla="*/ 15240 h 30480"/>
                  <a:gd name="connsiteX2" fmla="*/ 15240 w 30480"/>
                  <a:gd name="connsiteY2" fmla="*/ 30480 h 30480"/>
                  <a:gd name="connsiteX3" fmla="*/ 0 w 30480"/>
                  <a:gd name="connsiteY3" fmla="*/ 15240 h 30480"/>
                  <a:gd name="connsiteX4" fmla="*/ 15240 w 30480"/>
                  <a:gd name="connsiteY4" fmla="*/ 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30480">
                    <a:moveTo>
                      <a:pt x="15240" y="0"/>
                    </a:moveTo>
                    <a:cubicBezTo>
                      <a:pt x="23813" y="0"/>
                      <a:pt x="30480" y="6668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8" y="30480"/>
                      <a:pt x="0" y="23813"/>
                      <a:pt x="0" y="15240"/>
                    </a:cubicBezTo>
                    <a:cubicBezTo>
                      <a:pt x="0" y="6668"/>
                      <a:pt x="6668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4B99EBA7-44E6-4888-DFE5-AAB24F277F59}"/>
                  </a:ext>
                </a:extLst>
              </p:cNvPr>
              <p:cNvSpPr/>
              <p:nvPr/>
            </p:nvSpPr>
            <p:spPr>
              <a:xfrm>
                <a:off x="3211201" y="2605613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39A39E46-A282-FB30-E417-B1CB28AC2465}"/>
                  </a:ext>
                </a:extLst>
              </p:cNvPr>
              <p:cNvSpPr/>
              <p:nvPr/>
            </p:nvSpPr>
            <p:spPr>
              <a:xfrm>
                <a:off x="3078205" y="3291870"/>
                <a:ext cx="58605" cy="6349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2 w 24764"/>
                  <a:gd name="connsiteY1" fmla="*/ 24765 h 24764"/>
                  <a:gd name="connsiteX2" fmla="*/ 0 w 24764"/>
                  <a:gd name="connsiteY2" fmla="*/ 12383 h 24764"/>
                  <a:gd name="connsiteX3" fmla="*/ 12382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7F2D396F-BE45-81DE-0E40-47C9BD9AA612}"/>
                  </a:ext>
                </a:extLst>
              </p:cNvPr>
              <p:cNvSpPr/>
              <p:nvPr/>
            </p:nvSpPr>
            <p:spPr>
              <a:xfrm>
                <a:off x="3202184" y="3543414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4"/>
                      <a:pt x="4264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CA55BD4-96FA-9D92-1F75-7C1998411118}"/>
                  </a:ext>
                </a:extLst>
              </p:cNvPr>
              <p:cNvSpPr/>
              <p:nvPr/>
            </p:nvSpPr>
            <p:spPr>
              <a:xfrm>
                <a:off x="2967753" y="1648275"/>
                <a:ext cx="36064" cy="39075"/>
              </a:xfrm>
              <a:custGeom>
                <a:avLst/>
                <a:gdLst>
                  <a:gd name="connsiteX0" fmla="*/ 15240 w 15239"/>
                  <a:gd name="connsiteY0" fmla="*/ 7620 h 15240"/>
                  <a:gd name="connsiteX1" fmla="*/ 7620 w 15239"/>
                  <a:gd name="connsiteY1" fmla="*/ 15240 h 15240"/>
                  <a:gd name="connsiteX2" fmla="*/ 0 w 15239"/>
                  <a:gd name="connsiteY2" fmla="*/ 7620 h 15240"/>
                  <a:gd name="connsiteX3" fmla="*/ 7620 w 15239"/>
                  <a:gd name="connsiteY3" fmla="*/ 0 h 15240"/>
                  <a:gd name="connsiteX4" fmla="*/ 15240 w 15239"/>
                  <a:gd name="connsiteY4" fmla="*/ 762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AFE63683-21A0-5C68-FE98-7D210AD036EF}"/>
                  </a:ext>
                </a:extLst>
              </p:cNvPr>
              <p:cNvSpPr/>
              <p:nvPr/>
            </p:nvSpPr>
            <p:spPr>
              <a:xfrm>
                <a:off x="3003819" y="3370020"/>
                <a:ext cx="58605" cy="63494"/>
              </a:xfrm>
              <a:custGeom>
                <a:avLst/>
                <a:gdLst>
                  <a:gd name="connsiteX0" fmla="*/ 24765 w 24764"/>
                  <a:gd name="connsiteY0" fmla="*/ 12382 h 24764"/>
                  <a:gd name="connsiteX1" fmla="*/ 12382 w 24764"/>
                  <a:gd name="connsiteY1" fmla="*/ 24765 h 24764"/>
                  <a:gd name="connsiteX2" fmla="*/ 0 w 24764"/>
                  <a:gd name="connsiteY2" fmla="*/ 12382 h 24764"/>
                  <a:gd name="connsiteX3" fmla="*/ 12382 w 24764"/>
                  <a:gd name="connsiteY3" fmla="*/ 0 h 24764"/>
                  <a:gd name="connsiteX4" fmla="*/ 24765 w 24764"/>
                  <a:gd name="connsiteY4" fmla="*/ 12382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2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2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079E17C5-F6AD-F032-DB02-B44AFD49109F}"/>
                  </a:ext>
                </a:extLst>
              </p:cNvPr>
              <p:cNvSpPr/>
              <p:nvPr/>
            </p:nvSpPr>
            <p:spPr>
              <a:xfrm>
                <a:off x="3605676" y="3052535"/>
                <a:ext cx="40575" cy="43959"/>
              </a:xfrm>
              <a:custGeom>
                <a:avLst/>
                <a:gdLst>
                  <a:gd name="connsiteX0" fmla="*/ 17145 w 17145"/>
                  <a:gd name="connsiteY0" fmla="*/ 8573 h 17145"/>
                  <a:gd name="connsiteX1" fmla="*/ 8573 w 17145"/>
                  <a:gd name="connsiteY1" fmla="*/ 17145 h 17145"/>
                  <a:gd name="connsiteX2" fmla="*/ 0 w 17145"/>
                  <a:gd name="connsiteY2" fmla="*/ 8573 h 17145"/>
                  <a:gd name="connsiteX3" fmla="*/ 8573 w 17145"/>
                  <a:gd name="connsiteY3" fmla="*/ 0 h 17145"/>
                  <a:gd name="connsiteX4" fmla="*/ 17145 w 17145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01C6E9BD-079F-45D0-A263-F4E17A1AD41F}"/>
                  </a:ext>
                </a:extLst>
              </p:cNvPr>
              <p:cNvSpPr/>
              <p:nvPr/>
            </p:nvSpPr>
            <p:spPr>
              <a:xfrm>
                <a:off x="3060172" y="2104966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8 h 20954"/>
                  <a:gd name="connsiteX2" fmla="*/ 10477 w 20954"/>
                  <a:gd name="connsiteY2" fmla="*/ 20955 h 20954"/>
                  <a:gd name="connsiteX3" fmla="*/ 0 w 20954"/>
                  <a:gd name="connsiteY3" fmla="*/ 10478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8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8"/>
                    </a:cubicBezTo>
                    <a:cubicBezTo>
                      <a:pt x="0" y="4763"/>
                      <a:pt x="3810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C5215365-087C-EEFE-ECB5-FA42FB2A4388}"/>
                  </a:ext>
                </a:extLst>
              </p:cNvPr>
              <p:cNvSpPr/>
              <p:nvPr/>
            </p:nvSpPr>
            <p:spPr>
              <a:xfrm>
                <a:off x="3465919" y="3457939"/>
                <a:ext cx="40572" cy="43959"/>
              </a:xfrm>
              <a:custGeom>
                <a:avLst/>
                <a:gdLst>
                  <a:gd name="connsiteX0" fmla="*/ 17145 w 17144"/>
                  <a:gd name="connsiteY0" fmla="*/ 8573 h 17145"/>
                  <a:gd name="connsiteX1" fmla="*/ 8573 w 17144"/>
                  <a:gd name="connsiteY1" fmla="*/ 17145 h 17145"/>
                  <a:gd name="connsiteX2" fmla="*/ 0 w 17144"/>
                  <a:gd name="connsiteY2" fmla="*/ 8573 h 17145"/>
                  <a:gd name="connsiteX3" fmla="*/ 8573 w 17144"/>
                  <a:gd name="connsiteY3" fmla="*/ 0 h 17145"/>
                  <a:gd name="connsiteX4" fmla="*/ 17145 w 17144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B90289AE-6D7F-8EF1-77EB-9FD85812D707}"/>
                  </a:ext>
                </a:extLst>
              </p:cNvPr>
              <p:cNvSpPr/>
              <p:nvPr/>
            </p:nvSpPr>
            <p:spPr>
              <a:xfrm>
                <a:off x="3118780" y="3880436"/>
                <a:ext cx="40572" cy="43957"/>
              </a:xfrm>
              <a:custGeom>
                <a:avLst/>
                <a:gdLst>
                  <a:gd name="connsiteX0" fmla="*/ 8573 w 17144"/>
                  <a:gd name="connsiteY0" fmla="*/ 0 h 17144"/>
                  <a:gd name="connsiteX1" fmla="*/ 17145 w 17144"/>
                  <a:gd name="connsiteY1" fmla="*/ 8572 h 17144"/>
                  <a:gd name="connsiteX2" fmla="*/ 8573 w 17144"/>
                  <a:gd name="connsiteY2" fmla="*/ 17145 h 17144"/>
                  <a:gd name="connsiteX3" fmla="*/ 0 w 17144"/>
                  <a:gd name="connsiteY3" fmla="*/ 8572 h 17144"/>
                  <a:gd name="connsiteX4" fmla="*/ 8573 w 17144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952" y="3810"/>
                      <a:pt x="4763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5839D4C7-2669-54BE-0512-C49973210EBC}"/>
                  </a:ext>
                </a:extLst>
              </p:cNvPr>
              <p:cNvSpPr/>
              <p:nvPr/>
            </p:nvSpPr>
            <p:spPr>
              <a:xfrm>
                <a:off x="3341942" y="3643542"/>
                <a:ext cx="40572" cy="43959"/>
              </a:xfrm>
              <a:custGeom>
                <a:avLst/>
                <a:gdLst>
                  <a:gd name="connsiteX0" fmla="*/ 8572 w 17144"/>
                  <a:gd name="connsiteY0" fmla="*/ 0 h 17145"/>
                  <a:gd name="connsiteX1" fmla="*/ 17145 w 17144"/>
                  <a:gd name="connsiteY1" fmla="*/ 8573 h 17145"/>
                  <a:gd name="connsiteX2" fmla="*/ 8572 w 17144"/>
                  <a:gd name="connsiteY2" fmla="*/ 17145 h 17145"/>
                  <a:gd name="connsiteX3" fmla="*/ 0 w 17144"/>
                  <a:gd name="connsiteY3" fmla="*/ 8573 h 17145"/>
                  <a:gd name="connsiteX4" fmla="*/ 8572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F11EC116-FDCB-E53C-F7A9-3752C856F956}"/>
                  </a:ext>
                </a:extLst>
              </p:cNvPr>
              <p:cNvSpPr/>
              <p:nvPr/>
            </p:nvSpPr>
            <p:spPr>
              <a:xfrm>
                <a:off x="3021850" y="3904858"/>
                <a:ext cx="40575" cy="43957"/>
              </a:xfrm>
              <a:custGeom>
                <a:avLst/>
                <a:gdLst>
                  <a:gd name="connsiteX0" fmla="*/ 8573 w 17145"/>
                  <a:gd name="connsiteY0" fmla="*/ 0 h 17144"/>
                  <a:gd name="connsiteX1" fmla="*/ 17145 w 17145"/>
                  <a:gd name="connsiteY1" fmla="*/ 8572 h 17144"/>
                  <a:gd name="connsiteX2" fmla="*/ 8573 w 17145"/>
                  <a:gd name="connsiteY2" fmla="*/ 17145 h 17144"/>
                  <a:gd name="connsiteX3" fmla="*/ 0 w 17145"/>
                  <a:gd name="connsiteY3" fmla="*/ 8572 h 17144"/>
                  <a:gd name="connsiteX4" fmla="*/ 8573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94F88FC-0C52-C52C-DF93-C881C8214BB5}"/>
                  </a:ext>
                </a:extLst>
              </p:cNvPr>
              <p:cNvSpPr/>
              <p:nvPr/>
            </p:nvSpPr>
            <p:spPr>
              <a:xfrm>
                <a:off x="3312636" y="3240582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07424629-ACD2-B8A7-C6FA-4B172373C20D}"/>
                  </a:ext>
                </a:extLst>
              </p:cNvPr>
              <p:cNvSpPr/>
              <p:nvPr/>
            </p:nvSpPr>
            <p:spPr>
              <a:xfrm>
                <a:off x="2992547" y="4334683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2" y="0"/>
                      <a:pt x="11430" y="2857"/>
                      <a:pt x="11430" y="5715"/>
                    </a:cubicBezTo>
                    <a:cubicBezTo>
                      <a:pt x="11430" y="8573"/>
                      <a:pt x="8572" y="11430"/>
                      <a:pt x="5715" y="11430"/>
                    </a:cubicBezTo>
                    <a:cubicBezTo>
                      <a:pt x="2857" y="11430"/>
                      <a:pt x="0" y="8573"/>
                      <a:pt x="0" y="5715"/>
                    </a:cubicBezTo>
                    <a:cubicBezTo>
                      <a:pt x="0" y="1905"/>
                      <a:pt x="2857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8FE8996F-BE26-C079-C703-0A6317FB3B1A}"/>
                  </a:ext>
                </a:extLst>
              </p:cNvPr>
              <p:cNvSpPr/>
              <p:nvPr/>
            </p:nvSpPr>
            <p:spPr>
              <a:xfrm>
                <a:off x="3549323" y="3247910"/>
                <a:ext cx="40575" cy="43957"/>
              </a:xfrm>
              <a:custGeom>
                <a:avLst/>
                <a:gdLst>
                  <a:gd name="connsiteX0" fmla="*/ 8572 w 17145"/>
                  <a:gd name="connsiteY0" fmla="*/ 0 h 17144"/>
                  <a:gd name="connsiteX1" fmla="*/ 17145 w 17145"/>
                  <a:gd name="connsiteY1" fmla="*/ 8573 h 17144"/>
                  <a:gd name="connsiteX2" fmla="*/ 8572 w 17145"/>
                  <a:gd name="connsiteY2" fmla="*/ 17145 h 17144"/>
                  <a:gd name="connsiteX3" fmla="*/ 0 w 17145"/>
                  <a:gd name="connsiteY3" fmla="*/ 8573 h 17144"/>
                  <a:gd name="connsiteX4" fmla="*/ 8572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953" y="3810"/>
                      <a:pt x="4763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8307485C-C08B-C5AD-E326-29D5B4D5096A}"/>
                  </a:ext>
                </a:extLst>
              </p:cNvPr>
              <p:cNvSpPr/>
              <p:nvPr/>
            </p:nvSpPr>
            <p:spPr>
              <a:xfrm>
                <a:off x="3046647" y="2810757"/>
                <a:ext cx="67624" cy="73266"/>
              </a:xfrm>
              <a:custGeom>
                <a:avLst/>
                <a:gdLst>
                  <a:gd name="connsiteX0" fmla="*/ 28575 w 28575"/>
                  <a:gd name="connsiteY0" fmla="*/ 14288 h 28575"/>
                  <a:gd name="connsiteX1" fmla="*/ 14287 w 28575"/>
                  <a:gd name="connsiteY1" fmla="*/ 28575 h 28575"/>
                  <a:gd name="connsiteX2" fmla="*/ 0 w 28575"/>
                  <a:gd name="connsiteY2" fmla="*/ 14288 h 28575"/>
                  <a:gd name="connsiteX3" fmla="*/ 14287 w 28575"/>
                  <a:gd name="connsiteY3" fmla="*/ 0 h 28575"/>
                  <a:gd name="connsiteX4" fmla="*/ 28575 w 28575"/>
                  <a:gd name="connsiteY4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7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7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33F03683-574A-4A9E-6B71-783E37824BE4}"/>
                  </a:ext>
                </a:extLst>
              </p:cNvPr>
              <p:cNvSpPr/>
              <p:nvPr/>
            </p:nvSpPr>
            <p:spPr>
              <a:xfrm>
                <a:off x="3325870" y="3492129"/>
                <a:ext cx="40863" cy="43957"/>
              </a:xfrm>
              <a:custGeom>
                <a:avLst/>
                <a:gdLst>
                  <a:gd name="connsiteX0" fmla="*/ 8695 w 17267"/>
                  <a:gd name="connsiteY0" fmla="*/ 0 h 17144"/>
                  <a:gd name="connsiteX1" fmla="*/ 17268 w 17267"/>
                  <a:gd name="connsiteY1" fmla="*/ 8573 h 17144"/>
                  <a:gd name="connsiteX2" fmla="*/ 8695 w 17267"/>
                  <a:gd name="connsiteY2" fmla="*/ 17145 h 17144"/>
                  <a:gd name="connsiteX3" fmla="*/ 123 w 17267"/>
                  <a:gd name="connsiteY3" fmla="*/ 8573 h 17144"/>
                  <a:gd name="connsiteX4" fmla="*/ 8695 w 17267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67" h="17144">
                    <a:moveTo>
                      <a:pt x="8695" y="0"/>
                    </a:moveTo>
                    <a:cubicBezTo>
                      <a:pt x="13458" y="0"/>
                      <a:pt x="17268" y="3810"/>
                      <a:pt x="17268" y="8573"/>
                    </a:cubicBezTo>
                    <a:cubicBezTo>
                      <a:pt x="17268" y="13335"/>
                      <a:pt x="13458" y="17145"/>
                      <a:pt x="8695" y="17145"/>
                    </a:cubicBezTo>
                    <a:cubicBezTo>
                      <a:pt x="3933" y="17145"/>
                      <a:pt x="123" y="13335"/>
                      <a:pt x="123" y="8573"/>
                    </a:cubicBezTo>
                    <a:cubicBezTo>
                      <a:pt x="-830" y="3810"/>
                      <a:pt x="3933" y="0"/>
                      <a:pt x="869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3ABBD99C-A9BA-4417-1F56-ABA8C92B73D1}"/>
                  </a:ext>
                </a:extLst>
              </p:cNvPr>
              <p:cNvSpPr/>
              <p:nvPr/>
            </p:nvSpPr>
            <p:spPr>
              <a:xfrm>
                <a:off x="3096238" y="1819229"/>
                <a:ext cx="40575" cy="43957"/>
              </a:xfrm>
              <a:custGeom>
                <a:avLst/>
                <a:gdLst>
                  <a:gd name="connsiteX0" fmla="*/ 17145 w 17145"/>
                  <a:gd name="connsiteY0" fmla="*/ 8572 h 17144"/>
                  <a:gd name="connsiteX1" fmla="*/ 8572 w 17145"/>
                  <a:gd name="connsiteY1" fmla="*/ 17145 h 17144"/>
                  <a:gd name="connsiteX2" fmla="*/ 0 w 17145"/>
                  <a:gd name="connsiteY2" fmla="*/ 8572 h 17144"/>
                  <a:gd name="connsiteX3" fmla="*/ 8572 w 17145"/>
                  <a:gd name="connsiteY3" fmla="*/ 0 h 17144"/>
                  <a:gd name="connsiteX4" fmla="*/ 17145 w 17145"/>
                  <a:gd name="connsiteY4" fmla="*/ 8572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2525582C-BF9B-00BD-CABC-93DE12B0DBD9}"/>
                  </a:ext>
                </a:extLst>
              </p:cNvPr>
              <p:cNvSpPr/>
              <p:nvPr/>
            </p:nvSpPr>
            <p:spPr>
              <a:xfrm>
                <a:off x="3903223" y="2708185"/>
                <a:ext cx="31558" cy="34191"/>
              </a:xfrm>
              <a:custGeom>
                <a:avLst/>
                <a:gdLst>
                  <a:gd name="connsiteX0" fmla="*/ 6667 w 13335"/>
                  <a:gd name="connsiteY0" fmla="*/ 0 h 13335"/>
                  <a:gd name="connsiteX1" fmla="*/ 13335 w 13335"/>
                  <a:gd name="connsiteY1" fmla="*/ 6668 h 13335"/>
                  <a:gd name="connsiteX2" fmla="*/ 6667 w 13335"/>
                  <a:gd name="connsiteY2" fmla="*/ 13335 h 13335"/>
                  <a:gd name="connsiteX3" fmla="*/ 0 w 13335"/>
                  <a:gd name="connsiteY3" fmla="*/ 6668 h 13335"/>
                  <a:gd name="connsiteX4" fmla="*/ 6667 w 13335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6667" y="0"/>
                    </a:moveTo>
                    <a:cubicBezTo>
                      <a:pt x="10478" y="0"/>
                      <a:pt x="13335" y="2857"/>
                      <a:pt x="13335" y="6668"/>
                    </a:cubicBezTo>
                    <a:cubicBezTo>
                      <a:pt x="13335" y="10478"/>
                      <a:pt x="10478" y="13335"/>
                      <a:pt x="6667" y="13335"/>
                    </a:cubicBezTo>
                    <a:cubicBezTo>
                      <a:pt x="2858" y="13335"/>
                      <a:pt x="0" y="10478"/>
                      <a:pt x="0" y="6668"/>
                    </a:cubicBezTo>
                    <a:cubicBezTo>
                      <a:pt x="0" y="2857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570A2BC4-6AB0-6323-9A4E-3CB28DA5DA0E}"/>
                  </a:ext>
                </a:extLst>
              </p:cNvPr>
              <p:cNvSpPr/>
              <p:nvPr/>
            </p:nvSpPr>
            <p:spPr>
              <a:xfrm>
                <a:off x="3010581" y="2849832"/>
                <a:ext cx="67624" cy="73266"/>
              </a:xfrm>
              <a:custGeom>
                <a:avLst/>
                <a:gdLst>
                  <a:gd name="connsiteX0" fmla="*/ 28575 w 28575"/>
                  <a:gd name="connsiteY0" fmla="*/ 14287 h 28575"/>
                  <a:gd name="connsiteX1" fmla="*/ 14287 w 28575"/>
                  <a:gd name="connsiteY1" fmla="*/ 28575 h 28575"/>
                  <a:gd name="connsiteX2" fmla="*/ 0 w 28575"/>
                  <a:gd name="connsiteY2" fmla="*/ 14287 h 28575"/>
                  <a:gd name="connsiteX3" fmla="*/ 14287 w 28575"/>
                  <a:gd name="connsiteY3" fmla="*/ 0 h 28575"/>
                  <a:gd name="connsiteX4" fmla="*/ 28575 w 28575"/>
                  <a:gd name="connsiteY4" fmla="*/ 14287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7"/>
                    </a:moveTo>
                    <a:cubicBezTo>
                      <a:pt x="28575" y="22178"/>
                      <a:pt x="22178" y="28575"/>
                      <a:pt x="14287" y="28575"/>
                    </a:cubicBezTo>
                    <a:cubicBezTo>
                      <a:pt x="6397" y="28575"/>
                      <a:pt x="0" y="22178"/>
                      <a:pt x="0" y="14287"/>
                    </a:cubicBezTo>
                    <a:cubicBezTo>
                      <a:pt x="0" y="6397"/>
                      <a:pt x="6397" y="0"/>
                      <a:pt x="14287" y="0"/>
                    </a:cubicBezTo>
                    <a:cubicBezTo>
                      <a:pt x="22178" y="0"/>
                      <a:pt x="28575" y="6397"/>
                      <a:pt x="28575" y="1428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8C08BB91-635D-1FFD-ECC1-9FCC079AF949}"/>
                  </a:ext>
                </a:extLst>
              </p:cNvPr>
              <p:cNvSpPr/>
              <p:nvPr/>
            </p:nvSpPr>
            <p:spPr>
              <a:xfrm>
                <a:off x="3321653" y="2498157"/>
                <a:ext cx="49589" cy="53728"/>
              </a:xfrm>
              <a:custGeom>
                <a:avLst/>
                <a:gdLst>
                  <a:gd name="connsiteX0" fmla="*/ 20955 w 20954"/>
                  <a:gd name="connsiteY0" fmla="*/ 10477 h 20955"/>
                  <a:gd name="connsiteX1" fmla="*/ 10478 w 20954"/>
                  <a:gd name="connsiteY1" fmla="*/ 20955 h 20955"/>
                  <a:gd name="connsiteX2" fmla="*/ 0 w 20954"/>
                  <a:gd name="connsiteY2" fmla="*/ 10477 h 20955"/>
                  <a:gd name="connsiteX3" fmla="*/ 10478 w 20954"/>
                  <a:gd name="connsiteY3" fmla="*/ 0 h 20955"/>
                  <a:gd name="connsiteX4" fmla="*/ 20955 w 20954"/>
                  <a:gd name="connsiteY4" fmla="*/ 10477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7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7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8F9040CB-8468-BDFB-1B7A-BB1B59230924}"/>
                  </a:ext>
                </a:extLst>
              </p:cNvPr>
              <p:cNvSpPr/>
              <p:nvPr/>
            </p:nvSpPr>
            <p:spPr>
              <a:xfrm>
                <a:off x="3605676" y="2901120"/>
                <a:ext cx="40575" cy="43957"/>
              </a:xfrm>
              <a:custGeom>
                <a:avLst/>
                <a:gdLst>
                  <a:gd name="connsiteX0" fmla="*/ 17145 w 17145"/>
                  <a:gd name="connsiteY0" fmla="*/ 8572 h 17144"/>
                  <a:gd name="connsiteX1" fmla="*/ 8573 w 17145"/>
                  <a:gd name="connsiteY1" fmla="*/ 17145 h 17144"/>
                  <a:gd name="connsiteX2" fmla="*/ 0 w 17145"/>
                  <a:gd name="connsiteY2" fmla="*/ 8572 h 17144"/>
                  <a:gd name="connsiteX3" fmla="*/ 8573 w 17145"/>
                  <a:gd name="connsiteY3" fmla="*/ 0 h 17144"/>
                  <a:gd name="connsiteX4" fmla="*/ 17145 w 17145"/>
                  <a:gd name="connsiteY4" fmla="*/ 8572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8BD85E0D-261B-B4A8-6DA6-813388BDCDA0}"/>
                  </a:ext>
                </a:extLst>
              </p:cNvPr>
              <p:cNvSpPr/>
              <p:nvPr/>
            </p:nvSpPr>
            <p:spPr>
              <a:xfrm>
                <a:off x="3042139" y="3106261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F15D559E-F423-F63E-A291-E45D15288A83}"/>
                  </a:ext>
                </a:extLst>
              </p:cNvPr>
              <p:cNvSpPr/>
              <p:nvPr/>
            </p:nvSpPr>
            <p:spPr>
              <a:xfrm>
                <a:off x="3077857" y="3990336"/>
                <a:ext cx="36412" cy="39072"/>
              </a:xfrm>
              <a:custGeom>
                <a:avLst/>
                <a:gdLst>
                  <a:gd name="connsiteX0" fmla="*/ 7767 w 15386"/>
                  <a:gd name="connsiteY0" fmla="*/ 0 h 15239"/>
                  <a:gd name="connsiteX1" fmla="*/ 15387 w 15386"/>
                  <a:gd name="connsiteY1" fmla="*/ 7620 h 15239"/>
                  <a:gd name="connsiteX2" fmla="*/ 7767 w 15386"/>
                  <a:gd name="connsiteY2" fmla="*/ 15240 h 15239"/>
                  <a:gd name="connsiteX3" fmla="*/ 147 w 15386"/>
                  <a:gd name="connsiteY3" fmla="*/ 7620 h 15239"/>
                  <a:gd name="connsiteX4" fmla="*/ 7767 w 15386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86" h="15239">
                    <a:moveTo>
                      <a:pt x="7767" y="0"/>
                    </a:moveTo>
                    <a:cubicBezTo>
                      <a:pt x="12529" y="0"/>
                      <a:pt x="15387" y="3810"/>
                      <a:pt x="15387" y="7620"/>
                    </a:cubicBezTo>
                    <a:cubicBezTo>
                      <a:pt x="15387" y="12382"/>
                      <a:pt x="11577" y="15240"/>
                      <a:pt x="7767" y="15240"/>
                    </a:cubicBezTo>
                    <a:cubicBezTo>
                      <a:pt x="3004" y="15240"/>
                      <a:pt x="147" y="11430"/>
                      <a:pt x="147" y="7620"/>
                    </a:cubicBezTo>
                    <a:cubicBezTo>
                      <a:pt x="-806" y="2857"/>
                      <a:pt x="3004" y="0"/>
                      <a:pt x="77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92A1C5FF-ECD9-FA63-FD2F-F438E10314B8}"/>
                  </a:ext>
                </a:extLst>
              </p:cNvPr>
              <p:cNvSpPr/>
              <p:nvPr/>
            </p:nvSpPr>
            <p:spPr>
              <a:xfrm>
                <a:off x="3048902" y="2654457"/>
                <a:ext cx="63114" cy="68381"/>
              </a:xfrm>
              <a:custGeom>
                <a:avLst/>
                <a:gdLst>
                  <a:gd name="connsiteX0" fmla="*/ 13335 w 26669"/>
                  <a:gd name="connsiteY0" fmla="*/ 0 h 26670"/>
                  <a:gd name="connsiteX1" fmla="*/ 26670 w 26669"/>
                  <a:gd name="connsiteY1" fmla="*/ 13335 h 26670"/>
                  <a:gd name="connsiteX2" fmla="*/ 13335 w 26669"/>
                  <a:gd name="connsiteY2" fmla="*/ 26670 h 26670"/>
                  <a:gd name="connsiteX3" fmla="*/ 0 w 26669"/>
                  <a:gd name="connsiteY3" fmla="*/ 13335 h 26670"/>
                  <a:gd name="connsiteX4" fmla="*/ 13335 w 26669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69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AB7B9CAA-EFFF-043F-8D15-C30807A9F78E}"/>
                  </a:ext>
                </a:extLst>
              </p:cNvPr>
              <p:cNvSpPr/>
              <p:nvPr/>
            </p:nvSpPr>
            <p:spPr>
              <a:xfrm>
                <a:off x="2963245" y="3050092"/>
                <a:ext cx="72130" cy="78147"/>
              </a:xfrm>
              <a:custGeom>
                <a:avLst/>
                <a:gdLst>
                  <a:gd name="connsiteX0" fmla="*/ 15240 w 30479"/>
                  <a:gd name="connsiteY0" fmla="*/ 0 h 30479"/>
                  <a:gd name="connsiteX1" fmla="*/ 30480 w 30479"/>
                  <a:gd name="connsiteY1" fmla="*/ 15240 h 30479"/>
                  <a:gd name="connsiteX2" fmla="*/ 15240 w 30479"/>
                  <a:gd name="connsiteY2" fmla="*/ 30480 h 30479"/>
                  <a:gd name="connsiteX3" fmla="*/ 0 w 30479"/>
                  <a:gd name="connsiteY3" fmla="*/ 15240 h 30479"/>
                  <a:gd name="connsiteX4" fmla="*/ 15240 w 30479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0" y="6667"/>
                      <a:pt x="6667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476C1F84-8FD7-FD46-9EED-5A60D8D784B1}"/>
                  </a:ext>
                </a:extLst>
              </p:cNvPr>
              <p:cNvSpPr/>
              <p:nvPr/>
            </p:nvSpPr>
            <p:spPr>
              <a:xfrm>
                <a:off x="3129706" y="3753442"/>
                <a:ext cx="40918" cy="43959"/>
              </a:xfrm>
              <a:custGeom>
                <a:avLst/>
                <a:gdLst>
                  <a:gd name="connsiteX0" fmla="*/ 8718 w 17290"/>
                  <a:gd name="connsiteY0" fmla="*/ 0 h 17145"/>
                  <a:gd name="connsiteX1" fmla="*/ 17291 w 17290"/>
                  <a:gd name="connsiteY1" fmla="*/ 8573 h 17145"/>
                  <a:gd name="connsiteX2" fmla="*/ 8718 w 17290"/>
                  <a:gd name="connsiteY2" fmla="*/ 17145 h 17145"/>
                  <a:gd name="connsiteX3" fmla="*/ 146 w 17290"/>
                  <a:gd name="connsiteY3" fmla="*/ 8573 h 17145"/>
                  <a:gd name="connsiteX4" fmla="*/ 8718 w 17290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90" h="17145">
                    <a:moveTo>
                      <a:pt x="8718" y="0"/>
                    </a:moveTo>
                    <a:cubicBezTo>
                      <a:pt x="13481" y="0"/>
                      <a:pt x="17291" y="3810"/>
                      <a:pt x="17291" y="8573"/>
                    </a:cubicBezTo>
                    <a:cubicBezTo>
                      <a:pt x="17291" y="13335"/>
                      <a:pt x="13481" y="17145"/>
                      <a:pt x="8718" y="17145"/>
                    </a:cubicBezTo>
                    <a:cubicBezTo>
                      <a:pt x="3956" y="17145"/>
                      <a:pt x="146" y="13335"/>
                      <a:pt x="146" y="8573"/>
                    </a:cubicBezTo>
                    <a:cubicBezTo>
                      <a:pt x="-807" y="3810"/>
                      <a:pt x="3003" y="0"/>
                      <a:pt x="871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4AA61C5A-7913-6EA3-1A23-87852377AF11}"/>
                  </a:ext>
                </a:extLst>
              </p:cNvPr>
              <p:cNvSpPr/>
              <p:nvPr/>
            </p:nvSpPr>
            <p:spPr>
              <a:xfrm>
                <a:off x="3121035" y="3360251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8"/>
                      <a:pt x="18098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1312334D-B97F-A8F9-71F1-283C3C5B115C}"/>
                  </a:ext>
                </a:extLst>
              </p:cNvPr>
              <p:cNvSpPr/>
              <p:nvPr/>
            </p:nvSpPr>
            <p:spPr>
              <a:xfrm>
                <a:off x="3513257" y="2671554"/>
                <a:ext cx="40575" cy="43957"/>
              </a:xfrm>
              <a:custGeom>
                <a:avLst/>
                <a:gdLst>
                  <a:gd name="connsiteX0" fmla="*/ 17145 w 17145"/>
                  <a:gd name="connsiteY0" fmla="*/ 8573 h 17144"/>
                  <a:gd name="connsiteX1" fmla="*/ 8573 w 17145"/>
                  <a:gd name="connsiteY1" fmla="*/ 17145 h 17144"/>
                  <a:gd name="connsiteX2" fmla="*/ 0 w 17145"/>
                  <a:gd name="connsiteY2" fmla="*/ 8573 h 17144"/>
                  <a:gd name="connsiteX3" fmla="*/ 8573 w 17145"/>
                  <a:gd name="connsiteY3" fmla="*/ 0 h 17144"/>
                  <a:gd name="connsiteX4" fmla="*/ 17145 w 17145"/>
                  <a:gd name="connsiteY4" fmla="*/ 8573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2FFA132E-2043-A2B6-A0F3-9C6738EDEAA8}"/>
                  </a:ext>
                </a:extLst>
              </p:cNvPr>
              <p:cNvSpPr/>
              <p:nvPr/>
            </p:nvSpPr>
            <p:spPr>
              <a:xfrm>
                <a:off x="3024105" y="2715511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8" y="0"/>
                      <a:pt x="28575" y="6668"/>
                      <a:pt x="28575" y="14288"/>
                    </a:cubicBezTo>
                    <a:cubicBezTo>
                      <a:pt x="28575" y="21908"/>
                      <a:pt x="21908" y="28575"/>
                      <a:pt x="14288" y="28575"/>
                    </a:cubicBezTo>
                    <a:cubicBezTo>
                      <a:pt x="6668" y="28575"/>
                      <a:pt x="0" y="21908"/>
                      <a:pt x="0" y="14288"/>
                    </a:cubicBezTo>
                    <a:cubicBezTo>
                      <a:pt x="0" y="6668"/>
                      <a:pt x="5715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FE039CBD-1DCA-1442-EE69-5CF218E2E9F3}"/>
                  </a:ext>
                </a:extLst>
              </p:cNvPr>
              <p:cNvSpPr/>
              <p:nvPr/>
            </p:nvSpPr>
            <p:spPr>
              <a:xfrm>
                <a:off x="3353211" y="3902414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8 h 13335"/>
                  <a:gd name="connsiteX2" fmla="*/ 6667 w 13334"/>
                  <a:gd name="connsiteY2" fmla="*/ 13335 h 13335"/>
                  <a:gd name="connsiteX3" fmla="*/ 0 w 13334"/>
                  <a:gd name="connsiteY3" fmla="*/ 6668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7" y="0"/>
                      <a:pt x="13335" y="2858"/>
                      <a:pt x="13335" y="6668"/>
                    </a:cubicBezTo>
                    <a:cubicBezTo>
                      <a:pt x="13335" y="10478"/>
                      <a:pt x="10477" y="13335"/>
                      <a:pt x="6667" y="13335"/>
                    </a:cubicBezTo>
                    <a:cubicBezTo>
                      <a:pt x="2857" y="13335"/>
                      <a:pt x="0" y="10478"/>
                      <a:pt x="0" y="6668"/>
                    </a:cubicBezTo>
                    <a:cubicBezTo>
                      <a:pt x="0" y="2858"/>
                      <a:pt x="2857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28142EE7-0710-703C-6B4C-86D0C12A38D9}"/>
                  </a:ext>
                </a:extLst>
              </p:cNvPr>
              <p:cNvSpPr/>
              <p:nvPr/>
            </p:nvSpPr>
            <p:spPr>
              <a:xfrm>
                <a:off x="3274317" y="3548298"/>
                <a:ext cx="40572" cy="43959"/>
              </a:xfrm>
              <a:custGeom>
                <a:avLst/>
                <a:gdLst>
                  <a:gd name="connsiteX0" fmla="*/ 8572 w 17144"/>
                  <a:gd name="connsiteY0" fmla="*/ 0 h 17145"/>
                  <a:gd name="connsiteX1" fmla="*/ 17145 w 17144"/>
                  <a:gd name="connsiteY1" fmla="*/ 8573 h 17145"/>
                  <a:gd name="connsiteX2" fmla="*/ 8572 w 17144"/>
                  <a:gd name="connsiteY2" fmla="*/ 17145 h 17145"/>
                  <a:gd name="connsiteX3" fmla="*/ 0 w 17144"/>
                  <a:gd name="connsiteY3" fmla="*/ 8573 h 17145"/>
                  <a:gd name="connsiteX4" fmla="*/ 8572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4763"/>
                      <a:pt x="3810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361BDA53-E18E-F122-2484-68B42172CDE7}"/>
                  </a:ext>
                </a:extLst>
              </p:cNvPr>
              <p:cNvSpPr/>
              <p:nvPr/>
            </p:nvSpPr>
            <p:spPr>
              <a:xfrm>
                <a:off x="3215709" y="2686207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6149239C-8550-DD33-5022-7476A7AA59C2}"/>
                  </a:ext>
                </a:extLst>
              </p:cNvPr>
              <p:cNvSpPr/>
              <p:nvPr/>
            </p:nvSpPr>
            <p:spPr>
              <a:xfrm>
                <a:off x="2960989" y="3619120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8"/>
                      <a:pt x="18098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9A1DFE5F-0205-94F7-4188-FFE698ED55EA}"/>
                  </a:ext>
                </a:extLst>
              </p:cNvPr>
              <p:cNvSpPr/>
              <p:nvPr/>
            </p:nvSpPr>
            <p:spPr>
              <a:xfrm>
                <a:off x="3231487" y="3736348"/>
                <a:ext cx="40575" cy="43959"/>
              </a:xfrm>
              <a:custGeom>
                <a:avLst/>
                <a:gdLst>
                  <a:gd name="connsiteX0" fmla="*/ 17145 w 17145"/>
                  <a:gd name="connsiteY0" fmla="*/ 8573 h 17145"/>
                  <a:gd name="connsiteX1" fmla="*/ 8572 w 17145"/>
                  <a:gd name="connsiteY1" fmla="*/ 17145 h 17145"/>
                  <a:gd name="connsiteX2" fmla="*/ 0 w 17145"/>
                  <a:gd name="connsiteY2" fmla="*/ 8573 h 17145"/>
                  <a:gd name="connsiteX3" fmla="*/ 8572 w 17145"/>
                  <a:gd name="connsiteY3" fmla="*/ 0 h 17145"/>
                  <a:gd name="connsiteX4" fmla="*/ 17145 w 17145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D5C12855-5A69-18DB-ADB2-810A3249C538}"/>
                  </a:ext>
                </a:extLst>
              </p:cNvPr>
              <p:cNvSpPr/>
              <p:nvPr/>
            </p:nvSpPr>
            <p:spPr>
              <a:xfrm>
                <a:off x="3603420" y="2217307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1430" y="0"/>
                      <a:pt x="15240" y="2857"/>
                      <a:pt x="15240" y="7620"/>
                    </a:cubicBezTo>
                    <a:cubicBezTo>
                      <a:pt x="15240" y="11430"/>
                      <a:pt x="12383" y="15240"/>
                      <a:pt x="7620" y="15240"/>
                    </a:cubicBezTo>
                    <a:cubicBezTo>
                      <a:pt x="3810" y="15240"/>
                      <a:pt x="0" y="12382"/>
                      <a:pt x="0" y="7620"/>
                    </a:cubicBezTo>
                    <a:cubicBezTo>
                      <a:pt x="0" y="3810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F858E5DF-6FD3-D05F-73A1-A1B66495EE6A}"/>
                  </a:ext>
                </a:extLst>
              </p:cNvPr>
              <p:cNvSpPr/>
              <p:nvPr/>
            </p:nvSpPr>
            <p:spPr>
              <a:xfrm>
                <a:off x="3251776" y="1692235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7 h 13335"/>
                  <a:gd name="connsiteX2" fmla="*/ 6667 w 13334"/>
                  <a:gd name="connsiteY2" fmla="*/ 13335 h 13335"/>
                  <a:gd name="connsiteX3" fmla="*/ 0 w 13334"/>
                  <a:gd name="connsiteY3" fmla="*/ 6667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7" y="0"/>
                      <a:pt x="13335" y="2858"/>
                      <a:pt x="13335" y="6667"/>
                    </a:cubicBezTo>
                    <a:cubicBezTo>
                      <a:pt x="13335" y="10478"/>
                      <a:pt x="10477" y="13335"/>
                      <a:pt x="6667" y="13335"/>
                    </a:cubicBezTo>
                    <a:cubicBezTo>
                      <a:pt x="2857" y="13335"/>
                      <a:pt x="0" y="10478"/>
                      <a:pt x="0" y="6667"/>
                    </a:cubicBezTo>
                    <a:cubicBezTo>
                      <a:pt x="0" y="2858"/>
                      <a:pt x="2857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12DF0A93-4AEB-3451-5DC3-1125510729EC}"/>
                  </a:ext>
                </a:extLst>
              </p:cNvPr>
              <p:cNvSpPr/>
              <p:nvPr/>
            </p:nvSpPr>
            <p:spPr>
              <a:xfrm>
                <a:off x="3551576" y="3401767"/>
                <a:ext cx="36064" cy="39075"/>
              </a:xfrm>
              <a:custGeom>
                <a:avLst/>
                <a:gdLst>
                  <a:gd name="connsiteX0" fmla="*/ 7620 w 15239"/>
                  <a:gd name="connsiteY0" fmla="*/ 0 h 15240"/>
                  <a:gd name="connsiteX1" fmla="*/ 15240 w 15239"/>
                  <a:gd name="connsiteY1" fmla="*/ 7620 h 15240"/>
                  <a:gd name="connsiteX2" fmla="*/ 7620 w 15239"/>
                  <a:gd name="connsiteY2" fmla="*/ 15240 h 15240"/>
                  <a:gd name="connsiteX3" fmla="*/ 0 w 15239"/>
                  <a:gd name="connsiteY3" fmla="*/ 7620 h 15240"/>
                  <a:gd name="connsiteX4" fmla="*/ 7620 w 15239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7620" y="0"/>
                    </a:moveTo>
                    <a:cubicBezTo>
                      <a:pt x="12382" y="0"/>
                      <a:pt x="15240" y="3810"/>
                      <a:pt x="15240" y="7620"/>
                    </a:cubicBezTo>
                    <a:cubicBezTo>
                      <a:pt x="15240" y="12383"/>
                      <a:pt x="11430" y="15240"/>
                      <a:pt x="7620" y="15240"/>
                    </a:cubicBezTo>
                    <a:cubicBezTo>
                      <a:pt x="2857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A8D1B199-0888-9C07-B770-6AFEC6039D3A}"/>
                  </a:ext>
                </a:extLst>
              </p:cNvPr>
              <p:cNvSpPr/>
              <p:nvPr/>
            </p:nvSpPr>
            <p:spPr>
              <a:xfrm>
                <a:off x="3064680" y="3560511"/>
                <a:ext cx="49589" cy="53726"/>
              </a:xfrm>
              <a:custGeom>
                <a:avLst/>
                <a:gdLst>
                  <a:gd name="connsiteX0" fmla="*/ 20955 w 20954"/>
                  <a:gd name="connsiteY0" fmla="*/ 10478 h 20954"/>
                  <a:gd name="connsiteX1" fmla="*/ 10477 w 20954"/>
                  <a:gd name="connsiteY1" fmla="*/ 20955 h 20954"/>
                  <a:gd name="connsiteX2" fmla="*/ 0 w 20954"/>
                  <a:gd name="connsiteY2" fmla="*/ 10478 h 20954"/>
                  <a:gd name="connsiteX3" fmla="*/ 10477 w 20954"/>
                  <a:gd name="connsiteY3" fmla="*/ 0 h 20954"/>
                  <a:gd name="connsiteX4" fmla="*/ 20955 w 20954"/>
                  <a:gd name="connsiteY4" fmla="*/ 10478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2F7D9465-2A33-7FC5-6A31-15CE3C5B1B07}"/>
                  </a:ext>
                </a:extLst>
              </p:cNvPr>
              <p:cNvSpPr/>
              <p:nvPr/>
            </p:nvSpPr>
            <p:spPr>
              <a:xfrm>
                <a:off x="3245012" y="3624007"/>
                <a:ext cx="40575" cy="43957"/>
              </a:xfrm>
              <a:custGeom>
                <a:avLst/>
                <a:gdLst>
                  <a:gd name="connsiteX0" fmla="*/ 8573 w 17145"/>
                  <a:gd name="connsiteY0" fmla="*/ 0 h 17144"/>
                  <a:gd name="connsiteX1" fmla="*/ 17145 w 17145"/>
                  <a:gd name="connsiteY1" fmla="*/ 8572 h 17144"/>
                  <a:gd name="connsiteX2" fmla="*/ 8573 w 17145"/>
                  <a:gd name="connsiteY2" fmla="*/ 17145 h 17144"/>
                  <a:gd name="connsiteX3" fmla="*/ 0 w 17145"/>
                  <a:gd name="connsiteY3" fmla="*/ 8572 h 17144"/>
                  <a:gd name="connsiteX4" fmla="*/ 8573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DC5EF38F-F556-E2A5-0C92-E8CD4C97E52F}"/>
                  </a:ext>
                </a:extLst>
              </p:cNvPr>
              <p:cNvSpPr/>
              <p:nvPr/>
            </p:nvSpPr>
            <p:spPr>
              <a:xfrm>
                <a:off x="3080458" y="3240582"/>
                <a:ext cx="58608" cy="63494"/>
              </a:xfrm>
              <a:custGeom>
                <a:avLst/>
                <a:gdLst>
                  <a:gd name="connsiteX0" fmla="*/ 12383 w 24765"/>
                  <a:gd name="connsiteY0" fmla="*/ 0 h 24764"/>
                  <a:gd name="connsiteX1" fmla="*/ 24765 w 24765"/>
                  <a:gd name="connsiteY1" fmla="*/ 12383 h 24764"/>
                  <a:gd name="connsiteX2" fmla="*/ 12383 w 24765"/>
                  <a:gd name="connsiteY2" fmla="*/ 24765 h 24764"/>
                  <a:gd name="connsiteX3" fmla="*/ 0 w 24765"/>
                  <a:gd name="connsiteY3" fmla="*/ 12383 h 24764"/>
                  <a:gd name="connsiteX4" fmla="*/ 12383 w 24765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4763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9F2FA69C-C57B-59FC-1015-6352CDB35D02}"/>
                  </a:ext>
                </a:extLst>
              </p:cNvPr>
              <p:cNvSpPr/>
              <p:nvPr/>
            </p:nvSpPr>
            <p:spPr>
              <a:xfrm>
                <a:off x="3436616" y="3352923"/>
                <a:ext cx="40575" cy="43959"/>
              </a:xfrm>
              <a:custGeom>
                <a:avLst/>
                <a:gdLst>
                  <a:gd name="connsiteX0" fmla="*/ 8573 w 17145"/>
                  <a:gd name="connsiteY0" fmla="*/ 0 h 17145"/>
                  <a:gd name="connsiteX1" fmla="*/ 17145 w 17145"/>
                  <a:gd name="connsiteY1" fmla="*/ 8573 h 17145"/>
                  <a:gd name="connsiteX2" fmla="*/ 8573 w 17145"/>
                  <a:gd name="connsiteY2" fmla="*/ 17145 h 17145"/>
                  <a:gd name="connsiteX3" fmla="*/ 0 w 17145"/>
                  <a:gd name="connsiteY3" fmla="*/ 8573 h 17145"/>
                  <a:gd name="connsiteX4" fmla="*/ 8573 w 17145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A3AD840B-CA73-6975-99FF-C34F1B85DC97}"/>
                  </a:ext>
                </a:extLst>
              </p:cNvPr>
              <p:cNvSpPr/>
              <p:nvPr/>
            </p:nvSpPr>
            <p:spPr>
              <a:xfrm>
                <a:off x="2913653" y="1763059"/>
                <a:ext cx="40572" cy="43957"/>
              </a:xfrm>
              <a:custGeom>
                <a:avLst/>
                <a:gdLst>
                  <a:gd name="connsiteX0" fmla="*/ 8572 w 17144"/>
                  <a:gd name="connsiteY0" fmla="*/ 0 h 17144"/>
                  <a:gd name="connsiteX1" fmla="*/ 17145 w 17144"/>
                  <a:gd name="connsiteY1" fmla="*/ 8572 h 17144"/>
                  <a:gd name="connsiteX2" fmla="*/ 8572 w 17144"/>
                  <a:gd name="connsiteY2" fmla="*/ 17145 h 17144"/>
                  <a:gd name="connsiteX3" fmla="*/ 0 w 17144"/>
                  <a:gd name="connsiteY3" fmla="*/ 8572 h 17144"/>
                  <a:gd name="connsiteX4" fmla="*/ 8572 w 17144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4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AC8627BA-8549-8B34-61BB-6AD32A06F116}"/>
                  </a:ext>
                </a:extLst>
              </p:cNvPr>
              <p:cNvSpPr/>
              <p:nvPr/>
            </p:nvSpPr>
            <p:spPr>
              <a:xfrm>
                <a:off x="2956481" y="2942635"/>
                <a:ext cx="72130" cy="78147"/>
              </a:xfrm>
              <a:custGeom>
                <a:avLst/>
                <a:gdLst>
                  <a:gd name="connsiteX0" fmla="*/ 30480 w 30479"/>
                  <a:gd name="connsiteY0" fmla="*/ 15240 h 30479"/>
                  <a:gd name="connsiteX1" fmla="*/ 15240 w 30479"/>
                  <a:gd name="connsiteY1" fmla="*/ 30480 h 30479"/>
                  <a:gd name="connsiteX2" fmla="*/ 0 w 30479"/>
                  <a:gd name="connsiteY2" fmla="*/ 15240 h 30479"/>
                  <a:gd name="connsiteX3" fmla="*/ 15240 w 30479"/>
                  <a:gd name="connsiteY3" fmla="*/ 0 h 30479"/>
                  <a:gd name="connsiteX4" fmla="*/ 30480 w 30479"/>
                  <a:gd name="connsiteY4" fmla="*/ 1524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9DA60331-6CB6-906E-5941-425EBE7033D8}"/>
                  </a:ext>
                </a:extLst>
              </p:cNvPr>
              <p:cNvSpPr/>
              <p:nvPr/>
            </p:nvSpPr>
            <p:spPr>
              <a:xfrm>
                <a:off x="2963245" y="2275919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4067A56E-2E23-D04A-3BDA-B19B7ACCCEB9}"/>
                  </a:ext>
                </a:extLst>
              </p:cNvPr>
              <p:cNvSpPr/>
              <p:nvPr/>
            </p:nvSpPr>
            <p:spPr>
              <a:xfrm>
                <a:off x="2920415" y="2085426"/>
                <a:ext cx="58605" cy="63497"/>
              </a:xfrm>
              <a:custGeom>
                <a:avLst/>
                <a:gdLst>
                  <a:gd name="connsiteX0" fmla="*/ 12383 w 24764"/>
                  <a:gd name="connsiteY0" fmla="*/ 0 h 24765"/>
                  <a:gd name="connsiteX1" fmla="*/ 24765 w 24764"/>
                  <a:gd name="connsiteY1" fmla="*/ 12383 h 24765"/>
                  <a:gd name="connsiteX2" fmla="*/ 12383 w 24764"/>
                  <a:gd name="connsiteY2" fmla="*/ 24765 h 24765"/>
                  <a:gd name="connsiteX3" fmla="*/ 0 w 24764"/>
                  <a:gd name="connsiteY3" fmla="*/ 12383 h 24765"/>
                  <a:gd name="connsiteX4" fmla="*/ 12383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4763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FF907E5E-9362-4689-EDE1-EB3B1F4235D0}"/>
                  </a:ext>
                </a:extLst>
              </p:cNvPr>
              <p:cNvSpPr/>
              <p:nvPr/>
            </p:nvSpPr>
            <p:spPr>
              <a:xfrm>
                <a:off x="3450138" y="1741078"/>
                <a:ext cx="31558" cy="34191"/>
              </a:xfrm>
              <a:custGeom>
                <a:avLst/>
                <a:gdLst>
                  <a:gd name="connsiteX0" fmla="*/ 6668 w 13335"/>
                  <a:gd name="connsiteY0" fmla="*/ 0 h 13335"/>
                  <a:gd name="connsiteX1" fmla="*/ 13335 w 13335"/>
                  <a:gd name="connsiteY1" fmla="*/ 6667 h 13335"/>
                  <a:gd name="connsiteX2" fmla="*/ 6668 w 13335"/>
                  <a:gd name="connsiteY2" fmla="*/ 13335 h 13335"/>
                  <a:gd name="connsiteX3" fmla="*/ 0 w 13335"/>
                  <a:gd name="connsiteY3" fmla="*/ 6667 h 13335"/>
                  <a:gd name="connsiteX4" fmla="*/ 6668 w 13335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6668" y="0"/>
                    </a:moveTo>
                    <a:cubicBezTo>
                      <a:pt x="10477" y="0"/>
                      <a:pt x="13335" y="2858"/>
                      <a:pt x="13335" y="6667"/>
                    </a:cubicBezTo>
                    <a:cubicBezTo>
                      <a:pt x="13335" y="10478"/>
                      <a:pt x="10477" y="13335"/>
                      <a:pt x="6668" y="13335"/>
                    </a:cubicBezTo>
                    <a:cubicBezTo>
                      <a:pt x="2858" y="13335"/>
                      <a:pt x="0" y="10478"/>
                      <a:pt x="0" y="6667"/>
                    </a:cubicBezTo>
                    <a:cubicBezTo>
                      <a:pt x="0" y="2858"/>
                      <a:pt x="2858" y="0"/>
                      <a:pt x="66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B9BF128-EAA7-C8CA-B9B7-E8AA6325CDDA}"/>
                  </a:ext>
                </a:extLst>
              </p:cNvPr>
              <p:cNvSpPr/>
              <p:nvPr/>
            </p:nvSpPr>
            <p:spPr>
              <a:xfrm>
                <a:off x="3396041" y="3465264"/>
                <a:ext cx="40575" cy="43959"/>
              </a:xfrm>
              <a:custGeom>
                <a:avLst/>
                <a:gdLst>
                  <a:gd name="connsiteX0" fmla="*/ 17145 w 17145"/>
                  <a:gd name="connsiteY0" fmla="*/ 8572 h 17145"/>
                  <a:gd name="connsiteX1" fmla="*/ 8572 w 17145"/>
                  <a:gd name="connsiteY1" fmla="*/ 17145 h 17145"/>
                  <a:gd name="connsiteX2" fmla="*/ 0 w 17145"/>
                  <a:gd name="connsiteY2" fmla="*/ 8572 h 17145"/>
                  <a:gd name="connsiteX3" fmla="*/ 8572 w 17145"/>
                  <a:gd name="connsiteY3" fmla="*/ 0 h 17145"/>
                  <a:gd name="connsiteX4" fmla="*/ 17145 w 17145"/>
                  <a:gd name="connsiteY4" fmla="*/ 8572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2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2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0E22D2CF-8924-7B03-527C-7BF8A20C70C9}"/>
                  </a:ext>
                </a:extLst>
              </p:cNvPr>
              <p:cNvSpPr/>
              <p:nvPr/>
            </p:nvSpPr>
            <p:spPr>
              <a:xfrm>
                <a:off x="3046647" y="1577453"/>
                <a:ext cx="31558" cy="34188"/>
              </a:xfrm>
              <a:custGeom>
                <a:avLst/>
                <a:gdLst>
                  <a:gd name="connsiteX0" fmla="*/ 6668 w 13335"/>
                  <a:gd name="connsiteY0" fmla="*/ 0 h 13334"/>
                  <a:gd name="connsiteX1" fmla="*/ 13335 w 13335"/>
                  <a:gd name="connsiteY1" fmla="*/ 6667 h 13334"/>
                  <a:gd name="connsiteX2" fmla="*/ 6668 w 13335"/>
                  <a:gd name="connsiteY2" fmla="*/ 13335 h 13334"/>
                  <a:gd name="connsiteX3" fmla="*/ 0 w 13335"/>
                  <a:gd name="connsiteY3" fmla="*/ 6667 h 13334"/>
                  <a:gd name="connsiteX4" fmla="*/ 6668 w 13335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4">
                    <a:moveTo>
                      <a:pt x="6668" y="0"/>
                    </a:moveTo>
                    <a:cubicBezTo>
                      <a:pt x="10478" y="0"/>
                      <a:pt x="13335" y="2858"/>
                      <a:pt x="13335" y="6667"/>
                    </a:cubicBezTo>
                    <a:cubicBezTo>
                      <a:pt x="13335" y="10478"/>
                      <a:pt x="10478" y="13335"/>
                      <a:pt x="6668" y="13335"/>
                    </a:cubicBezTo>
                    <a:cubicBezTo>
                      <a:pt x="2858" y="13335"/>
                      <a:pt x="0" y="10478"/>
                      <a:pt x="0" y="6667"/>
                    </a:cubicBezTo>
                    <a:cubicBezTo>
                      <a:pt x="0" y="2858"/>
                      <a:pt x="1905" y="0"/>
                      <a:pt x="66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2729A1B9-9159-4A63-3A26-D33A48AB2AC6}"/>
                  </a:ext>
                </a:extLst>
              </p:cNvPr>
              <p:cNvSpPr/>
              <p:nvPr/>
            </p:nvSpPr>
            <p:spPr>
              <a:xfrm>
                <a:off x="3671047" y="2840064"/>
                <a:ext cx="36066" cy="39072"/>
              </a:xfrm>
              <a:custGeom>
                <a:avLst/>
                <a:gdLst>
                  <a:gd name="connsiteX0" fmla="*/ 15240 w 15240"/>
                  <a:gd name="connsiteY0" fmla="*/ 7620 h 15239"/>
                  <a:gd name="connsiteX1" fmla="*/ 7620 w 15240"/>
                  <a:gd name="connsiteY1" fmla="*/ 15240 h 15239"/>
                  <a:gd name="connsiteX2" fmla="*/ 0 w 15240"/>
                  <a:gd name="connsiteY2" fmla="*/ 7620 h 15239"/>
                  <a:gd name="connsiteX3" fmla="*/ 7620 w 15240"/>
                  <a:gd name="connsiteY3" fmla="*/ 0 h 15239"/>
                  <a:gd name="connsiteX4" fmla="*/ 15240 w 15240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DA4C046C-B6E9-644F-7B9D-74C99339243A}"/>
                  </a:ext>
                </a:extLst>
              </p:cNvPr>
              <p:cNvSpPr/>
              <p:nvPr/>
            </p:nvSpPr>
            <p:spPr>
              <a:xfrm>
                <a:off x="2954226" y="1816785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5240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8B9741B6-F5D4-BFAF-C51F-984299D6E659}"/>
                  </a:ext>
                </a:extLst>
              </p:cNvPr>
              <p:cNvSpPr/>
              <p:nvPr/>
            </p:nvSpPr>
            <p:spPr>
              <a:xfrm>
                <a:off x="2911398" y="2290572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8" y="0"/>
                      <a:pt x="28575" y="6668"/>
                      <a:pt x="28575" y="14288"/>
                    </a:cubicBezTo>
                    <a:cubicBezTo>
                      <a:pt x="28575" y="21907"/>
                      <a:pt x="21908" y="28575"/>
                      <a:pt x="14288" y="28575"/>
                    </a:cubicBezTo>
                    <a:cubicBezTo>
                      <a:pt x="6668" y="28575"/>
                      <a:pt x="0" y="21907"/>
                      <a:pt x="0" y="14288"/>
                    </a:cubicBezTo>
                    <a:cubicBezTo>
                      <a:pt x="0" y="6668"/>
                      <a:pt x="6668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17AD426C-6EDB-B8BA-453A-A2190C90ABDD}"/>
                  </a:ext>
                </a:extLst>
              </p:cNvPr>
              <p:cNvSpPr/>
              <p:nvPr/>
            </p:nvSpPr>
            <p:spPr>
              <a:xfrm>
                <a:off x="3407311" y="3208835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5"/>
                      <a:pt x="4264" y="0"/>
                      <a:pt x="9525" y="0"/>
                    </a:cubicBezTo>
                    <a:cubicBezTo>
                      <a:pt x="14785" y="0"/>
                      <a:pt x="19050" y="4265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100E8931-AB4A-5BE5-9DDB-02468AF54C7A}"/>
                  </a:ext>
                </a:extLst>
              </p:cNvPr>
              <p:cNvSpPr/>
              <p:nvPr/>
            </p:nvSpPr>
            <p:spPr>
              <a:xfrm>
                <a:off x="2915906" y="3577605"/>
                <a:ext cx="58605" cy="63494"/>
              </a:xfrm>
              <a:custGeom>
                <a:avLst/>
                <a:gdLst>
                  <a:gd name="connsiteX0" fmla="*/ 12382 w 24764"/>
                  <a:gd name="connsiteY0" fmla="*/ 0 h 24764"/>
                  <a:gd name="connsiteX1" fmla="*/ 24765 w 24764"/>
                  <a:gd name="connsiteY1" fmla="*/ 12382 h 24764"/>
                  <a:gd name="connsiteX2" fmla="*/ 12382 w 24764"/>
                  <a:gd name="connsiteY2" fmla="*/ 24765 h 24764"/>
                  <a:gd name="connsiteX3" fmla="*/ 0 w 24764"/>
                  <a:gd name="connsiteY3" fmla="*/ 12382 h 24764"/>
                  <a:gd name="connsiteX4" fmla="*/ 12382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4763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52D47960-FC05-D4CC-32A4-84216D606EDC}"/>
                  </a:ext>
                </a:extLst>
              </p:cNvPr>
              <p:cNvSpPr/>
              <p:nvPr/>
            </p:nvSpPr>
            <p:spPr>
              <a:xfrm>
                <a:off x="3418583" y="4236996"/>
                <a:ext cx="27047" cy="29304"/>
              </a:xfrm>
              <a:custGeom>
                <a:avLst/>
                <a:gdLst>
                  <a:gd name="connsiteX0" fmla="*/ 11430 w 11429"/>
                  <a:gd name="connsiteY0" fmla="*/ 5715 h 11429"/>
                  <a:gd name="connsiteX1" fmla="*/ 5715 w 11429"/>
                  <a:gd name="connsiteY1" fmla="*/ 11430 h 11429"/>
                  <a:gd name="connsiteX2" fmla="*/ 0 w 11429"/>
                  <a:gd name="connsiteY2" fmla="*/ 5715 h 11429"/>
                  <a:gd name="connsiteX3" fmla="*/ 5715 w 11429"/>
                  <a:gd name="connsiteY3" fmla="*/ 0 h 11429"/>
                  <a:gd name="connsiteX4" fmla="*/ 11430 w 11429"/>
                  <a:gd name="connsiteY4" fmla="*/ 5715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683D7902-901B-6946-CA35-1023C64F2F07}"/>
                  </a:ext>
                </a:extLst>
              </p:cNvPr>
              <p:cNvSpPr/>
              <p:nvPr/>
            </p:nvSpPr>
            <p:spPr>
              <a:xfrm>
                <a:off x="3071096" y="1709329"/>
                <a:ext cx="36412" cy="39075"/>
              </a:xfrm>
              <a:custGeom>
                <a:avLst/>
                <a:gdLst>
                  <a:gd name="connsiteX0" fmla="*/ 7767 w 15386"/>
                  <a:gd name="connsiteY0" fmla="*/ 0 h 15240"/>
                  <a:gd name="connsiteX1" fmla="*/ 15387 w 15386"/>
                  <a:gd name="connsiteY1" fmla="*/ 7620 h 15240"/>
                  <a:gd name="connsiteX2" fmla="*/ 7767 w 15386"/>
                  <a:gd name="connsiteY2" fmla="*/ 15240 h 15240"/>
                  <a:gd name="connsiteX3" fmla="*/ 147 w 15386"/>
                  <a:gd name="connsiteY3" fmla="*/ 7620 h 15240"/>
                  <a:gd name="connsiteX4" fmla="*/ 7767 w 15386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86" h="15240">
                    <a:moveTo>
                      <a:pt x="7767" y="0"/>
                    </a:moveTo>
                    <a:cubicBezTo>
                      <a:pt x="12529" y="0"/>
                      <a:pt x="15387" y="3810"/>
                      <a:pt x="15387" y="7620"/>
                    </a:cubicBezTo>
                    <a:cubicBezTo>
                      <a:pt x="15387" y="12383"/>
                      <a:pt x="11577" y="15240"/>
                      <a:pt x="7767" y="15240"/>
                    </a:cubicBezTo>
                    <a:cubicBezTo>
                      <a:pt x="3957" y="15240"/>
                      <a:pt x="147" y="11430"/>
                      <a:pt x="147" y="7620"/>
                    </a:cubicBezTo>
                    <a:cubicBezTo>
                      <a:pt x="-806" y="3810"/>
                      <a:pt x="3004" y="0"/>
                      <a:pt x="77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DC374F2D-63F9-4511-6717-2E365A2E060A}"/>
                  </a:ext>
                </a:extLst>
              </p:cNvPr>
              <p:cNvSpPr/>
              <p:nvPr/>
            </p:nvSpPr>
            <p:spPr>
              <a:xfrm>
                <a:off x="3175135" y="2512810"/>
                <a:ext cx="58605" cy="63494"/>
              </a:xfrm>
              <a:custGeom>
                <a:avLst/>
                <a:gdLst>
                  <a:gd name="connsiteX0" fmla="*/ 24765 w 24764"/>
                  <a:gd name="connsiteY0" fmla="*/ 12382 h 24764"/>
                  <a:gd name="connsiteX1" fmla="*/ 12382 w 24764"/>
                  <a:gd name="connsiteY1" fmla="*/ 24765 h 24764"/>
                  <a:gd name="connsiteX2" fmla="*/ 0 w 24764"/>
                  <a:gd name="connsiteY2" fmla="*/ 12382 h 24764"/>
                  <a:gd name="connsiteX3" fmla="*/ 12382 w 24764"/>
                  <a:gd name="connsiteY3" fmla="*/ 0 h 24764"/>
                  <a:gd name="connsiteX4" fmla="*/ 24765 w 24764"/>
                  <a:gd name="connsiteY4" fmla="*/ 12382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2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2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2F542F5-F201-A6AF-46AF-B16CEA318922}"/>
                  </a:ext>
                </a:extLst>
              </p:cNvPr>
              <p:cNvSpPr/>
              <p:nvPr/>
            </p:nvSpPr>
            <p:spPr>
              <a:xfrm>
                <a:off x="3035377" y="2009719"/>
                <a:ext cx="49589" cy="53728"/>
              </a:xfrm>
              <a:custGeom>
                <a:avLst/>
                <a:gdLst>
                  <a:gd name="connsiteX0" fmla="*/ 20955 w 20954"/>
                  <a:gd name="connsiteY0" fmla="*/ 10477 h 20955"/>
                  <a:gd name="connsiteX1" fmla="*/ 10478 w 20954"/>
                  <a:gd name="connsiteY1" fmla="*/ 20955 h 20955"/>
                  <a:gd name="connsiteX2" fmla="*/ 0 w 20954"/>
                  <a:gd name="connsiteY2" fmla="*/ 10477 h 20955"/>
                  <a:gd name="connsiteX3" fmla="*/ 10478 w 20954"/>
                  <a:gd name="connsiteY3" fmla="*/ 0 h 20955"/>
                  <a:gd name="connsiteX4" fmla="*/ 20955 w 20954"/>
                  <a:gd name="connsiteY4" fmla="*/ 10477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20955" y="10477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7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AFEB113F-7360-A3C4-0F1B-541F618B9AB2}"/>
                  </a:ext>
                </a:extLst>
              </p:cNvPr>
              <p:cNvSpPr/>
              <p:nvPr/>
            </p:nvSpPr>
            <p:spPr>
              <a:xfrm>
                <a:off x="3729655" y="2456641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1430" y="0"/>
                      <a:pt x="15240" y="2857"/>
                      <a:pt x="15240" y="7620"/>
                    </a:cubicBezTo>
                    <a:cubicBezTo>
                      <a:pt x="15240" y="11430"/>
                      <a:pt x="12383" y="15240"/>
                      <a:pt x="7620" y="15240"/>
                    </a:cubicBezTo>
                    <a:cubicBezTo>
                      <a:pt x="3810" y="15240"/>
                      <a:pt x="0" y="12382"/>
                      <a:pt x="0" y="7620"/>
                    </a:cubicBezTo>
                    <a:cubicBezTo>
                      <a:pt x="953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B2C41D33-A54B-2AC8-40B3-F22CAAC60EBF}"/>
                  </a:ext>
                </a:extLst>
              </p:cNvPr>
              <p:cNvSpPr/>
              <p:nvPr/>
            </p:nvSpPr>
            <p:spPr>
              <a:xfrm>
                <a:off x="3215709" y="3081841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33724486-7740-DA47-3542-148DCAD94ECA}"/>
                  </a:ext>
                </a:extLst>
              </p:cNvPr>
              <p:cNvSpPr/>
              <p:nvPr/>
            </p:nvSpPr>
            <p:spPr>
              <a:xfrm>
                <a:off x="3145583" y="2713070"/>
                <a:ext cx="58852" cy="63494"/>
              </a:xfrm>
              <a:custGeom>
                <a:avLst/>
                <a:gdLst>
                  <a:gd name="connsiteX0" fmla="*/ 12486 w 24868"/>
                  <a:gd name="connsiteY0" fmla="*/ 0 h 24764"/>
                  <a:gd name="connsiteX1" fmla="*/ 24869 w 24868"/>
                  <a:gd name="connsiteY1" fmla="*/ 12382 h 24764"/>
                  <a:gd name="connsiteX2" fmla="*/ 12486 w 24868"/>
                  <a:gd name="connsiteY2" fmla="*/ 24765 h 24764"/>
                  <a:gd name="connsiteX3" fmla="*/ 104 w 24868"/>
                  <a:gd name="connsiteY3" fmla="*/ 12382 h 24764"/>
                  <a:gd name="connsiteX4" fmla="*/ 12486 w 24868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868" h="24764">
                    <a:moveTo>
                      <a:pt x="12486" y="0"/>
                    </a:moveTo>
                    <a:cubicBezTo>
                      <a:pt x="19154" y="0"/>
                      <a:pt x="24869" y="5715"/>
                      <a:pt x="24869" y="12382"/>
                    </a:cubicBezTo>
                    <a:cubicBezTo>
                      <a:pt x="24869" y="19050"/>
                      <a:pt x="19154" y="24765"/>
                      <a:pt x="12486" y="24765"/>
                    </a:cubicBezTo>
                    <a:cubicBezTo>
                      <a:pt x="5819" y="24765"/>
                      <a:pt x="104" y="19050"/>
                      <a:pt x="104" y="12382"/>
                    </a:cubicBezTo>
                    <a:cubicBezTo>
                      <a:pt x="-849" y="5715"/>
                      <a:pt x="4866" y="0"/>
                      <a:pt x="1248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9329A741-809F-E475-A915-9D1E7DB13B27}"/>
                  </a:ext>
                </a:extLst>
              </p:cNvPr>
              <p:cNvSpPr/>
              <p:nvPr/>
            </p:nvSpPr>
            <p:spPr>
              <a:xfrm>
                <a:off x="3080458" y="1382078"/>
                <a:ext cx="27050" cy="29306"/>
              </a:xfrm>
              <a:custGeom>
                <a:avLst/>
                <a:gdLst>
                  <a:gd name="connsiteX0" fmla="*/ 5715 w 11430"/>
                  <a:gd name="connsiteY0" fmla="*/ 0 h 11430"/>
                  <a:gd name="connsiteX1" fmla="*/ 11430 w 11430"/>
                  <a:gd name="connsiteY1" fmla="*/ 5715 h 11430"/>
                  <a:gd name="connsiteX2" fmla="*/ 5715 w 11430"/>
                  <a:gd name="connsiteY2" fmla="*/ 11430 h 11430"/>
                  <a:gd name="connsiteX3" fmla="*/ 0 w 11430"/>
                  <a:gd name="connsiteY3" fmla="*/ 5715 h 11430"/>
                  <a:gd name="connsiteX4" fmla="*/ 5715 w 11430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" h="11430">
                    <a:moveTo>
                      <a:pt x="5715" y="0"/>
                    </a:moveTo>
                    <a:cubicBezTo>
                      <a:pt x="8573" y="0"/>
                      <a:pt x="11430" y="2858"/>
                      <a:pt x="11430" y="5715"/>
                    </a:cubicBezTo>
                    <a:cubicBezTo>
                      <a:pt x="11430" y="8573"/>
                      <a:pt x="8573" y="11430"/>
                      <a:pt x="5715" y="11430"/>
                    </a:cubicBezTo>
                    <a:cubicBezTo>
                      <a:pt x="2858" y="11430"/>
                      <a:pt x="0" y="8573"/>
                      <a:pt x="0" y="5715"/>
                    </a:cubicBezTo>
                    <a:cubicBezTo>
                      <a:pt x="0" y="2858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B12E57F9-C6E3-0850-9FD9-D24520803E0C}"/>
                  </a:ext>
                </a:extLst>
              </p:cNvPr>
              <p:cNvSpPr/>
              <p:nvPr/>
            </p:nvSpPr>
            <p:spPr>
              <a:xfrm>
                <a:off x="2997056" y="3570279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E0BF428A-FDA5-D7F9-4034-20A337F8A806}"/>
                  </a:ext>
                </a:extLst>
              </p:cNvPr>
              <p:cNvSpPr/>
              <p:nvPr/>
            </p:nvSpPr>
            <p:spPr>
              <a:xfrm>
                <a:off x="3019597" y="3228370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6667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C06A1975-9877-4914-0766-06354A028520}"/>
                  </a:ext>
                </a:extLst>
              </p:cNvPr>
              <p:cNvSpPr/>
              <p:nvPr/>
            </p:nvSpPr>
            <p:spPr>
              <a:xfrm>
                <a:off x="3778809" y="3540973"/>
                <a:ext cx="27485" cy="29304"/>
              </a:xfrm>
              <a:custGeom>
                <a:avLst/>
                <a:gdLst>
                  <a:gd name="connsiteX0" fmla="*/ 5900 w 11614"/>
                  <a:gd name="connsiteY0" fmla="*/ 0 h 11429"/>
                  <a:gd name="connsiteX1" fmla="*/ 11615 w 11614"/>
                  <a:gd name="connsiteY1" fmla="*/ 5715 h 11429"/>
                  <a:gd name="connsiteX2" fmla="*/ 5900 w 11614"/>
                  <a:gd name="connsiteY2" fmla="*/ 11430 h 11429"/>
                  <a:gd name="connsiteX3" fmla="*/ 185 w 11614"/>
                  <a:gd name="connsiteY3" fmla="*/ 5715 h 11429"/>
                  <a:gd name="connsiteX4" fmla="*/ 5900 w 11614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614" h="11429">
                    <a:moveTo>
                      <a:pt x="5900" y="0"/>
                    </a:moveTo>
                    <a:cubicBezTo>
                      <a:pt x="9710" y="0"/>
                      <a:pt x="11615" y="2857"/>
                      <a:pt x="11615" y="5715"/>
                    </a:cubicBezTo>
                    <a:cubicBezTo>
                      <a:pt x="11615" y="9525"/>
                      <a:pt x="8757" y="11430"/>
                      <a:pt x="5900" y="11430"/>
                    </a:cubicBezTo>
                    <a:cubicBezTo>
                      <a:pt x="2090" y="11430"/>
                      <a:pt x="185" y="8573"/>
                      <a:pt x="185" y="5715"/>
                    </a:cubicBezTo>
                    <a:cubicBezTo>
                      <a:pt x="-768" y="2857"/>
                      <a:pt x="2090" y="0"/>
                      <a:pt x="590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3E50B3C0-27CD-0536-5690-143F32366A0E}"/>
                  </a:ext>
                </a:extLst>
              </p:cNvPr>
              <p:cNvSpPr/>
              <p:nvPr/>
            </p:nvSpPr>
            <p:spPr>
              <a:xfrm>
                <a:off x="2976767" y="3252792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246BFE79-E5D8-28DB-82F8-50674FBA52B9}"/>
                  </a:ext>
                </a:extLst>
              </p:cNvPr>
              <p:cNvSpPr/>
              <p:nvPr/>
            </p:nvSpPr>
            <p:spPr>
              <a:xfrm>
                <a:off x="3197676" y="1596991"/>
                <a:ext cx="31558" cy="34188"/>
              </a:xfrm>
              <a:custGeom>
                <a:avLst/>
                <a:gdLst>
                  <a:gd name="connsiteX0" fmla="*/ 6667 w 13335"/>
                  <a:gd name="connsiteY0" fmla="*/ 0 h 13334"/>
                  <a:gd name="connsiteX1" fmla="*/ 13335 w 13335"/>
                  <a:gd name="connsiteY1" fmla="*/ 6667 h 13334"/>
                  <a:gd name="connsiteX2" fmla="*/ 6667 w 13335"/>
                  <a:gd name="connsiteY2" fmla="*/ 13335 h 13334"/>
                  <a:gd name="connsiteX3" fmla="*/ 0 w 13335"/>
                  <a:gd name="connsiteY3" fmla="*/ 6667 h 13334"/>
                  <a:gd name="connsiteX4" fmla="*/ 6667 w 13335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4">
                    <a:moveTo>
                      <a:pt x="6667" y="0"/>
                    </a:moveTo>
                    <a:cubicBezTo>
                      <a:pt x="10477" y="0"/>
                      <a:pt x="13335" y="2858"/>
                      <a:pt x="13335" y="6667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8"/>
                      <a:pt x="3810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5627846A-DD72-7D39-0D1C-E53CCB03D0C8}"/>
                  </a:ext>
                </a:extLst>
              </p:cNvPr>
              <p:cNvSpPr/>
              <p:nvPr/>
            </p:nvSpPr>
            <p:spPr>
              <a:xfrm>
                <a:off x="3021850" y="2349182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6668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EEF790FF-09D5-0C25-8A0B-55FB2914BCC5}"/>
                  </a:ext>
                </a:extLst>
              </p:cNvPr>
              <p:cNvSpPr/>
              <p:nvPr/>
            </p:nvSpPr>
            <p:spPr>
              <a:xfrm>
                <a:off x="3526782" y="2451757"/>
                <a:ext cx="40575" cy="43957"/>
              </a:xfrm>
              <a:custGeom>
                <a:avLst/>
                <a:gdLst>
                  <a:gd name="connsiteX0" fmla="*/ 17145 w 17145"/>
                  <a:gd name="connsiteY0" fmla="*/ 8573 h 17144"/>
                  <a:gd name="connsiteX1" fmla="*/ 8573 w 17145"/>
                  <a:gd name="connsiteY1" fmla="*/ 17145 h 17144"/>
                  <a:gd name="connsiteX2" fmla="*/ 0 w 17145"/>
                  <a:gd name="connsiteY2" fmla="*/ 8573 h 17144"/>
                  <a:gd name="connsiteX3" fmla="*/ 8573 w 17145"/>
                  <a:gd name="connsiteY3" fmla="*/ 0 h 17144"/>
                  <a:gd name="connsiteX4" fmla="*/ 17145 w 17145"/>
                  <a:gd name="connsiteY4" fmla="*/ 8573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3E9CD80D-544C-EB1B-78E9-7E5A1CF4B836}"/>
                  </a:ext>
                </a:extLst>
              </p:cNvPr>
              <p:cNvSpPr/>
              <p:nvPr/>
            </p:nvSpPr>
            <p:spPr>
              <a:xfrm>
                <a:off x="3139068" y="3511664"/>
                <a:ext cx="49589" cy="53728"/>
              </a:xfrm>
              <a:custGeom>
                <a:avLst/>
                <a:gdLst>
                  <a:gd name="connsiteX0" fmla="*/ 10477 w 20954"/>
                  <a:gd name="connsiteY0" fmla="*/ 0 h 20955"/>
                  <a:gd name="connsiteX1" fmla="*/ 20955 w 20954"/>
                  <a:gd name="connsiteY1" fmla="*/ 10478 h 20955"/>
                  <a:gd name="connsiteX2" fmla="*/ 10477 w 20954"/>
                  <a:gd name="connsiteY2" fmla="*/ 20955 h 20955"/>
                  <a:gd name="connsiteX3" fmla="*/ 0 w 20954"/>
                  <a:gd name="connsiteY3" fmla="*/ 10478 h 20955"/>
                  <a:gd name="connsiteX4" fmla="*/ 10477 w 20954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8"/>
                    </a:cubicBezTo>
                    <a:cubicBezTo>
                      <a:pt x="20955" y="16193"/>
                      <a:pt x="16192" y="20955"/>
                      <a:pt x="10477" y="20955"/>
                    </a:cubicBezTo>
                    <a:cubicBezTo>
                      <a:pt x="4763" y="20955"/>
                      <a:pt x="0" y="16193"/>
                      <a:pt x="0" y="10478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4394E009-0BFB-943A-DCA7-B5154CA09693}"/>
                  </a:ext>
                </a:extLst>
              </p:cNvPr>
              <p:cNvSpPr/>
              <p:nvPr/>
            </p:nvSpPr>
            <p:spPr>
              <a:xfrm>
                <a:off x="3393786" y="3042766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4763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2725108-BDC1-A519-CA0B-3B58E7993C9E}"/>
                  </a:ext>
                </a:extLst>
              </p:cNvPr>
              <p:cNvSpPr/>
              <p:nvPr/>
            </p:nvSpPr>
            <p:spPr>
              <a:xfrm>
                <a:off x="3781499" y="2661785"/>
                <a:ext cx="31556" cy="34191"/>
              </a:xfrm>
              <a:custGeom>
                <a:avLst/>
                <a:gdLst>
                  <a:gd name="connsiteX0" fmla="*/ 13335 w 13334"/>
                  <a:gd name="connsiteY0" fmla="*/ 6667 h 13335"/>
                  <a:gd name="connsiteX1" fmla="*/ 6668 w 13334"/>
                  <a:gd name="connsiteY1" fmla="*/ 13335 h 13335"/>
                  <a:gd name="connsiteX2" fmla="*/ 0 w 13334"/>
                  <a:gd name="connsiteY2" fmla="*/ 6667 h 13335"/>
                  <a:gd name="connsiteX3" fmla="*/ 6668 w 13334"/>
                  <a:gd name="connsiteY3" fmla="*/ 0 h 13335"/>
                  <a:gd name="connsiteX4" fmla="*/ 13335 w 13334"/>
                  <a:gd name="connsiteY4" fmla="*/ 6667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13335" y="6667"/>
                    </a:moveTo>
                    <a:cubicBezTo>
                      <a:pt x="13335" y="10350"/>
                      <a:pt x="10350" y="13335"/>
                      <a:pt x="6668" y="13335"/>
                    </a:cubicBezTo>
                    <a:cubicBezTo>
                      <a:pt x="2985" y="13335"/>
                      <a:pt x="0" y="10350"/>
                      <a:pt x="0" y="6667"/>
                    </a:cubicBezTo>
                    <a:cubicBezTo>
                      <a:pt x="0" y="2985"/>
                      <a:pt x="2985" y="0"/>
                      <a:pt x="6668" y="0"/>
                    </a:cubicBezTo>
                    <a:cubicBezTo>
                      <a:pt x="10350" y="0"/>
                      <a:pt x="13335" y="2985"/>
                      <a:pt x="13335" y="66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6DE0F825-E53C-AAA3-62E7-83A1462DB97B}"/>
                  </a:ext>
                </a:extLst>
              </p:cNvPr>
              <p:cNvSpPr/>
              <p:nvPr/>
            </p:nvSpPr>
            <p:spPr>
              <a:xfrm>
                <a:off x="3080460" y="3418864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51B11685-1019-2A0A-0911-196EE20849FF}"/>
                  </a:ext>
                </a:extLst>
              </p:cNvPr>
              <p:cNvSpPr/>
              <p:nvPr/>
            </p:nvSpPr>
            <p:spPr>
              <a:xfrm>
                <a:off x="2963245" y="2336973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D122358-FDE7-54E3-DAE9-42D655635139}"/>
                  </a:ext>
                </a:extLst>
              </p:cNvPr>
              <p:cNvSpPr/>
              <p:nvPr/>
            </p:nvSpPr>
            <p:spPr>
              <a:xfrm>
                <a:off x="3610184" y="4063601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3" y="0"/>
                      <a:pt x="11430" y="2857"/>
                      <a:pt x="11430" y="5715"/>
                    </a:cubicBezTo>
                    <a:cubicBezTo>
                      <a:pt x="11430" y="8572"/>
                      <a:pt x="8573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0" y="2857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54ABC352-096D-0D75-843B-9E1CD51C77DA}"/>
                  </a:ext>
                </a:extLst>
              </p:cNvPr>
              <p:cNvSpPr/>
              <p:nvPr/>
            </p:nvSpPr>
            <p:spPr>
              <a:xfrm>
                <a:off x="4097080" y="3045207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2" y="0"/>
                      <a:pt x="11430" y="1905"/>
                      <a:pt x="11430" y="5715"/>
                    </a:cubicBezTo>
                    <a:cubicBezTo>
                      <a:pt x="11430" y="9525"/>
                      <a:pt x="9525" y="11430"/>
                      <a:pt x="5715" y="11430"/>
                    </a:cubicBezTo>
                    <a:cubicBezTo>
                      <a:pt x="2858" y="11430"/>
                      <a:pt x="0" y="9525"/>
                      <a:pt x="0" y="5715"/>
                    </a:cubicBezTo>
                    <a:cubicBezTo>
                      <a:pt x="0" y="1905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859A3EC7-BC1D-8D70-E1AB-F1F4EB9BD44C}"/>
                  </a:ext>
                </a:extLst>
              </p:cNvPr>
              <p:cNvSpPr/>
              <p:nvPr/>
            </p:nvSpPr>
            <p:spPr>
              <a:xfrm>
                <a:off x="3046647" y="3008576"/>
                <a:ext cx="63116" cy="68381"/>
              </a:xfrm>
              <a:custGeom>
                <a:avLst/>
                <a:gdLst>
                  <a:gd name="connsiteX0" fmla="*/ 26670 w 26670"/>
                  <a:gd name="connsiteY0" fmla="*/ 13335 h 26670"/>
                  <a:gd name="connsiteX1" fmla="*/ 13335 w 26670"/>
                  <a:gd name="connsiteY1" fmla="*/ 26670 h 26670"/>
                  <a:gd name="connsiteX2" fmla="*/ 0 w 26670"/>
                  <a:gd name="connsiteY2" fmla="*/ 13335 h 26670"/>
                  <a:gd name="connsiteX3" fmla="*/ 13335 w 26670"/>
                  <a:gd name="connsiteY3" fmla="*/ 0 h 26670"/>
                  <a:gd name="connsiteX4" fmla="*/ 26670 w 26670"/>
                  <a:gd name="connsiteY4" fmla="*/ 13335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FC63FE11-C959-1F89-521B-0FBBA0954BC2}"/>
                  </a:ext>
                </a:extLst>
              </p:cNvPr>
              <p:cNvSpPr/>
              <p:nvPr/>
            </p:nvSpPr>
            <p:spPr>
              <a:xfrm>
                <a:off x="3398294" y="4026967"/>
                <a:ext cx="27047" cy="29304"/>
              </a:xfrm>
              <a:custGeom>
                <a:avLst/>
                <a:gdLst>
                  <a:gd name="connsiteX0" fmla="*/ 11430 w 11429"/>
                  <a:gd name="connsiteY0" fmla="*/ 5715 h 11429"/>
                  <a:gd name="connsiteX1" fmla="*/ 5715 w 11429"/>
                  <a:gd name="connsiteY1" fmla="*/ 11430 h 11429"/>
                  <a:gd name="connsiteX2" fmla="*/ 0 w 11429"/>
                  <a:gd name="connsiteY2" fmla="*/ 5715 h 11429"/>
                  <a:gd name="connsiteX3" fmla="*/ 5715 w 11429"/>
                  <a:gd name="connsiteY3" fmla="*/ 0 h 11429"/>
                  <a:gd name="connsiteX4" fmla="*/ 11430 w 11429"/>
                  <a:gd name="connsiteY4" fmla="*/ 5715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C425FD7E-C59D-D01C-6C85-70B6AD8C90A9}"/>
                  </a:ext>
                </a:extLst>
              </p:cNvPr>
              <p:cNvSpPr/>
              <p:nvPr/>
            </p:nvSpPr>
            <p:spPr>
              <a:xfrm>
                <a:off x="3254029" y="1838766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B13FFE2-A0F8-95D5-FF28-5FFBD24ED31F}"/>
                  </a:ext>
                </a:extLst>
              </p:cNvPr>
              <p:cNvSpPr/>
              <p:nvPr/>
            </p:nvSpPr>
            <p:spPr>
              <a:xfrm>
                <a:off x="3240504" y="2967057"/>
                <a:ext cx="54097" cy="58613"/>
              </a:xfrm>
              <a:custGeom>
                <a:avLst/>
                <a:gdLst>
                  <a:gd name="connsiteX0" fmla="*/ 11430 w 22859"/>
                  <a:gd name="connsiteY0" fmla="*/ 0 h 22860"/>
                  <a:gd name="connsiteX1" fmla="*/ 22860 w 22859"/>
                  <a:gd name="connsiteY1" fmla="*/ 11430 h 22860"/>
                  <a:gd name="connsiteX2" fmla="*/ 11430 w 22859"/>
                  <a:gd name="connsiteY2" fmla="*/ 22860 h 22860"/>
                  <a:gd name="connsiteX3" fmla="*/ 0 w 22859"/>
                  <a:gd name="connsiteY3" fmla="*/ 11430 h 22860"/>
                  <a:gd name="connsiteX4" fmla="*/ 11430 w 22859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59" h="22860">
                    <a:moveTo>
                      <a:pt x="11430" y="0"/>
                    </a:moveTo>
                    <a:cubicBezTo>
                      <a:pt x="18097" y="0"/>
                      <a:pt x="22860" y="4763"/>
                      <a:pt x="22860" y="11430"/>
                    </a:cubicBezTo>
                    <a:cubicBezTo>
                      <a:pt x="22860" y="18098"/>
                      <a:pt x="18097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C6C810C9-C916-67A0-0DDC-664989583FD8}"/>
                  </a:ext>
                </a:extLst>
              </p:cNvPr>
              <p:cNvSpPr/>
              <p:nvPr/>
            </p:nvSpPr>
            <p:spPr>
              <a:xfrm>
                <a:off x="3089475" y="2398026"/>
                <a:ext cx="58605" cy="63497"/>
              </a:xfrm>
              <a:custGeom>
                <a:avLst/>
                <a:gdLst>
                  <a:gd name="connsiteX0" fmla="*/ 12383 w 24764"/>
                  <a:gd name="connsiteY0" fmla="*/ 0 h 24765"/>
                  <a:gd name="connsiteX1" fmla="*/ 24765 w 24764"/>
                  <a:gd name="connsiteY1" fmla="*/ 12383 h 24765"/>
                  <a:gd name="connsiteX2" fmla="*/ 12383 w 24764"/>
                  <a:gd name="connsiteY2" fmla="*/ 24765 h 24765"/>
                  <a:gd name="connsiteX3" fmla="*/ 0 w 24764"/>
                  <a:gd name="connsiteY3" fmla="*/ 12383 h 24765"/>
                  <a:gd name="connsiteX4" fmla="*/ 12383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4763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C18CD7F0-4EB4-D6E4-2C54-10156C4E35EB}"/>
                  </a:ext>
                </a:extLst>
              </p:cNvPr>
              <p:cNvSpPr/>
              <p:nvPr/>
            </p:nvSpPr>
            <p:spPr>
              <a:xfrm>
                <a:off x="3091730" y="2910886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8BC3BF24-F36F-BD8E-D1D7-D06406F90595}"/>
                  </a:ext>
                </a:extLst>
              </p:cNvPr>
              <p:cNvSpPr/>
              <p:nvPr/>
            </p:nvSpPr>
            <p:spPr>
              <a:xfrm>
                <a:off x="3105009" y="2288129"/>
                <a:ext cx="54346" cy="58613"/>
              </a:xfrm>
              <a:custGeom>
                <a:avLst/>
                <a:gdLst>
                  <a:gd name="connsiteX0" fmla="*/ 11534 w 22964"/>
                  <a:gd name="connsiteY0" fmla="*/ 0 h 22860"/>
                  <a:gd name="connsiteX1" fmla="*/ 22964 w 22964"/>
                  <a:gd name="connsiteY1" fmla="*/ 11430 h 22860"/>
                  <a:gd name="connsiteX2" fmla="*/ 11534 w 22964"/>
                  <a:gd name="connsiteY2" fmla="*/ 22860 h 22860"/>
                  <a:gd name="connsiteX3" fmla="*/ 104 w 22964"/>
                  <a:gd name="connsiteY3" fmla="*/ 11430 h 22860"/>
                  <a:gd name="connsiteX4" fmla="*/ 11534 w 22964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64" h="22860">
                    <a:moveTo>
                      <a:pt x="11534" y="0"/>
                    </a:moveTo>
                    <a:cubicBezTo>
                      <a:pt x="18202" y="0"/>
                      <a:pt x="22964" y="4763"/>
                      <a:pt x="22964" y="11430"/>
                    </a:cubicBezTo>
                    <a:cubicBezTo>
                      <a:pt x="22964" y="18098"/>
                      <a:pt x="18202" y="22860"/>
                      <a:pt x="11534" y="22860"/>
                    </a:cubicBezTo>
                    <a:cubicBezTo>
                      <a:pt x="4867" y="22860"/>
                      <a:pt x="104" y="18098"/>
                      <a:pt x="104" y="11430"/>
                    </a:cubicBezTo>
                    <a:cubicBezTo>
                      <a:pt x="-848" y="5715"/>
                      <a:pt x="4867" y="0"/>
                      <a:pt x="1153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31A68BB4-DBF5-FECE-41E1-F4EDA315BEB5}"/>
                  </a:ext>
                </a:extLst>
              </p:cNvPr>
              <p:cNvSpPr/>
              <p:nvPr/>
            </p:nvSpPr>
            <p:spPr>
              <a:xfrm>
                <a:off x="3296859" y="2112291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952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9B794BFA-7B65-3386-0C7E-27E3107EE2DF}"/>
                  </a:ext>
                </a:extLst>
              </p:cNvPr>
              <p:cNvSpPr/>
              <p:nvPr/>
            </p:nvSpPr>
            <p:spPr>
              <a:xfrm>
                <a:off x="3330670" y="1404056"/>
                <a:ext cx="27047" cy="26863"/>
              </a:xfrm>
              <a:custGeom>
                <a:avLst/>
                <a:gdLst>
                  <a:gd name="connsiteX0" fmla="*/ 5715 w 11429"/>
                  <a:gd name="connsiteY0" fmla="*/ 0 h 10477"/>
                  <a:gd name="connsiteX1" fmla="*/ 11430 w 11429"/>
                  <a:gd name="connsiteY1" fmla="*/ 5715 h 10477"/>
                  <a:gd name="connsiteX2" fmla="*/ 5715 w 11429"/>
                  <a:gd name="connsiteY2" fmla="*/ 10478 h 10477"/>
                  <a:gd name="connsiteX3" fmla="*/ 0 w 11429"/>
                  <a:gd name="connsiteY3" fmla="*/ 4763 h 10477"/>
                  <a:gd name="connsiteX4" fmla="*/ 5715 w 11429"/>
                  <a:gd name="connsiteY4" fmla="*/ 0 h 10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0477">
                    <a:moveTo>
                      <a:pt x="5715" y="0"/>
                    </a:moveTo>
                    <a:cubicBezTo>
                      <a:pt x="8572" y="0"/>
                      <a:pt x="11430" y="1905"/>
                      <a:pt x="11430" y="5715"/>
                    </a:cubicBezTo>
                    <a:cubicBezTo>
                      <a:pt x="11430" y="9525"/>
                      <a:pt x="8572" y="10478"/>
                      <a:pt x="5715" y="10478"/>
                    </a:cubicBezTo>
                    <a:cubicBezTo>
                      <a:pt x="2857" y="10478"/>
                      <a:pt x="0" y="8573"/>
                      <a:pt x="0" y="4763"/>
                    </a:cubicBezTo>
                    <a:cubicBezTo>
                      <a:pt x="0" y="953"/>
                      <a:pt x="2857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8473E196-1D52-4BCD-2DAA-24D7E5A84464}"/>
                  </a:ext>
                </a:extLst>
              </p:cNvPr>
              <p:cNvSpPr/>
              <p:nvPr/>
            </p:nvSpPr>
            <p:spPr>
              <a:xfrm>
                <a:off x="3242759" y="1924244"/>
                <a:ext cx="40572" cy="43957"/>
              </a:xfrm>
              <a:custGeom>
                <a:avLst/>
                <a:gdLst>
                  <a:gd name="connsiteX0" fmla="*/ 8573 w 17144"/>
                  <a:gd name="connsiteY0" fmla="*/ 0 h 17144"/>
                  <a:gd name="connsiteX1" fmla="*/ 17145 w 17144"/>
                  <a:gd name="connsiteY1" fmla="*/ 8572 h 17144"/>
                  <a:gd name="connsiteX2" fmla="*/ 8573 w 17144"/>
                  <a:gd name="connsiteY2" fmla="*/ 17145 h 17144"/>
                  <a:gd name="connsiteX3" fmla="*/ 0 w 17144"/>
                  <a:gd name="connsiteY3" fmla="*/ 8572 h 17144"/>
                  <a:gd name="connsiteX4" fmla="*/ 8573 w 17144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4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110E1A46-77DA-DBB5-0704-40422A31B8FF}"/>
                  </a:ext>
                </a:extLst>
              </p:cNvPr>
              <p:cNvSpPr/>
              <p:nvPr/>
            </p:nvSpPr>
            <p:spPr>
              <a:xfrm>
                <a:off x="3346450" y="3790074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C6B63652-74AB-7A28-3CE8-BDAEC655EA17}"/>
                  </a:ext>
                </a:extLst>
              </p:cNvPr>
              <p:cNvSpPr/>
              <p:nvPr/>
            </p:nvSpPr>
            <p:spPr>
              <a:xfrm>
                <a:off x="3788263" y="3064745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7 h 13335"/>
                  <a:gd name="connsiteX2" fmla="*/ 6667 w 13334"/>
                  <a:gd name="connsiteY2" fmla="*/ 13335 h 13335"/>
                  <a:gd name="connsiteX3" fmla="*/ 0 w 13334"/>
                  <a:gd name="connsiteY3" fmla="*/ 6667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7" y="0"/>
                      <a:pt x="13335" y="2857"/>
                      <a:pt x="13335" y="6667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2857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C9F41964-E1F5-52B2-1B95-951F5D99B096}"/>
                  </a:ext>
                </a:extLst>
              </p:cNvPr>
              <p:cNvSpPr/>
              <p:nvPr/>
            </p:nvSpPr>
            <p:spPr>
              <a:xfrm>
                <a:off x="3028614" y="3653314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7 h 20954"/>
                  <a:gd name="connsiteX2" fmla="*/ 10477 w 20954"/>
                  <a:gd name="connsiteY2" fmla="*/ 20955 h 20954"/>
                  <a:gd name="connsiteX3" fmla="*/ 0 w 20954"/>
                  <a:gd name="connsiteY3" fmla="*/ 10477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4E7817D-9ACE-2266-0D6C-38CAD6BC029D}"/>
                  </a:ext>
                </a:extLst>
              </p:cNvPr>
              <p:cNvSpPr/>
              <p:nvPr/>
            </p:nvSpPr>
            <p:spPr>
              <a:xfrm>
                <a:off x="3283331" y="2647129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8" y="22860"/>
                      <a:pt x="11430" y="22860"/>
                    </a:cubicBezTo>
                    <a:cubicBezTo>
                      <a:pt x="5715" y="22860"/>
                      <a:pt x="0" y="18098"/>
                      <a:pt x="0" y="11430"/>
                    </a:cubicBezTo>
                    <a:cubicBezTo>
                      <a:pt x="953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38DD0974-8F3F-1E42-6DD8-1281C40D6607}"/>
                  </a:ext>
                </a:extLst>
              </p:cNvPr>
              <p:cNvSpPr/>
              <p:nvPr/>
            </p:nvSpPr>
            <p:spPr>
              <a:xfrm>
                <a:off x="3427597" y="2644688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3810"/>
                      <a:pt x="19050" y="9525"/>
                    </a:cubicBezTo>
                    <a:cubicBezTo>
                      <a:pt x="19050" y="15240"/>
                      <a:pt x="15240" y="19050"/>
                      <a:pt x="9525" y="19050"/>
                    </a:cubicBezTo>
                    <a:cubicBezTo>
                      <a:pt x="3810" y="19050"/>
                      <a:pt x="0" y="15240"/>
                      <a:pt x="0" y="9525"/>
                    </a:cubicBezTo>
                    <a:cubicBezTo>
                      <a:pt x="0" y="3810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06A121B9-3C25-D5DD-ECC2-43DBEFF3629C}"/>
                  </a:ext>
                </a:extLst>
              </p:cNvPr>
              <p:cNvSpPr/>
              <p:nvPr/>
            </p:nvSpPr>
            <p:spPr>
              <a:xfrm>
                <a:off x="3107510" y="2476179"/>
                <a:ext cx="58605" cy="63494"/>
              </a:xfrm>
              <a:custGeom>
                <a:avLst/>
                <a:gdLst>
                  <a:gd name="connsiteX0" fmla="*/ 24765 w 24764"/>
                  <a:gd name="connsiteY0" fmla="*/ 12382 h 24764"/>
                  <a:gd name="connsiteX1" fmla="*/ 12382 w 24764"/>
                  <a:gd name="connsiteY1" fmla="*/ 24765 h 24764"/>
                  <a:gd name="connsiteX2" fmla="*/ 0 w 24764"/>
                  <a:gd name="connsiteY2" fmla="*/ 12382 h 24764"/>
                  <a:gd name="connsiteX3" fmla="*/ 12382 w 24764"/>
                  <a:gd name="connsiteY3" fmla="*/ 0 h 24764"/>
                  <a:gd name="connsiteX4" fmla="*/ 24765 w 24764"/>
                  <a:gd name="connsiteY4" fmla="*/ 12382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2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2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22956052-2485-F78E-F1E7-8FAE331D62A1}"/>
                  </a:ext>
                </a:extLst>
              </p:cNvPr>
              <p:cNvSpPr/>
              <p:nvPr/>
            </p:nvSpPr>
            <p:spPr>
              <a:xfrm>
                <a:off x="2929431" y="3147779"/>
                <a:ext cx="72130" cy="78147"/>
              </a:xfrm>
              <a:custGeom>
                <a:avLst/>
                <a:gdLst>
                  <a:gd name="connsiteX0" fmla="*/ 15240 w 30479"/>
                  <a:gd name="connsiteY0" fmla="*/ 0 h 30479"/>
                  <a:gd name="connsiteX1" fmla="*/ 30480 w 30479"/>
                  <a:gd name="connsiteY1" fmla="*/ 15240 h 30479"/>
                  <a:gd name="connsiteX2" fmla="*/ 15240 w 30479"/>
                  <a:gd name="connsiteY2" fmla="*/ 30480 h 30479"/>
                  <a:gd name="connsiteX3" fmla="*/ 0 w 30479"/>
                  <a:gd name="connsiteY3" fmla="*/ 15240 h 30479"/>
                  <a:gd name="connsiteX4" fmla="*/ 15240 w 30479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7" y="30480"/>
                      <a:pt x="0" y="23813"/>
                      <a:pt x="0" y="15240"/>
                    </a:cubicBezTo>
                    <a:cubicBezTo>
                      <a:pt x="952" y="6667"/>
                      <a:pt x="7620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44043E09-B83E-4CE7-E6C0-34EA969B1749}"/>
                  </a:ext>
                </a:extLst>
              </p:cNvPr>
              <p:cNvSpPr/>
              <p:nvPr/>
            </p:nvSpPr>
            <p:spPr>
              <a:xfrm>
                <a:off x="2958736" y="2129388"/>
                <a:ext cx="58605" cy="63497"/>
              </a:xfrm>
              <a:custGeom>
                <a:avLst/>
                <a:gdLst>
                  <a:gd name="connsiteX0" fmla="*/ 12382 w 24764"/>
                  <a:gd name="connsiteY0" fmla="*/ 0 h 24765"/>
                  <a:gd name="connsiteX1" fmla="*/ 24765 w 24764"/>
                  <a:gd name="connsiteY1" fmla="*/ 12382 h 24765"/>
                  <a:gd name="connsiteX2" fmla="*/ 12382 w 24764"/>
                  <a:gd name="connsiteY2" fmla="*/ 24765 h 24765"/>
                  <a:gd name="connsiteX3" fmla="*/ 0 w 24764"/>
                  <a:gd name="connsiteY3" fmla="*/ 12382 h 24765"/>
                  <a:gd name="connsiteX4" fmla="*/ 12382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BA50BC38-E4E9-853E-DE10-088CBAB6CCA9}"/>
                  </a:ext>
                </a:extLst>
              </p:cNvPr>
              <p:cNvSpPr/>
              <p:nvPr/>
            </p:nvSpPr>
            <p:spPr>
              <a:xfrm>
                <a:off x="3152593" y="2571423"/>
                <a:ext cx="58605" cy="63494"/>
              </a:xfrm>
              <a:custGeom>
                <a:avLst/>
                <a:gdLst>
                  <a:gd name="connsiteX0" fmla="*/ 12382 w 24764"/>
                  <a:gd name="connsiteY0" fmla="*/ 0 h 24764"/>
                  <a:gd name="connsiteX1" fmla="*/ 24765 w 24764"/>
                  <a:gd name="connsiteY1" fmla="*/ 12382 h 24764"/>
                  <a:gd name="connsiteX2" fmla="*/ 12382 w 24764"/>
                  <a:gd name="connsiteY2" fmla="*/ 24765 h 24764"/>
                  <a:gd name="connsiteX3" fmla="*/ 0 w 24764"/>
                  <a:gd name="connsiteY3" fmla="*/ 12382 h 24764"/>
                  <a:gd name="connsiteX4" fmla="*/ 12382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4763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9A088067-7659-A773-E085-BA1985823E2B}"/>
                  </a:ext>
                </a:extLst>
              </p:cNvPr>
              <p:cNvSpPr/>
              <p:nvPr/>
            </p:nvSpPr>
            <p:spPr>
              <a:xfrm>
                <a:off x="2931684" y="2380932"/>
                <a:ext cx="67624" cy="73266"/>
              </a:xfrm>
              <a:custGeom>
                <a:avLst/>
                <a:gdLst>
                  <a:gd name="connsiteX0" fmla="*/ 14288 w 28575"/>
                  <a:gd name="connsiteY0" fmla="*/ 0 h 28575"/>
                  <a:gd name="connsiteX1" fmla="*/ 28575 w 28575"/>
                  <a:gd name="connsiteY1" fmla="*/ 14288 h 28575"/>
                  <a:gd name="connsiteX2" fmla="*/ 14288 w 28575"/>
                  <a:gd name="connsiteY2" fmla="*/ 28575 h 28575"/>
                  <a:gd name="connsiteX3" fmla="*/ 0 w 28575"/>
                  <a:gd name="connsiteY3" fmla="*/ 14288 h 28575"/>
                  <a:gd name="connsiteX4" fmla="*/ 14288 w 2857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4288" y="0"/>
                    </a:moveTo>
                    <a:cubicBezTo>
                      <a:pt x="21908" y="0"/>
                      <a:pt x="28575" y="6667"/>
                      <a:pt x="28575" y="14288"/>
                    </a:cubicBezTo>
                    <a:cubicBezTo>
                      <a:pt x="28575" y="21907"/>
                      <a:pt x="21908" y="28575"/>
                      <a:pt x="14288" y="28575"/>
                    </a:cubicBezTo>
                    <a:cubicBezTo>
                      <a:pt x="6668" y="28575"/>
                      <a:pt x="0" y="21907"/>
                      <a:pt x="0" y="14288"/>
                    </a:cubicBezTo>
                    <a:cubicBezTo>
                      <a:pt x="0" y="5715"/>
                      <a:pt x="6668" y="0"/>
                      <a:pt x="1428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CA74E58B-47A1-EE87-6798-1A4BC3CFDCF0}"/>
                  </a:ext>
                </a:extLst>
              </p:cNvPr>
              <p:cNvSpPr/>
              <p:nvPr/>
            </p:nvSpPr>
            <p:spPr>
              <a:xfrm>
                <a:off x="3501985" y="3311407"/>
                <a:ext cx="40572" cy="43959"/>
              </a:xfrm>
              <a:custGeom>
                <a:avLst/>
                <a:gdLst>
                  <a:gd name="connsiteX0" fmla="*/ 8573 w 17144"/>
                  <a:gd name="connsiteY0" fmla="*/ 0 h 17145"/>
                  <a:gd name="connsiteX1" fmla="*/ 17145 w 17144"/>
                  <a:gd name="connsiteY1" fmla="*/ 8573 h 17145"/>
                  <a:gd name="connsiteX2" fmla="*/ 8573 w 17144"/>
                  <a:gd name="connsiteY2" fmla="*/ 17145 h 17145"/>
                  <a:gd name="connsiteX3" fmla="*/ 0 w 17144"/>
                  <a:gd name="connsiteY3" fmla="*/ 8573 h 17145"/>
                  <a:gd name="connsiteX4" fmla="*/ 8573 w 17144"/>
                  <a:gd name="connsiteY4" fmla="*/ 0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8573" y="0"/>
                    </a:moveTo>
                    <a:cubicBezTo>
                      <a:pt x="13335" y="0"/>
                      <a:pt x="17145" y="3810"/>
                      <a:pt x="17145" y="8573"/>
                    </a:cubicBezTo>
                    <a:cubicBezTo>
                      <a:pt x="17145" y="13335"/>
                      <a:pt x="13335" y="17145"/>
                      <a:pt x="8573" y="17145"/>
                    </a:cubicBezTo>
                    <a:cubicBezTo>
                      <a:pt x="3810" y="17145"/>
                      <a:pt x="0" y="13335"/>
                      <a:pt x="0" y="8573"/>
                    </a:cubicBezTo>
                    <a:cubicBezTo>
                      <a:pt x="0" y="3810"/>
                      <a:pt x="3810" y="0"/>
                      <a:pt x="857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276A1C20-0499-F14E-45BC-6AB1A6C5A345}"/>
                  </a:ext>
                </a:extLst>
              </p:cNvPr>
              <p:cNvSpPr/>
              <p:nvPr/>
            </p:nvSpPr>
            <p:spPr>
              <a:xfrm>
                <a:off x="3010581" y="3301636"/>
                <a:ext cx="63116" cy="68381"/>
              </a:xfrm>
              <a:custGeom>
                <a:avLst/>
                <a:gdLst>
                  <a:gd name="connsiteX0" fmla="*/ 13335 w 26670"/>
                  <a:gd name="connsiteY0" fmla="*/ 0 h 26670"/>
                  <a:gd name="connsiteX1" fmla="*/ 26670 w 26670"/>
                  <a:gd name="connsiteY1" fmla="*/ 13335 h 26670"/>
                  <a:gd name="connsiteX2" fmla="*/ 13335 w 26670"/>
                  <a:gd name="connsiteY2" fmla="*/ 26670 h 26670"/>
                  <a:gd name="connsiteX3" fmla="*/ 0 w 26670"/>
                  <a:gd name="connsiteY3" fmla="*/ 13335 h 26670"/>
                  <a:gd name="connsiteX4" fmla="*/ 13335 w 26670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70">
                    <a:moveTo>
                      <a:pt x="13335" y="0"/>
                    </a:moveTo>
                    <a:cubicBezTo>
                      <a:pt x="20002" y="0"/>
                      <a:pt x="26670" y="5715"/>
                      <a:pt x="26670" y="13335"/>
                    </a:cubicBezTo>
                    <a:cubicBezTo>
                      <a:pt x="26670" y="20002"/>
                      <a:pt x="20955" y="26670"/>
                      <a:pt x="13335" y="26670"/>
                    </a:cubicBezTo>
                    <a:cubicBezTo>
                      <a:pt x="6668" y="26670"/>
                      <a:pt x="0" y="20955"/>
                      <a:pt x="0" y="13335"/>
                    </a:cubicBezTo>
                    <a:cubicBezTo>
                      <a:pt x="952" y="5715"/>
                      <a:pt x="6668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AAA76AD-36BA-B4D6-2DCF-F9BA0DBDAB3D}"/>
                  </a:ext>
                </a:extLst>
              </p:cNvPr>
              <p:cNvSpPr/>
              <p:nvPr/>
            </p:nvSpPr>
            <p:spPr>
              <a:xfrm>
                <a:off x="2920415" y="2920657"/>
                <a:ext cx="72133" cy="78147"/>
              </a:xfrm>
              <a:custGeom>
                <a:avLst/>
                <a:gdLst>
                  <a:gd name="connsiteX0" fmla="*/ 15240 w 30480"/>
                  <a:gd name="connsiteY0" fmla="*/ 0 h 30479"/>
                  <a:gd name="connsiteX1" fmla="*/ 30480 w 30480"/>
                  <a:gd name="connsiteY1" fmla="*/ 15240 h 30479"/>
                  <a:gd name="connsiteX2" fmla="*/ 15240 w 30480"/>
                  <a:gd name="connsiteY2" fmla="*/ 30480 h 30479"/>
                  <a:gd name="connsiteX3" fmla="*/ 0 w 30480"/>
                  <a:gd name="connsiteY3" fmla="*/ 15240 h 30479"/>
                  <a:gd name="connsiteX4" fmla="*/ 15240 w 30480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30479">
                    <a:moveTo>
                      <a:pt x="15240" y="0"/>
                    </a:moveTo>
                    <a:cubicBezTo>
                      <a:pt x="23813" y="0"/>
                      <a:pt x="30480" y="6668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8" y="30480"/>
                      <a:pt x="0" y="23813"/>
                      <a:pt x="0" y="15240"/>
                    </a:cubicBezTo>
                    <a:cubicBezTo>
                      <a:pt x="0" y="6668"/>
                      <a:pt x="6668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673FE031-DBFD-E94A-B0CA-96E40154D8B8}"/>
                  </a:ext>
                </a:extLst>
              </p:cNvPr>
              <p:cNvSpPr/>
              <p:nvPr/>
            </p:nvSpPr>
            <p:spPr>
              <a:xfrm>
                <a:off x="3702605" y="3665523"/>
                <a:ext cx="27047" cy="29304"/>
              </a:xfrm>
              <a:custGeom>
                <a:avLst/>
                <a:gdLst>
                  <a:gd name="connsiteX0" fmla="*/ 11430 w 11429"/>
                  <a:gd name="connsiteY0" fmla="*/ 5715 h 11429"/>
                  <a:gd name="connsiteX1" fmla="*/ 5715 w 11429"/>
                  <a:gd name="connsiteY1" fmla="*/ 11430 h 11429"/>
                  <a:gd name="connsiteX2" fmla="*/ 0 w 11429"/>
                  <a:gd name="connsiteY2" fmla="*/ 5715 h 11429"/>
                  <a:gd name="connsiteX3" fmla="*/ 5715 w 11429"/>
                  <a:gd name="connsiteY3" fmla="*/ 0 h 11429"/>
                  <a:gd name="connsiteX4" fmla="*/ 11430 w 11429"/>
                  <a:gd name="connsiteY4" fmla="*/ 5715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44B0C3B5-C421-F090-0E1E-653F61A932C0}"/>
                  </a:ext>
                </a:extLst>
              </p:cNvPr>
              <p:cNvSpPr/>
              <p:nvPr/>
            </p:nvSpPr>
            <p:spPr>
              <a:xfrm>
                <a:off x="2999311" y="1741078"/>
                <a:ext cx="40575" cy="43959"/>
              </a:xfrm>
              <a:custGeom>
                <a:avLst/>
                <a:gdLst>
                  <a:gd name="connsiteX0" fmla="*/ 17145 w 17145"/>
                  <a:gd name="connsiteY0" fmla="*/ 8573 h 17145"/>
                  <a:gd name="connsiteX1" fmla="*/ 8573 w 17145"/>
                  <a:gd name="connsiteY1" fmla="*/ 17145 h 17145"/>
                  <a:gd name="connsiteX2" fmla="*/ 0 w 17145"/>
                  <a:gd name="connsiteY2" fmla="*/ 8573 h 17145"/>
                  <a:gd name="connsiteX3" fmla="*/ 8573 w 17145"/>
                  <a:gd name="connsiteY3" fmla="*/ 0 h 17145"/>
                  <a:gd name="connsiteX4" fmla="*/ 17145 w 17145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2017006-2187-F30E-B87A-F49BEC4CC5A2}"/>
                  </a:ext>
                </a:extLst>
              </p:cNvPr>
              <p:cNvSpPr/>
              <p:nvPr/>
            </p:nvSpPr>
            <p:spPr>
              <a:xfrm>
                <a:off x="3152593" y="1716657"/>
                <a:ext cx="36064" cy="39075"/>
              </a:xfrm>
              <a:custGeom>
                <a:avLst/>
                <a:gdLst>
                  <a:gd name="connsiteX0" fmla="*/ 7620 w 15239"/>
                  <a:gd name="connsiteY0" fmla="*/ 0 h 15240"/>
                  <a:gd name="connsiteX1" fmla="*/ 15240 w 15239"/>
                  <a:gd name="connsiteY1" fmla="*/ 7620 h 15240"/>
                  <a:gd name="connsiteX2" fmla="*/ 7620 w 15239"/>
                  <a:gd name="connsiteY2" fmla="*/ 15240 h 15240"/>
                  <a:gd name="connsiteX3" fmla="*/ 0 w 15239"/>
                  <a:gd name="connsiteY3" fmla="*/ 7620 h 15240"/>
                  <a:gd name="connsiteX4" fmla="*/ 7620 w 15239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355CA6B7-9A28-FD65-962A-2F1157517381}"/>
                  </a:ext>
                </a:extLst>
              </p:cNvPr>
              <p:cNvSpPr/>
              <p:nvPr/>
            </p:nvSpPr>
            <p:spPr>
              <a:xfrm>
                <a:off x="3181896" y="2974385"/>
                <a:ext cx="58605" cy="6349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3 w 24764"/>
                  <a:gd name="connsiteY1" fmla="*/ 24765 h 24764"/>
                  <a:gd name="connsiteX2" fmla="*/ 0 w 24764"/>
                  <a:gd name="connsiteY2" fmla="*/ 12383 h 24764"/>
                  <a:gd name="connsiteX3" fmla="*/ 12383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3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3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7E0CBBC8-068F-FB96-2CB5-F9A45528E5A2}"/>
                  </a:ext>
                </a:extLst>
              </p:cNvPr>
              <p:cNvSpPr/>
              <p:nvPr/>
            </p:nvSpPr>
            <p:spPr>
              <a:xfrm>
                <a:off x="3267554" y="2439545"/>
                <a:ext cx="49589" cy="53728"/>
              </a:xfrm>
              <a:custGeom>
                <a:avLst/>
                <a:gdLst>
                  <a:gd name="connsiteX0" fmla="*/ 10477 w 20954"/>
                  <a:gd name="connsiteY0" fmla="*/ 0 h 20955"/>
                  <a:gd name="connsiteX1" fmla="*/ 20955 w 20954"/>
                  <a:gd name="connsiteY1" fmla="*/ 10478 h 20955"/>
                  <a:gd name="connsiteX2" fmla="*/ 10477 w 20954"/>
                  <a:gd name="connsiteY2" fmla="*/ 20955 h 20955"/>
                  <a:gd name="connsiteX3" fmla="*/ 0 w 20954"/>
                  <a:gd name="connsiteY3" fmla="*/ 10478 h 20955"/>
                  <a:gd name="connsiteX4" fmla="*/ 10477 w 20954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8"/>
                    </a:cubicBezTo>
                    <a:cubicBezTo>
                      <a:pt x="20955" y="16193"/>
                      <a:pt x="16192" y="20955"/>
                      <a:pt x="10477" y="20955"/>
                    </a:cubicBezTo>
                    <a:cubicBezTo>
                      <a:pt x="4763" y="20955"/>
                      <a:pt x="0" y="16193"/>
                      <a:pt x="0" y="10478"/>
                    </a:cubicBezTo>
                    <a:cubicBezTo>
                      <a:pt x="0" y="5715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110476FD-9206-79ED-F030-8497065AB408}"/>
                  </a:ext>
                </a:extLst>
              </p:cNvPr>
              <p:cNvSpPr/>
              <p:nvPr/>
            </p:nvSpPr>
            <p:spPr>
              <a:xfrm>
                <a:off x="3055664" y="3348039"/>
                <a:ext cx="58605" cy="63494"/>
              </a:xfrm>
              <a:custGeom>
                <a:avLst/>
                <a:gdLst>
                  <a:gd name="connsiteX0" fmla="*/ 12383 w 24764"/>
                  <a:gd name="connsiteY0" fmla="*/ 0 h 24764"/>
                  <a:gd name="connsiteX1" fmla="*/ 24765 w 24764"/>
                  <a:gd name="connsiteY1" fmla="*/ 12383 h 24764"/>
                  <a:gd name="connsiteX2" fmla="*/ 12383 w 24764"/>
                  <a:gd name="connsiteY2" fmla="*/ 24765 h 24764"/>
                  <a:gd name="connsiteX3" fmla="*/ 0 w 24764"/>
                  <a:gd name="connsiteY3" fmla="*/ 12383 h 24764"/>
                  <a:gd name="connsiteX4" fmla="*/ 12383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0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4932013D-B0EC-B537-A86C-64288E315961}"/>
                  </a:ext>
                </a:extLst>
              </p:cNvPr>
              <p:cNvSpPr/>
              <p:nvPr/>
            </p:nvSpPr>
            <p:spPr>
              <a:xfrm>
                <a:off x="3398294" y="2432219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3810" y="19050"/>
                      <a:pt x="0" y="15240"/>
                      <a:pt x="0" y="9525"/>
                    </a:cubicBezTo>
                    <a:cubicBezTo>
                      <a:pt x="0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76C216E7-EDAC-4B2C-96DF-70C18AADB54C}"/>
                  </a:ext>
                </a:extLst>
              </p:cNvPr>
              <p:cNvSpPr/>
              <p:nvPr/>
            </p:nvSpPr>
            <p:spPr>
              <a:xfrm>
                <a:off x="3024105" y="1853419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4"/>
                      <a:pt x="4264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6D1F0722-4137-AB62-6A9B-B8C373AFACC6}"/>
                  </a:ext>
                </a:extLst>
              </p:cNvPr>
              <p:cNvSpPr/>
              <p:nvPr/>
            </p:nvSpPr>
            <p:spPr>
              <a:xfrm>
                <a:off x="2940703" y="1899822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7 h 20954"/>
                  <a:gd name="connsiteX2" fmla="*/ 10477 w 20954"/>
                  <a:gd name="connsiteY2" fmla="*/ 20955 h 20954"/>
                  <a:gd name="connsiteX3" fmla="*/ 0 w 20954"/>
                  <a:gd name="connsiteY3" fmla="*/ 10477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952" y="3810"/>
                      <a:pt x="5715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BA5AF991-C29B-9832-4F15-45AE212760AE}"/>
                  </a:ext>
                </a:extLst>
              </p:cNvPr>
              <p:cNvSpPr/>
              <p:nvPr/>
            </p:nvSpPr>
            <p:spPr>
              <a:xfrm>
                <a:off x="3456902" y="3580048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2382" y="0"/>
                      <a:pt x="15240" y="3810"/>
                      <a:pt x="15240" y="7620"/>
                    </a:cubicBezTo>
                    <a:cubicBezTo>
                      <a:pt x="15240" y="12383"/>
                      <a:pt x="11430" y="15240"/>
                      <a:pt x="7620" y="15240"/>
                    </a:cubicBezTo>
                    <a:cubicBezTo>
                      <a:pt x="2857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956E3715-A1C2-CAB5-6F92-973FA6B4EF49}"/>
                  </a:ext>
                </a:extLst>
              </p:cNvPr>
              <p:cNvSpPr/>
              <p:nvPr/>
            </p:nvSpPr>
            <p:spPr>
              <a:xfrm>
                <a:off x="3269806" y="3296754"/>
                <a:ext cx="49591" cy="53726"/>
              </a:xfrm>
              <a:custGeom>
                <a:avLst/>
                <a:gdLst>
                  <a:gd name="connsiteX0" fmla="*/ 10477 w 20955"/>
                  <a:gd name="connsiteY0" fmla="*/ 0 h 20954"/>
                  <a:gd name="connsiteX1" fmla="*/ 20955 w 20955"/>
                  <a:gd name="connsiteY1" fmla="*/ 10477 h 20954"/>
                  <a:gd name="connsiteX2" fmla="*/ 10477 w 20955"/>
                  <a:gd name="connsiteY2" fmla="*/ 20955 h 20954"/>
                  <a:gd name="connsiteX3" fmla="*/ 0 w 20955"/>
                  <a:gd name="connsiteY3" fmla="*/ 10477 h 20954"/>
                  <a:gd name="connsiteX4" fmla="*/ 10477 w 20955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4">
                    <a:moveTo>
                      <a:pt x="10477" y="0"/>
                    </a:moveTo>
                    <a:cubicBezTo>
                      <a:pt x="16193" y="0"/>
                      <a:pt x="20955" y="4763"/>
                      <a:pt x="20955" y="10477"/>
                    </a:cubicBezTo>
                    <a:cubicBezTo>
                      <a:pt x="20955" y="16192"/>
                      <a:pt x="16193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3F3618EA-5EA9-B3BB-3426-ACDC480E5BBD}"/>
                  </a:ext>
                </a:extLst>
              </p:cNvPr>
              <p:cNvSpPr/>
              <p:nvPr/>
            </p:nvSpPr>
            <p:spPr>
              <a:xfrm>
                <a:off x="2927178" y="4229668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2858"/>
                      <a:pt x="15240" y="7620"/>
                    </a:cubicBezTo>
                    <a:cubicBezTo>
                      <a:pt x="15240" y="11430"/>
                      <a:pt x="12382" y="15240"/>
                      <a:pt x="7620" y="15240"/>
                    </a:cubicBezTo>
                    <a:cubicBezTo>
                      <a:pt x="3810" y="15240"/>
                      <a:pt x="0" y="12383"/>
                      <a:pt x="0" y="7620"/>
                    </a:cubicBezTo>
                    <a:cubicBezTo>
                      <a:pt x="0" y="2858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903C1A48-843F-7E95-06A3-598B3A5727F9}"/>
                  </a:ext>
                </a:extLst>
              </p:cNvPr>
              <p:cNvSpPr/>
              <p:nvPr/>
            </p:nvSpPr>
            <p:spPr>
              <a:xfrm>
                <a:off x="3003819" y="3177086"/>
                <a:ext cx="63114" cy="68381"/>
              </a:xfrm>
              <a:custGeom>
                <a:avLst/>
                <a:gdLst>
                  <a:gd name="connsiteX0" fmla="*/ 13335 w 26669"/>
                  <a:gd name="connsiteY0" fmla="*/ 0 h 26670"/>
                  <a:gd name="connsiteX1" fmla="*/ 26670 w 26669"/>
                  <a:gd name="connsiteY1" fmla="*/ 13335 h 26670"/>
                  <a:gd name="connsiteX2" fmla="*/ 13335 w 26669"/>
                  <a:gd name="connsiteY2" fmla="*/ 26670 h 26670"/>
                  <a:gd name="connsiteX3" fmla="*/ 0 w 26669"/>
                  <a:gd name="connsiteY3" fmla="*/ 13335 h 26670"/>
                  <a:gd name="connsiteX4" fmla="*/ 13335 w 26669"/>
                  <a:gd name="connsiteY4" fmla="*/ 0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69" h="26670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64B1DBF8-8251-BBDF-6B89-DD6F95C99BA2}"/>
                  </a:ext>
                </a:extLst>
              </p:cNvPr>
              <p:cNvSpPr/>
              <p:nvPr/>
            </p:nvSpPr>
            <p:spPr>
              <a:xfrm>
                <a:off x="3477191" y="3194182"/>
                <a:ext cx="40572" cy="43959"/>
              </a:xfrm>
              <a:custGeom>
                <a:avLst/>
                <a:gdLst>
                  <a:gd name="connsiteX0" fmla="*/ 17145 w 17144"/>
                  <a:gd name="connsiteY0" fmla="*/ 8572 h 17145"/>
                  <a:gd name="connsiteX1" fmla="*/ 8573 w 17144"/>
                  <a:gd name="connsiteY1" fmla="*/ 17145 h 17145"/>
                  <a:gd name="connsiteX2" fmla="*/ 0 w 17144"/>
                  <a:gd name="connsiteY2" fmla="*/ 8572 h 17145"/>
                  <a:gd name="connsiteX3" fmla="*/ 8573 w 17144"/>
                  <a:gd name="connsiteY3" fmla="*/ 0 h 17145"/>
                  <a:gd name="connsiteX4" fmla="*/ 17145 w 17144"/>
                  <a:gd name="connsiteY4" fmla="*/ 8572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7145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BF067ABD-F983-3403-24A1-AF7E62823FAB}"/>
                  </a:ext>
                </a:extLst>
              </p:cNvPr>
              <p:cNvSpPr/>
              <p:nvPr/>
            </p:nvSpPr>
            <p:spPr>
              <a:xfrm>
                <a:off x="3389278" y="3279658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5"/>
                      <a:pt x="14786" y="19050"/>
                      <a:pt x="9525" y="19050"/>
                    </a:cubicBezTo>
                    <a:cubicBezTo>
                      <a:pt x="4265" y="19050"/>
                      <a:pt x="0" y="14785"/>
                      <a:pt x="0" y="9525"/>
                    </a:cubicBezTo>
                    <a:cubicBezTo>
                      <a:pt x="0" y="4264"/>
                      <a:pt x="4265" y="0"/>
                      <a:pt x="9525" y="0"/>
                    </a:cubicBezTo>
                    <a:cubicBezTo>
                      <a:pt x="14786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B4C499F5-0958-1D55-C03B-A438A6857993}"/>
                  </a:ext>
                </a:extLst>
              </p:cNvPr>
              <p:cNvSpPr/>
              <p:nvPr/>
            </p:nvSpPr>
            <p:spPr>
              <a:xfrm>
                <a:off x="3130052" y="3001248"/>
                <a:ext cx="58605" cy="63494"/>
              </a:xfrm>
              <a:custGeom>
                <a:avLst/>
                <a:gdLst>
                  <a:gd name="connsiteX0" fmla="*/ 12382 w 24764"/>
                  <a:gd name="connsiteY0" fmla="*/ 0 h 24764"/>
                  <a:gd name="connsiteX1" fmla="*/ 24765 w 24764"/>
                  <a:gd name="connsiteY1" fmla="*/ 12382 h 24764"/>
                  <a:gd name="connsiteX2" fmla="*/ 12382 w 24764"/>
                  <a:gd name="connsiteY2" fmla="*/ 24765 h 24764"/>
                  <a:gd name="connsiteX3" fmla="*/ 0 w 24764"/>
                  <a:gd name="connsiteY3" fmla="*/ 12382 h 24764"/>
                  <a:gd name="connsiteX4" fmla="*/ 12382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19F08C27-AA92-0DA0-5C52-73E88288D703}"/>
                  </a:ext>
                </a:extLst>
              </p:cNvPr>
              <p:cNvSpPr/>
              <p:nvPr/>
            </p:nvSpPr>
            <p:spPr>
              <a:xfrm>
                <a:off x="3263045" y="2378489"/>
                <a:ext cx="49589" cy="53728"/>
              </a:xfrm>
              <a:custGeom>
                <a:avLst/>
                <a:gdLst>
                  <a:gd name="connsiteX0" fmla="*/ 10477 w 20954"/>
                  <a:gd name="connsiteY0" fmla="*/ 0 h 20955"/>
                  <a:gd name="connsiteX1" fmla="*/ 20955 w 20954"/>
                  <a:gd name="connsiteY1" fmla="*/ 10478 h 20955"/>
                  <a:gd name="connsiteX2" fmla="*/ 10477 w 20954"/>
                  <a:gd name="connsiteY2" fmla="*/ 20955 h 20955"/>
                  <a:gd name="connsiteX3" fmla="*/ 0 w 20954"/>
                  <a:gd name="connsiteY3" fmla="*/ 10478 h 20955"/>
                  <a:gd name="connsiteX4" fmla="*/ 10477 w 20954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5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8"/>
                    </a:cubicBezTo>
                    <a:cubicBezTo>
                      <a:pt x="20955" y="16193"/>
                      <a:pt x="16192" y="20955"/>
                      <a:pt x="10477" y="20955"/>
                    </a:cubicBezTo>
                    <a:cubicBezTo>
                      <a:pt x="4763" y="20955"/>
                      <a:pt x="0" y="16193"/>
                      <a:pt x="0" y="10478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3798528A-4B73-CEBC-0611-8A3F823E8923}"/>
                  </a:ext>
                </a:extLst>
              </p:cNvPr>
              <p:cNvSpPr/>
              <p:nvPr/>
            </p:nvSpPr>
            <p:spPr>
              <a:xfrm>
                <a:off x="3664284" y="2312551"/>
                <a:ext cx="36064" cy="39075"/>
              </a:xfrm>
              <a:custGeom>
                <a:avLst/>
                <a:gdLst>
                  <a:gd name="connsiteX0" fmla="*/ 7620 w 15239"/>
                  <a:gd name="connsiteY0" fmla="*/ 0 h 15240"/>
                  <a:gd name="connsiteX1" fmla="*/ 15240 w 15239"/>
                  <a:gd name="connsiteY1" fmla="*/ 7620 h 15240"/>
                  <a:gd name="connsiteX2" fmla="*/ 7620 w 15239"/>
                  <a:gd name="connsiteY2" fmla="*/ 15240 h 15240"/>
                  <a:gd name="connsiteX3" fmla="*/ 0 w 15239"/>
                  <a:gd name="connsiteY3" fmla="*/ 7620 h 15240"/>
                  <a:gd name="connsiteX4" fmla="*/ 7620 w 15239"/>
                  <a:gd name="connsiteY4" fmla="*/ 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40">
                    <a:moveTo>
                      <a:pt x="7620" y="0"/>
                    </a:moveTo>
                    <a:cubicBezTo>
                      <a:pt x="11430" y="0"/>
                      <a:pt x="15240" y="2858"/>
                      <a:pt x="15240" y="7620"/>
                    </a:cubicBezTo>
                    <a:cubicBezTo>
                      <a:pt x="15240" y="11430"/>
                      <a:pt x="12382" y="15240"/>
                      <a:pt x="7620" y="15240"/>
                    </a:cubicBezTo>
                    <a:cubicBezTo>
                      <a:pt x="3810" y="15240"/>
                      <a:pt x="0" y="12383"/>
                      <a:pt x="0" y="7620"/>
                    </a:cubicBezTo>
                    <a:cubicBezTo>
                      <a:pt x="952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78ECE7A6-326F-9492-D55F-77D6988E2BA0}"/>
                  </a:ext>
                </a:extLst>
              </p:cNvPr>
              <p:cNvSpPr/>
              <p:nvPr/>
            </p:nvSpPr>
            <p:spPr>
              <a:xfrm>
                <a:off x="4067777" y="2544557"/>
                <a:ext cx="27047" cy="29306"/>
              </a:xfrm>
              <a:custGeom>
                <a:avLst/>
                <a:gdLst>
                  <a:gd name="connsiteX0" fmla="*/ 5715 w 11429"/>
                  <a:gd name="connsiteY0" fmla="*/ 0 h 11430"/>
                  <a:gd name="connsiteX1" fmla="*/ 11430 w 11429"/>
                  <a:gd name="connsiteY1" fmla="*/ 5715 h 11430"/>
                  <a:gd name="connsiteX2" fmla="*/ 5715 w 11429"/>
                  <a:gd name="connsiteY2" fmla="*/ 11430 h 11430"/>
                  <a:gd name="connsiteX3" fmla="*/ 0 w 11429"/>
                  <a:gd name="connsiteY3" fmla="*/ 5715 h 11430"/>
                  <a:gd name="connsiteX4" fmla="*/ 5715 w 11429"/>
                  <a:gd name="connsiteY4" fmla="*/ 0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5715" y="0"/>
                    </a:moveTo>
                    <a:cubicBezTo>
                      <a:pt x="8572" y="0"/>
                      <a:pt x="11430" y="2858"/>
                      <a:pt x="11430" y="5715"/>
                    </a:cubicBezTo>
                    <a:cubicBezTo>
                      <a:pt x="11430" y="8573"/>
                      <a:pt x="8572" y="11430"/>
                      <a:pt x="5715" y="11430"/>
                    </a:cubicBezTo>
                    <a:cubicBezTo>
                      <a:pt x="2858" y="11430"/>
                      <a:pt x="0" y="8573"/>
                      <a:pt x="0" y="5715"/>
                    </a:cubicBezTo>
                    <a:cubicBezTo>
                      <a:pt x="953" y="2858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28393572-4D76-6BFE-D5BE-79CCBCF15ABC}"/>
                  </a:ext>
                </a:extLst>
              </p:cNvPr>
              <p:cNvSpPr/>
              <p:nvPr/>
            </p:nvSpPr>
            <p:spPr>
              <a:xfrm>
                <a:off x="3084969" y="3487245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8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09473C18-CD53-0DB4-2168-2CF9E609FF3E}"/>
                  </a:ext>
                </a:extLst>
              </p:cNvPr>
              <p:cNvSpPr/>
              <p:nvPr/>
            </p:nvSpPr>
            <p:spPr>
              <a:xfrm>
                <a:off x="3154846" y="3602026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8C112CC8-FEDA-CE59-2BEA-B2D254CB860E}"/>
                  </a:ext>
                </a:extLst>
              </p:cNvPr>
              <p:cNvSpPr/>
              <p:nvPr/>
            </p:nvSpPr>
            <p:spPr>
              <a:xfrm>
                <a:off x="3003604" y="2901120"/>
                <a:ext cx="67837" cy="73263"/>
              </a:xfrm>
              <a:custGeom>
                <a:avLst/>
                <a:gdLst>
                  <a:gd name="connsiteX0" fmla="*/ 14378 w 28665"/>
                  <a:gd name="connsiteY0" fmla="*/ 0 h 28574"/>
                  <a:gd name="connsiteX1" fmla="*/ 28666 w 28665"/>
                  <a:gd name="connsiteY1" fmla="*/ 14288 h 28574"/>
                  <a:gd name="connsiteX2" fmla="*/ 14378 w 28665"/>
                  <a:gd name="connsiteY2" fmla="*/ 28575 h 28574"/>
                  <a:gd name="connsiteX3" fmla="*/ 91 w 28665"/>
                  <a:gd name="connsiteY3" fmla="*/ 14288 h 28574"/>
                  <a:gd name="connsiteX4" fmla="*/ 14378 w 28665"/>
                  <a:gd name="connsiteY4" fmla="*/ 0 h 28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65" h="28574">
                    <a:moveTo>
                      <a:pt x="14378" y="0"/>
                    </a:moveTo>
                    <a:cubicBezTo>
                      <a:pt x="21998" y="0"/>
                      <a:pt x="28666" y="6668"/>
                      <a:pt x="28666" y="14288"/>
                    </a:cubicBezTo>
                    <a:cubicBezTo>
                      <a:pt x="28666" y="21907"/>
                      <a:pt x="21998" y="28575"/>
                      <a:pt x="14378" y="28575"/>
                    </a:cubicBezTo>
                    <a:cubicBezTo>
                      <a:pt x="6758" y="28575"/>
                      <a:pt x="91" y="21907"/>
                      <a:pt x="91" y="14288"/>
                    </a:cubicBezTo>
                    <a:cubicBezTo>
                      <a:pt x="-862" y="6668"/>
                      <a:pt x="5806" y="0"/>
                      <a:pt x="1437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D6711E65-5365-A481-437C-AB9A8911FA8B}"/>
                  </a:ext>
                </a:extLst>
              </p:cNvPr>
              <p:cNvSpPr/>
              <p:nvPr/>
            </p:nvSpPr>
            <p:spPr>
              <a:xfrm>
                <a:off x="3109548" y="2759473"/>
                <a:ext cx="63332" cy="68379"/>
              </a:xfrm>
              <a:custGeom>
                <a:avLst/>
                <a:gdLst>
                  <a:gd name="connsiteX0" fmla="*/ 13426 w 26761"/>
                  <a:gd name="connsiteY0" fmla="*/ 0 h 26669"/>
                  <a:gd name="connsiteX1" fmla="*/ 26761 w 26761"/>
                  <a:gd name="connsiteY1" fmla="*/ 13335 h 26669"/>
                  <a:gd name="connsiteX2" fmla="*/ 13426 w 26761"/>
                  <a:gd name="connsiteY2" fmla="*/ 26670 h 26669"/>
                  <a:gd name="connsiteX3" fmla="*/ 91 w 26761"/>
                  <a:gd name="connsiteY3" fmla="*/ 13335 h 26669"/>
                  <a:gd name="connsiteX4" fmla="*/ 13426 w 26761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61" h="26669">
                    <a:moveTo>
                      <a:pt x="13426" y="0"/>
                    </a:moveTo>
                    <a:cubicBezTo>
                      <a:pt x="21046" y="0"/>
                      <a:pt x="26761" y="5715"/>
                      <a:pt x="26761" y="13335"/>
                    </a:cubicBezTo>
                    <a:cubicBezTo>
                      <a:pt x="26761" y="20955"/>
                      <a:pt x="21046" y="26670"/>
                      <a:pt x="13426" y="26670"/>
                    </a:cubicBezTo>
                    <a:cubicBezTo>
                      <a:pt x="5806" y="26670"/>
                      <a:pt x="91" y="20955"/>
                      <a:pt x="91" y="13335"/>
                    </a:cubicBezTo>
                    <a:cubicBezTo>
                      <a:pt x="-861" y="5715"/>
                      <a:pt x="5806" y="0"/>
                      <a:pt x="1342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DDCB257C-53EB-D393-E612-8181F2920D7B}"/>
                  </a:ext>
                </a:extLst>
              </p:cNvPr>
              <p:cNvSpPr/>
              <p:nvPr/>
            </p:nvSpPr>
            <p:spPr>
              <a:xfrm>
                <a:off x="2909143" y="3677736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8"/>
                      <a:pt x="18098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9480532C-D78B-235A-588E-FFBBF916E5DB}"/>
                  </a:ext>
                </a:extLst>
              </p:cNvPr>
              <p:cNvSpPr/>
              <p:nvPr/>
            </p:nvSpPr>
            <p:spPr>
              <a:xfrm>
                <a:off x="3145829" y="3240582"/>
                <a:ext cx="58605" cy="63494"/>
              </a:xfrm>
              <a:custGeom>
                <a:avLst/>
                <a:gdLst>
                  <a:gd name="connsiteX0" fmla="*/ 12383 w 24764"/>
                  <a:gd name="connsiteY0" fmla="*/ 0 h 24764"/>
                  <a:gd name="connsiteX1" fmla="*/ 24765 w 24764"/>
                  <a:gd name="connsiteY1" fmla="*/ 12383 h 24764"/>
                  <a:gd name="connsiteX2" fmla="*/ 12383 w 24764"/>
                  <a:gd name="connsiteY2" fmla="*/ 24765 h 24764"/>
                  <a:gd name="connsiteX3" fmla="*/ 0 w 24764"/>
                  <a:gd name="connsiteY3" fmla="*/ 12383 h 24764"/>
                  <a:gd name="connsiteX4" fmla="*/ 12383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3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3"/>
                    </a:cubicBezTo>
                    <a:cubicBezTo>
                      <a:pt x="952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A5CABFFC-6435-D481-365D-E1A326D4177D}"/>
                  </a:ext>
                </a:extLst>
              </p:cNvPr>
              <p:cNvSpPr/>
              <p:nvPr/>
            </p:nvSpPr>
            <p:spPr>
              <a:xfrm>
                <a:off x="3134560" y="4232111"/>
                <a:ext cx="27047" cy="29304"/>
              </a:xfrm>
              <a:custGeom>
                <a:avLst/>
                <a:gdLst>
                  <a:gd name="connsiteX0" fmla="*/ 11430 w 11429"/>
                  <a:gd name="connsiteY0" fmla="*/ 5715 h 11429"/>
                  <a:gd name="connsiteX1" fmla="*/ 5715 w 11429"/>
                  <a:gd name="connsiteY1" fmla="*/ 11430 h 11429"/>
                  <a:gd name="connsiteX2" fmla="*/ 0 w 11429"/>
                  <a:gd name="connsiteY2" fmla="*/ 5715 h 11429"/>
                  <a:gd name="connsiteX3" fmla="*/ 5715 w 11429"/>
                  <a:gd name="connsiteY3" fmla="*/ 0 h 11429"/>
                  <a:gd name="connsiteX4" fmla="*/ 11430 w 11429"/>
                  <a:gd name="connsiteY4" fmla="*/ 5715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9188925F-BDF8-62E8-B65C-18FDD4A6C04E}"/>
                  </a:ext>
                </a:extLst>
              </p:cNvPr>
              <p:cNvSpPr/>
              <p:nvPr/>
            </p:nvSpPr>
            <p:spPr>
              <a:xfrm>
                <a:off x="2920415" y="3958586"/>
                <a:ext cx="40575" cy="43959"/>
              </a:xfrm>
              <a:custGeom>
                <a:avLst/>
                <a:gdLst>
                  <a:gd name="connsiteX0" fmla="*/ 17145 w 17145"/>
                  <a:gd name="connsiteY0" fmla="*/ 8573 h 17145"/>
                  <a:gd name="connsiteX1" fmla="*/ 8573 w 17145"/>
                  <a:gd name="connsiteY1" fmla="*/ 17145 h 17145"/>
                  <a:gd name="connsiteX2" fmla="*/ 0 w 17145"/>
                  <a:gd name="connsiteY2" fmla="*/ 8573 h 17145"/>
                  <a:gd name="connsiteX3" fmla="*/ 8573 w 17145"/>
                  <a:gd name="connsiteY3" fmla="*/ 0 h 17145"/>
                  <a:gd name="connsiteX4" fmla="*/ 17145 w 17145"/>
                  <a:gd name="connsiteY4" fmla="*/ 8573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3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3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FADA46D4-3054-623B-A7B4-9580EADAC8C3}"/>
                  </a:ext>
                </a:extLst>
              </p:cNvPr>
              <p:cNvSpPr/>
              <p:nvPr/>
            </p:nvSpPr>
            <p:spPr>
              <a:xfrm>
                <a:off x="3019597" y="1931569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9595C65F-A282-BE5A-017E-CA3AE2286285}"/>
                  </a:ext>
                </a:extLst>
              </p:cNvPr>
              <p:cNvSpPr/>
              <p:nvPr/>
            </p:nvSpPr>
            <p:spPr>
              <a:xfrm>
                <a:off x="3224723" y="2136713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3FFFCE-B4E0-36B7-3BAC-6B6F23F18433}"/>
                  </a:ext>
                </a:extLst>
              </p:cNvPr>
              <p:cNvSpPr/>
              <p:nvPr/>
            </p:nvSpPr>
            <p:spPr>
              <a:xfrm>
                <a:off x="2940355" y="4088023"/>
                <a:ext cx="36412" cy="39072"/>
              </a:xfrm>
              <a:custGeom>
                <a:avLst/>
                <a:gdLst>
                  <a:gd name="connsiteX0" fmla="*/ 7767 w 15386"/>
                  <a:gd name="connsiteY0" fmla="*/ 0 h 15239"/>
                  <a:gd name="connsiteX1" fmla="*/ 15387 w 15386"/>
                  <a:gd name="connsiteY1" fmla="*/ 7620 h 15239"/>
                  <a:gd name="connsiteX2" fmla="*/ 7767 w 15386"/>
                  <a:gd name="connsiteY2" fmla="*/ 15240 h 15239"/>
                  <a:gd name="connsiteX3" fmla="*/ 147 w 15386"/>
                  <a:gd name="connsiteY3" fmla="*/ 7620 h 15239"/>
                  <a:gd name="connsiteX4" fmla="*/ 7767 w 15386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86" h="15239">
                    <a:moveTo>
                      <a:pt x="7767" y="0"/>
                    </a:moveTo>
                    <a:cubicBezTo>
                      <a:pt x="12529" y="0"/>
                      <a:pt x="15387" y="3810"/>
                      <a:pt x="15387" y="7620"/>
                    </a:cubicBezTo>
                    <a:cubicBezTo>
                      <a:pt x="15387" y="12382"/>
                      <a:pt x="11577" y="15240"/>
                      <a:pt x="7767" y="15240"/>
                    </a:cubicBezTo>
                    <a:cubicBezTo>
                      <a:pt x="3004" y="15240"/>
                      <a:pt x="147" y="11430"/>
                      <a:pt x="147" y="7620"/>
                    </a:cubicBezTo>
                    <a:cubicBezTo>
                      <a:pt x="-806" y="3810"/>
                      <a:pt x="3004" y="0"/>
                      <a:pt x="77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B287EF16-56C9-DCDE-771C-2EB974E8D3D1}"/>
                  </a:ext>
                </a:extLst>
              </p:cNvPr>
              <p:cNvSpPr/>
              <p:nvPr/>
            </p:nvSpPr>
            <p:spPr>
              <a:xfrm>
                <a:off x="3075952" y="2864485"/>
                <a:ext cx="63116" cy="68379"/>
              </a:xfrm>
              <a:custGeom>
                <a:avLst/>
                <a:gdLst>
                  <a:gd name="connsiteX0" fmla="*/ 13335 w 26670"/>
                  <a:gd name="connsiteY0" fmla="*/ 0 h 26669"/>
                  <a:gd name="connsiteX1" fmla="*/ 26670 w 26670"/>
                  <a:gd name="connsiteY1" fmla="*/ 13335 h 26669"/>
                  <a:gd name="connsiteX2" fmla="*/ 13335 w 26670"/>
                  <a:gd name="connsiteY2" fmla="*/ 26670 h 26669"/>
                  <a:gd name="connsiteX3" fmla="*/ 0 w 26670"/>
                  <a:gd name="connsiteY3" fmla="*/ 13335 h 26669"/>
                  <a:gd name="connsiteX4" fmla="*/ 13335 w 26670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6667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3190FAB-1583-0CB8-1A0B-1888A1FAF8FA}"/>
                  </a:ext>
                </a:extLst>
              </p:cNvPr>
              <p:cNvSpPr/>
              <p:nvPr/>
            </p:nvSpPr>
            <p:spPr>
              <a:xfrm>
                <a:off x="3422800" y="2197769"/>
                <a:ext cx="40863" cy="43957"/>
              </a:xfrm>
              <a:custGeom>
                <a:avLst/>
                <a:gdLst>
                  <a:gd name="connsiteX0" fmla="*/ 8695 w 17267"/>
                  <a:gd name="connsiteY0" fmla="*/ 0 h 17144"/>
                  <a:gd name="connsiteX1" fmla="*/ 17268 w 17267"/>
                  <a:gd name="connsiteY1" fmla="*/ 8572 h 17144"/>
                  <a:gd name="connsiteX2" fmla="*/ 8695 w 17267"/>
                  <a:gd name="connsiteY2" fmla="*/ 17145 h 17144"/>
                  <a:gd name="connsiteX3" fmla="*/ 123 w 17267"/>
                  <a:gd name="connsiteY3" fmla="*/ 8572 h 17144"/>
                  <a:gd name="connsiteX4" fmla="*/ 8695 w 17267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67" h="17144">
                    <a:moveTo>
                      <a:pt x="8695" y="0"/>
                    </a:moveTo>
                    <a:cubicBezTo>
                      <a:pt x="13458" y="0"/>
                      <a:pt x="17268" y="3810"/>
                      <a:pt x="17268" y="8572"/>
                    </a:cubicBezTo>
                    <a:cubicBezTo>
                      <a:pt x="17268" y="13335"/>
                      <a:pt x="13458" y="17145"/>
                      <a:pt x="8695" y="17145"/>
                    </a:cubicBezTo>
                    <a:cubicBezTo>
                      <a:pt x="3933" y="17145"/>
                      <a:pt x="123" y="13335"/>
                      <a:pt x="123" y="8572"/>
                    </a:cubicBezTo>
                    <a:cubicBezTo>
                      <a:pt x="-830" y="4763"/>
                      <a:pt x="3933" y="0"/>
                      <a:pt x="869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B7E0941D-F7D9-4669-DF78-75E306CA2C1B}"/>
                  </a:ext>
                </a:extLst>
              </p:cNvPr>
              <p:cNvSpPr/>
              <p:nvPr/>
            </p:nvSpPr>
            <p:spPr>
              <a:xfrm>
                <a:off x="2965498" y="3760770"/>
                <a:ext cx="49591" cy="53726"/>
              </a:xfrm>
              <a:custGeom>
                <a:avLst/>
                <a:gdLst>
                  <a:gd name="connsiteX0" fmla="*/ 10477 w 20955"/>
                  <a:gd name="connsiteY0" fmla="*/ 0 h 20954"/>
                  <a:gd name="connsiteX1" fmla="*/ 20955 w 20955"/>
                  <a:gd name="connsiteY1" fmla="*/ 10477 h 20954"/>
                  <a:gd name="connsiteX2" fmla="*/ 10477 w 20955"/>
                  <a:gd name="connsiteY2" fmla="*/ 20955 h 20954"/>
                  <a:gd name="connsiteX3" fmla="*/ 0 w 20955"/>
                  <a:gd name="connsiteY3" fmla="*/ 10477 h 20954"/>
                  <a:gd name="connsiteX4" fmla="*/ 10477 w 20955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4">
                    <a:moveTo>
                      <a:pt x="10477" y="0"/>
                    </a:moveTo>
                    <a:cubicBezTo>
                      <a:pt x="16193" y="0"/>
                      <a:pt x="20955" y="4763"/>
                      <a:pt x="20955" y="10477"/>
                    </a:cubicBezTo>
                    <a:cubicBezTo>
                      <a:pt x="20955" y="16192"/>
                      <a:pt x="16193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3810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C54DA86C-B32E-58B8-6454-ED4810E65D5E}"/>
                  </a:ext>
                </a:extLst>
              </p:cNvPr>
              <p:cNvSpPr/>
              <p:nvPr/>
            </p:nvSpPr>
            <p:spPr>
              <a:xfrm>
                <a:off x="3060172" y="2529907"/>
                <a:ext cx="63114" cy="68379"/>
              </a:xfrm>
              <a:custGeom>
                <a:avLst/>
                <a:gdLst>
                  <a:gd name="connsiteX0" fmla="*/ 13335 w 26669"/>
                  <a:gd name="connsiteY0" fmla="*/ 0 h 26669"/>
                  <a:gd name="connsiteX1" fmla="*/ 26670 w 26669"/>
                  <a:gd name="connsiteY1" fmla="*/ 13335 h 26669"/>
                  <a:gd name="connsiteX2" fmla="*/ 13335 w 26669"/>
                  <a:gd name="connsiteY2" fmla="*/ 26670 h 26669"/>
                  <a:gd name="connsiteX3" fmla="*/ 0 w 26669"/>
                  <a:gd name="connsiteY3" fmla="*/ 13335 h 26669"/>
                  <a:gd name="connsiteX4" fmla="*/ 13335 w 26669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69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15486007-3DFC-E342-1127-DCEF601A6624}"/>
                  </a:ext>
                </a:extLst>
              </p:cNvPr>
              <p:cNvSpPr/>
              <p:nvPr/>
            </p:nvSpPr>
            <p:spPr>
              <a:xfrm>
                <a:off x="3168371" y="3389557"/>
                <a:ext cx="49589" cy="53726"/>
              </a:xfrm>
              <a:custGeom>
                <a:avLst/>
                <a:gdLst>
                  <a:gd name="connsiteX0" fmla="*/ 20955 w 20954"/>
                  <a:gd name="connsiteY0" fmla="*/ 10478 h 20954"/>
                  <a:gd name="connsiteX1" fmla="*/ 10478 w 20954"/>
                  <a:gd name="connsiteY1" fmla="*/ 20955 h 20954"/>
                  <a:gd name="connsiteX2" fmla="*/ 0 w 20954"/>
                  <a:gd name="connsiteY2" fmla="*/ 10478 h 20954"/>
                  <a:gd name="connsiteX3" fmla="*/ 10478 w 20954"/>
                  <a:gd name="connsiteY3" fmla="*/ 0 h 20954"/>
                  <a:gd name="connsiteX4" fmla="*/ 20955 w 20954"/>
                  <a:gd name="connsiteY4" fmla="*/ 10478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8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8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367C8028-820E-AEA5-9945-A7B3175BF78F}"/>
                  </a:ext>
                </a:extLst>
              </p:cNvPr>
              <p:cNvSpPr/>
              <p:nvPr/>
            </p:nvSpPr>
            <p:spPr>
              <a:xfrm>
                <a:off x="3125541" y="3174645"/>
                <a:ext cx="58608" cy="63494"/>
              </a:xfrm>
              <a:custGeom>
                <a:avLst/>
                <a:gdLst>
                  <a:gd name="connsiteX0" fmla="*/ 12383 w 24765"/>
                  <a:gd name="connsiteY0" fmla="*/ 0 h 24764"/>
                  <a:gd name="connsiteX1" fmla="*/ 24765 w 24765"/>
                  <a:gd name="connsiteY1" fmla="*/ 12382 h 24764"/>
                  <a:gd name="connsiteX2" fmla="*/ 12383 w 24765"/>
                  <a:gd name="connsiteY2" fmla="*/ 24765 h 24764"/>
                  <a:gd name="connsiteX3" fmla="*/ 0 w 24765"/>
                  <a:gd name="connsiteY3" fmla="*/ 12382 h 24764"/>
                  <a:gd name="connsiteX4" fmla="*/ 12383 w 24765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953" y="4763"/>
                      <a:pt x="6668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188FA978-310C-A3F8-2C15-3B3D1A3CC590}"/>
                  </a:ext>
                </a:extLst>
              </p:cNvPr>
              <p:cNvSpPr/>
              <p:nvPr/>
            </p:nvSpPr>
            <p:spPr>
              <a:xfrm>
                <a:off x="3312636" y="3045207"/>
                <a:ext cx="49589" cy="53726"/>
              </a:xfrm>
              <a:custGeom>
                <a:avLst/>
                <a:gdLst>
                  <a:gd name="connsiteX0" fmla="*/ 20955 w 20954"/>
                  <a:gd name="connsiteY0" fmla="*/ 10477 h 20954"/>
                  <a:gd name="connsiteX1" fmla="*/ 10477 w 20954"/>
                  <a:gd name="connsiteY1" fmla="*/ 20955 h 20954"/>
                  <a:gd name="connsiteX2" fmla="*/ 0 w 20954"/>
                  <a:gd name="connsiteY2" fmla="*/ 10477 h 20954"/>
                  <a:gd name="connsiteX3" fmla="*/ 10477 w 20954"/>
                  <a:gd name="connsiteY3" fmla="*/ 0 h 20954"/>
                  <a:gd name="connsiteX4" fmla="*/ 20955 w 20954"/>
                  <a:gd name="connsiteY4" fmla="*/ 10477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20955" y="10477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7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49FB9B2C-EF34-BE61-947A-8068B8FB0CFF}"/>
                  </a:ext>
                </a:extLst>
              </p:cNvPr>
              <p:cNvSpPr/>
              <p:nvPr/>
            </p:nvSpPr>
            <p:spPr>
              <a:xfrm>
                <a:off x="3373500" y="2261266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5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4"/>
                      <a:pt x="4264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6468FFBD-8DA7-A1E5-A9B2-55B16DBAB9AF}"/>
                  </a:ext>
                </a:extLst>
              </p:cNvPr>
              <p:cNvSpPr/>
              <p:nvPr/>
            </p:nvSpPr>
            <p:spPr>
              <a:xfrm>
                <a:off x="3871665" y="2420007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8 h 13335"/>
                  <a:gd name="connsiteX2" fmla="*/ 6667 w 13334"/>
                  <a:gd name="connsiteY2" fmla="*/ 13335 h 13335"/>
                  <a:gd name="connsiteX3" fmla="*/ 0 w 13334"/>
                  <a:gd name="connsiteY3" fmla="*/ 6668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7" y="0"/>
                      <a:pt x="13335" y="2857"/>
                      <a:pt x="13335" y="6668"/>
                    </a:cubicBezTo>
                    <a:cubicBezTo>
                      <a:pt x="13335" y="10477"/>
                      <a:pt x="10477" y="13335"/>
                      <a:pt x="6667" y="13335"/>
                    </a:cubicBez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952" y="2857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8CDFBF38-BBEF-1189-9494-41713A3B3ADD}"/>
                  </a:ext>
                </a:extLst>
              </p:cNvPr>
              <p:cNvSpPr/>
              <p:nvPr/>
            </p:nvSpPr>
            <p:spPr>
              <a:xfrm>
                <a:off x="3650759" y="3203951"/>
                <a:ext cx="36066" cy="39072"/>
              </a:xfrm>
              <a:custGeom>
                <a:avLst/>
                <a:gdLst>
                  <a:gd name="connsiteX0" fmla="*/ 15240 w 15240"/>
                  <a:gd name="connsiteY0" fmla="*/ 7620 h 15239"/>
                  <a:gd name="connsiteX1" fmla="*/ 7620 w 15240"/>
                  <a:gd name="connsiteY1" fmla="*/ 15240 h 15239"/>
                  <a:gd name="connsiteX2" fmla="*/ 0 w 15240"/>
                  <a:gd name="connsiteY2" fmla="*/ 7620 h 15239"/>
                  <a:gd name="connsiteX3" fmla="*/ 7620 w 15240"/>
                  <a:gd name="connsiteY3" fmla="*/ 0 h 15239"/>
                  <a:gd name="connsiteX4" fmla="*/ 15240 w 15240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270440D4-CC0F-DB56-0DD2-4574542B57C3}"/>
                  </a:ext>
                </a:extLst>
              </p:cNvPr>
              <p:cNvSpPr/>
              <p:nvPr/>
            </p:nvSpPr>
            <p:spPr>
              <a:xfrm>
                <a:off x="3220218" y="3228370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8098"/>
                      <a:pt x="18098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BCA59405-D648-68FC-32D1-FD426FF94D7B}"/>
                  </a:ext>
                </a:extLst>
              </p:cNvPr>
              <p:cNvSpPr/>
              <p:nvPr/>
            </p:nvSpPr>
            <p:spPr>
              <a:xfrm>
                <a:off x="3589898" y="2100079"/>
                <a:ext cx="31556" cy="34188"/>
              </a:xfrm>
              <a:custGeom>
                <a:avLst/>
                <a:gdLst>
                  <a:gd name="connsiteX0" fmla="*/ 6667 w 13334"/>
                  <a:gd name="connsiteY0" fmla="*/ 0 h 13334"/>
                  <a:gd name="connsiteX1" fmla="*/ 13335 w 13334"/>
                  <a:gd name="connsiteY1" fmla="*/ 6668 h 13334"/>
                  <a:gd name="connsiteX2" fmla="*/ 6667 w 13334"/>
                  <a:gd name="connsiteY2" fmla="*/ 13335 h 13334"/>
                  <a:gd name="connsiteX3" fmla="*/ 0 w 13334"/>
                  <a:gd name="connsiteY3" fmla="*/ 6668 h 13334"/>
                  <a:gd name="connsiteX4" fmla="*/ 6667 w 13334"/>
                  <a:gd name="connsiteY4" fmla="*/ 0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4">
                    <a:moveTo>
                      <a:pt x="6667" y="0"/>
                    </a:moveTo>
                    <a:cubicBezTo>
                      <a:pt x="10477" y="0"/>
                      <a:pt x="13335" y="2858"/>
                      <a:pt x="13335" y="6668"/>
                    </a:cubicBezTo>
                    <a:cubicBezTo>
                      <a:pt x="13335" y="10478"/>
                      <a:pt x="10477" y="13335"/>
                      <a:pt x="6667" y="13335"/>
                    </a:cubicBezTo>
                    <a:cubicBezTo>
                      <a:pt x="2858" y="13335"/>
                      <a:pt x="0" y="10478"/>
                      <a:pt x="0" y="6668"/>
                    </a:cubicBezTo>
                    <a:cubicBezTo>
                      <a:pt x="0" y="2858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4C362248-32E7-D953-BA67-B843F0C9D527}"/>
                  </a:ext>
                </a:extLst>
              </p:cNvPr>
              <p:cNvSpPr/>
              <p:nvPr/>
            </p:nvSpPr>
            <p:spPr>
              <a:xfrm>
                <a:off x="2938448" y="2427335"/>
                <a:ext cx="67624" cy="73266"/>
              </a:xfrm>
              <a:custGeom>
                <a:avLst/>
                <a:gdLst>
                  <a:gd name="connsiteX0" fmla="*/ 28575 w 28575"/>
                  <a:gd name="connsiteY0" fmla="*/ 14287 h 28575"/>
                  <a:gd name="connsiteX1" fmla="*/ 14288 w 28575"/>
                  <a:gd name="connsiteY1" fmla="*/ 28575 h 28575"/>
                  <a:gd name="connsiteX2" fmla="*/ 0 w 28575"/>
                  <a:gd name="connsiteY2" fmla="*/ 14287 h 28575"/>
                  <a:gd name="connsiteX3" fmla="*/ 14288 w 28575"/>
                  <a:gd name="connsiteY3" fmla="*/ 0 h 28575"/>
                  <a:gd name="connsiteX4" fmla="*/ 28575 w 28575"/>
                  <a:gd name="connsiteY4" fmla="*/ 14287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575" y="14287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7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3A97E738-D0EA-0496-D2AD-A473FDAFFDEA}"/>
                  </a:ext>
                </a:extLst>
              </p:cNvPr>
              <p:cNvSpPr/>
              <p:nvPr/>
            </p:nvSpPr>
            <p:spPr>
              <a:xfrm>
                <a:off x="2976767" y="2796104"/>
                <a:ext cx="72133" cy="78147"/>
              </a:xfrm>
              <a:custGeom>
                <a:avLst/>
                <a:gdLst>
                  <a:gd name="connsiteX0" fmla="*/ 15240 w 30480"/>
                  <a:gd name="connsiteY0" fmla="*/ 0 h 30479"/>
                  <a:gd name="connsiteX1" fmla="*/ 30480 w 30480"/>
                  <a:gd name="connsiteY1" fmla="*/ 15240 h 30479"/>
                  <a:gd name="connsiteX2" fmla="*/ 15240 w 30480"/>
                  <a:gd name="connsiteY2" fmla="*/ 30480 h 30479"/>
                  <a:gd name="connsiteX3" fmla="*/ 0 w 30480"/>
                  <a:gd name="connsiteY3" fmla="*/ 15240 h 30479"/>
                  <a:gd name="connsiteX4" fmla="*/ 15240 w 30480"/>
                  <a:gd name="connsiteY4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" h="30479">
                    <a:moveTo>
                      <a:pt x="15240" y="0"/>
                    </a:moveTo>
                    <a:cubicBezTo>
                      <a:pt x="23813" y="0"/>
                      <a:pt x="30480" y="6667"/>
                      <a:pt x="30480" y="15240"/>
                    </a:cubicBezTo>
                    <a:cubicBezTo>
                      <a:pt x="30480" y="23813"/>
                      <a:pt x="23813" y="30480"/>
                      <a:pt x="15240" y="30480"/>
                    </a:cubicBezTo>
                    <a:cubicBezTo>
                      <a:pt x="6668" y="30480"/>
                      <a:pt x="0" y="23813"/>
                      <a:pt x="0" y="15240"/>
                    </a:cubicBezTo>
                    <a:cubicBezTo>
                      <a:pt x="0" y="6667"/>
                      <a:pt x="6668" y="0"/>
                      <a:pt x="1524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B469D1AD-DB38-8084-F05A-5CD355896CC2}"/>
                  </a:ext>
                </a:extLst>
              </p:cNvPr>
              <p:cNvSpPr/>
              <p:nvPr/>
            </p:nvSpPr>
            <p:spPr>
              <a:xfrm>
                <a:off x="3465919" y="2393144"/>
                <a:ext cx="40575" cy="43957"/>
              </a:xfrm>
              <a:custGeom>
                <a:avLst/>
                <a:gdLst>
                  <a:gd name="connsiteX0" fmla="*/ 8572 w 17145"/>
                  <a:gd name="connsiteY0" fmla="*/ 0 h 17144"/>
                  <a:gd name="connsiteX1" fmla="*/ 17145 w 17145"/>
                  <a:gd name="connsiteY1" fmla="*/ 8572 h 17144"/>
                  <a:gd name="connsiteX2" fmla="*/ 8572 w 17145"/>
                  <a:gd name="connsiteY2" fmla="*/ 17145 h 17144"/>
                  <a:gd name="connsiteX3" fmla="*/ 0 w 17145"/>
                  <a:gd name="connsiteY3" fmla="*/ 8572 h 17144"/>
                  <a:gd name="connsiteX4" fmla="*/ 8572 w 17145"/>
                  <a:gd name="connsiteY4" fmla="*/ 0 h 17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4">
                    <a:moveTo>
                      <a:pt x="8572" y="0"/>
                    </a:moveTo>
                    <a:cubicBezTo>
                      <a:pt x="13335" y="0"/>
                      <a:pt x="17145" y="3810"/>
                      <a:pt x="17145" y="8572"/>
                    </a:cubicBezTo>
                    <a:cubicBezTo>
                      <a:pt x="17145" y="13335"/>
                      <a:pt x="13335" y="17145"/>
                      <a:pt x="8572" y="17145"/>
                    </a:cubicBez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5354E82E-5070-6457-032B-6C269A3AB136}"/>
                  </a:ext>
                </a:extLst>
              </p:cNvPr>
              <p:cNvSpPr/>
              <p:nvPr/>
            </p:nvSpPr>
            <p:spPr>
              <a:xfrm>
                <a:off x="3364483" y="1601875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9525" y="0"/>
                      <a:pt x="11430" y="2858"/>
                      <a:pt x="11430" y="5715"/>
                    </a:cubicBezTo>
                    <a:cubicBezTo>
                      <a:pt x="11430" y="9525"/>
                      <a:pt x="8572" y="11430"/>
                      <a:pt x="5715" y="11430"/>
                    </a:cubicBezTo>
                    <a:cubicBezTo>
                      <a:pt x="1905" y="11430"/>
                      <a:pt x="0" y="8572"/>
                      <a:pt x="0" y="5715"/>
                    </a:cubicBezTo>
                    <a:cubicBezTo>
                      <a:pt x="0" y="1905"/>
                      <a:pt x="2857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DDB68110-D16C-F061-5909-5C858AA4DC08}"/>
                  </a:ext>
                </a:extLst>
              </p:cNvPr>
              <p:cNvSpPr/>
              <p:nvPr/>
            </p:nvSpPr>
            <p:spPr>
              <a:xfrm>
                <a:off x="3443377" y="2920657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6" y="19050"/>
                      <a:pt x="9525" y="19050"/>
                    </a:cubicBezTo>
                    <a:cubicBezTo>
                      <a:pt x="4265" y="19050"/>
                      <a:pt x="0" y="14786"/>
                      <a:pt x="0" y="9525"/>
                    </a:cubicBezTo>
                    <a:cubicBezTo>
                      <a:pt x="0" y="4264"/>
                      <a:pt x="4265" y="0"/>
                      <a:pt x="9525" y="0"/>
                    </a:cubicBezTo>
                    <a:cubicBezTo>
                      <a:pt x="14786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511D5C1D-E287-929D-AFCD-266DA0C3AECF}"/>
                  </a:ext>
                </a:extLst>
              </p:cNvPr>
              <p:cNvSpPr/>
              <p:nvPr/>
            </p:nvSpPr>
            <p:spPr>
              <a:xfrm>
                <a:off x="2911398" y="2608057"/>
                <a:ext cx="76641" cy="83032"/>
              </a:xfrm>
              <a:custGeom>
                <a:avLst/>
                <a:gdLst>
                  <a:gd name="connsiteX0" fmla="*/ 16193 w 32385"/>
                  <a:gd name="connsiteY0" fmla="*/ 0 h 32384"/>
                  <a:gd name="connsiteX1" fmla="*/ 32385 w 32385"/>
                  <a:gd name="connsiteY1" fmla="*/ 16193 h 32384"/>
                  <a:gd name="connsiteX2" fmla="*/ 16193 w 32385"/>
                  <a:gd name="connsiteY2" fmla="*/ 32385 h 32384"/>
                  <a:gd name="connsiteX3" fmla="*/ 0 w 32385"/>
                  <a:gd name="connsiteY3" fmla="*/ 16193 h 32384"/>
                  <a:gd name="connsiteX4" fmla="*/ 16193 w 32385"/>
                  <a:gd name="connsiteY4" fmla="*/ 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" h="32384">
                    <a:moveTo>
                      <a:pt x="16193" y="0"/>
                    </a:moveTo>
                    <a:cubicBezTo>
                      <a:pt x="24765" y="0"/>
                      <a:pt x="32385" y="6668"/>
                      <a:pt x="32385" y="16193"/>
                    </a:cubicBezTo>
                    <a:cubicBezTo>
                      <a:pt x="32385" y="24765"/>
                      <a:pt x="25718" y="32385"/>
                      <a:pt x="16193" y="32385"/>
                    </a:cubicBezTo>
                    <a:cubicBezTo>
                      <a:pt x="7620" y="32385"/>
                      <a:pt x="0" y="25718"/>
                      <a:pt x="0" y="16193"/>
                    </a:cubicBezTo>
                    <a:cubicBezTo>
                      <a:pt x="953" y="6668"/>
                      <a:pt x="7620" y="0"/>
                      <a:pt x="161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BFE83415-A0A7-3AD1-A5F4-43672757EF87}"/>
                  </a:ext>
                </a:extLst>
              </p:cNvPr>
              <p:cNvSpPr/>
              <p:nvPr/>
            </p:nvSpPr>
            <p:spPr>
              <a:xfrm>
                <a:off x="3134558" y="4405508"/>
                <a:ext cx="27050" cy="29304"/>
              </a:xfrm>
              <a:custGeom>
                <a:avLst/>
                <a:gdLst>
                  <a:gd name="connsiteX0" fmla="*/ 5715 w 11430"/>
                  <a:gd name="connsiteY0" fmla="*/ 0 h 11429"/>
                  <a:gd name="connsiteX1" fmla="*/ 11430 w 11430"/>
                  <a:gd name="connsiteY1" fmla="*/ 5715 h 11429"/>
                  <a:gd name="connsiteX2" fmla="*/ 5715 w 11430"/>
                  <a:gd name="connsiteY2" fmla="*/ 11430 h 11429"/>
                  <a:gd name="connsiteX3" fmla="*/ 0 w 11430"/>
                  <a:gd name="connsiteY3" fmla="*/ 5715 h 11429"/>
                  <a:gd name="connsiteX4" fmla="*/ 5715 w 11430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" h="11429">
                    <a:moveTo>
                      <a:pt x="5715" y="0"/>
                    </a:moveTo>
                    <a:cubicBezTo>
                      <a:pt x="8573" y="0"/>
                      <a:pt x="11430" y="2857"/>
                      <a:pt x="11430" y="5715"/>
                    </a:cubicBezTo>
                    <a:cubicBezTo>
                      <a:pt x="11430" y="8572"/>
                      <a:pt x="8573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952" y="2857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7399F2C6-41C3-6568-A4BF-3198ABF5F46F}"/>
                  </a:ext>
                </a:extLst>
              </p:cNvPr>
              <p:cNvSpPr/>
              <p:nvPr/>
            </p:nvSpPr>
            <p:spPr>
              <a:xfrm>
                <a:off x="3116527" y="1907147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9B120BE2-1825-FED8-BD98-2B05930B15C6}"/>
                  </a:ext>
                </a:extLst>
              </p:cNvPr>
              <p:cNvSpPr/>
              <p:nvPr/>
            </p:nvSpPr>
            <p:spPr>
              <a:xfrm>
                <a:off x="2927178" y="2231957"/>
                <a:ext cx="63114" cy="68379"/>
              </a:xfrm>
              <a:custGeom>
                <a:avLst/>
                <a:gdLst>
                  <a:gd name="connsiteX0" fmla="*/ 13335 w 26669"/>
                  <a:gd name="connsiteY0" fmla="*/ 0 h 26669"/>
                  <a:gd name="connsiteX1" fmla="*/ 26670 w 26669"/>
                  <a:gd name="connsiteY1" fmla="*/ 13335 h 26669"/>
                  <a:gd name="connsiteX2" fmla="*/ 13335 w 26669"/>
                  <a:gd name="connsiteY2" fmla="*/ 26670 h 26669"/>
                  <a:gd name="connsiteX3" fmla="*/ 0 w 26669"/>
                  <a:gd name="connsiteY3" fmla="*/ 13335 h 26669"/>
                  <a:gd name="connsiteX4" fmla="*/ 13335 w 26669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69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AAFA6CF4-AA58-3C09-3756-95DD8E67AE3D}"/>
                  </a:ext>
                </a:extLst>
              </p:cNvPr>
              <p:cNvSpPr/>
              <p:nvPr/>
            </p:nvSpPr>
            <p:spPr>
              <a:xfrm>
                <a:off x="3520018" y="1535935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3" y="0"/>
                      <a:pt x="11430" y="2857"/>
                      <a:pt x="11430" y="5715"/>
                    </a:cubicBezTo>
                    <a:cubicBezTo>
                      <a:pt x="11430" y="8572"/>
                      <a:pt x="8573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0" y="2857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12F0F47-211E-93A9-AF58-FE0480E1CA93}"/>
                  </a:ext>
                </a:extLst>
              </p:cNvPr>
              <p:cNvSpPr/>
              <p:nvPr/>
            </p:nvSpPr>
            <p:spPr>
              <a:xfrm>
                <a:off x="3154846" y="2857160"/>
                <a:ext cx="58605" cy="6349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2 w 24764"/>
                  <a:gd name="connsiteY1" fmla="*/ 24765 h 24764"/>
                  <a:gd name="connsiteX2" fmla="*/ 0 w 24764"/>
                  <a:gd name="connsiteY2" fmla="*/ 12383 h 24764"/>
                  <a:gd name="connsiteX3" fmla="*/ 12382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2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2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BD9732B9-2EBD-16AB-8F5F-C236E0B2A276}"/>
                  </a:ext>
                </a:extLst>
              </p:cNvPr>
              <p:cNvSpPr/>
              <p:nvPr/>
            </p:nvSpPr>
            <p:spPr>
              <a:xfrm>
                <a:off x="3461410" y="3108704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952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3EDF0B8-ACFC-420E-A05F-3D0F54927FE0}"/>
                  </a:ext>
                </a:extLst>
              </p:cNvPr>
              <p:cNvSpPr/>
              <p:nvPr/>
            </p:nvSpPr>
            <p:spPr>
              <a:xfrm>
                <a:off x="3134558" y="2229516"/>
                <a:ext cx="54100" cy="58610"/>
              </a:xfrm>
              <a:custGeom>
                <a:avLst/>
                <a:gdLst>
                  <a:gd name="connsiteX0" fmla="*/ 11430 w 22860"/>
                  <a:gd name="connsiteY0" fmla="*/ 0 h 22859"/>
                  <a:gd name="connsiteX1" fmla="*/ 22860 w 22860"/>
                  <a:gd name="connsiteY1" fmla="*/ 11430 h 22859"/>
                  <a:gd name="connsiteX2" fmla="*/ 11430 w 22860"/>
                  <a:gd name="connsiteY2" fmla="*/ 22860 h 22859"/>
                  <a:gd name="connsiteX3" fmla="*/ 0 w 22860"/>
                  <a:gd name="connsiteY3" fmla="*/ 11430 h 22859"/>
                  <a:gd name="connsiteX4" fmla="*/ 11430 w 22860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0"/>
                    </a:moveTo>
                    <a:cubicBezTo>
                      <a:pt x="17145" y="0"/>
                      <a:pt x="22860" y="4763"/>
                      <a:pt x="22860" y="11430"/>
                    </a:cubicBezTo>
                    <a:cubicBezTo>
                      <a:pt x="22860" y="17145"/>
                      <a:pt x="18098" y="22860"/>
                      <a:pt x="11430" y="22860"/>
                    </a:cubicBezTo>
                    <a:cubicBezTo>
                      <a:pt x="5715" y="22860"/>
                      <a:pt x="0" y="18097"/>
                      <a:pt x="0" y="11430"/>
                    </a:cubicBezTo>
                    <a:cubicBezTo>
                      <a:pt x="0" y="4763"/>
                      <a:pt x="4763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1B51510-A808-D728-60AF-914E94757495}"/>
                  </a:ext>
                </a:extLst>
              </p:cNvPr>
              <p:cNvSpPr/>
              <p:nvPr/>
            </p:nvSpPr>
            <p:spPr>
              <a:xfrm>
                <a:off x="2994587" y="2527463"/>
                <a:ext cx="67837" cy="73266"/>
              </a:xfrm>
              <a:custGeom>
                <a:avLst/>
                <a:gdLst>
                  <a:gd name="connsiteX0" fmla="*/ 14378 w 28665"/>
                  <a:gd name="connsiteY0" fmla="*/ 0 h 28575"/>
                  <a:gd name="connsiteX1" fmla="*/ 28666 w 28665"/>
                  <a:gd name="connsiteY1" fmla="*/ 14288 h 28575"/>
                  <a:gd name="connsiteX2" fmla="*/ 14378 w 28665"/>
                  <a:gd name="connsiteY2" fmla="*/ 28575 h 28575"/>
                  <a:gd name="connsiteX3" fmla="*/ 91 w 28665"/>
                  <a:gd name="connsiteY3" fmla="*/ 14288 h 28575"/>
                  <a:gd name="connsiteX4" fmla="*/ 14378 w 28665"/>
                  <a:gd name="connsiteY4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65" h="28575">
                    <a:moveTo>
                      <a:pt x="14378" y="0"/>
                    </a:moveTo>
                    <a:cubicBezTo>
                      <a:pt x="21998" y="0"/>
                      <a:pt x="28666" y="6667"/>
                      <a:pt x="28666" y="14288"/>
                    </a:cubicBezTo>
                    <a:cubicBezTo>
                      <a:pt x="28666" y="21907"/>
                      <a:pt x="21998" y="28575"/>
                      <a:pt x="14378" y="28575"/>
                    </a:cubicBezTo>
                    <a:cubicBezTo>
                      <a:pt x="6758" y="28575"/>
                      <a:pt x="91" y="21907"/>
                      <a:pt x="91" y="14288"/>
                    </a:cubicBezTo>
                    <a:cubicBezTo>
                      <a:pt x="-862" y="6667"/>
                      <a:pt x="5806" y="0"/>
                      <a:pt x="1437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63D29220-DF9D-B868-52B4-660DF485BE26}"/>
                  </a:ext>
                </a:extLst>
              </p:cNvPr>
              <p:cNvSpPr/>
              <p:nvPr/>
            </p:nvSpPr>
            <p:spPr>
              <a:xfrm>
                <a:off x="3159354" y="3296754"/>
                <a:ext cx="54100" cy="58613"/>
              </a:xfrm>
              <a:custGeom>
                <a:avLst/>
                <a:gdLst>
                  <a:gd name="connsiteX0" fmla="*/ 11430 w 22860"/>
                  <a:gd name="connsiteY0" fmla="*/ 0 h 22860"/>
                  <a:gd name="connsiteX1" fmla="*/ 22860 w 22860"/>
                  <a:gd name="connsiteY1" fmla="*/ 11430 h 22860"/>
                  <a:gd name="connsiteX2" fmla="*/ 11430 w 22860"/>
                  <a:gd name="connsiteY2" fmla="*/ 22860 h 22860"/>
                  <a:gd name="connsiteX3" fmla="*/ 0 w 22860"/>
                  <a:gd name="connsiteY3" fmla="*/ 11430 h 22860"/>
                  <a:gd name="connsiteX4" fmla="*/ 11430 w 22860"/>
                  <a:gd name="connsiteY4" fmla="*/ 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11430" y="0"/>
                    </a:moveTo>
                    <a:cubicBezTo>
                      <a:pt x="18098" y="0"/>
                      <a:pt x="22860" y="4763"/>
                      <a:pt x="22860" y="11430"/>
                    </a:cubicBezTo>
                    <a:cubicBezTo>
                      <a:pt x="22860" y="18098"/>
                      <a:pt x="18098" y="22860"/>
                      <a:pt x="11430" y="22860"/>
                    </a:cubicBezTo>
                    <a:cubicBezTo>
                      <a:pt x="4763" y="22860"/>
                      <a:pt x="0" y="18098"/>
                      <a:pt x="0" y="11430"/>
                    </a:cubicBezTo>
                    <a:cubicBezTo>
                      <a:pt x="953" y="5715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43D3C26B-7E79-D72E-6E9B-BDB21AA8F051}"/>
                  </a:ext>
                </a:extLst>
              </p:cNvPr>
              <p:cNvSpPr/>
              <p:nvPr/>
            </p:nvSpPr>
            <p:spPr>
              <a:xfrm>
                <a:off x="3114271" y="2085426"/>
                <a:ext cx="49591" cy="53728"/>
              </a:xfrm>
              <a:custGeom>
                <a:avLst/>
                <a:gdLst>
                  <a:gd name="connsiteX0" fmla="*/ 10478 w 20955"/>
                  <a:gd name="connsiteY0" fmla="*/ 0 h 20955"/>
                  <a:gd name="connsiteX1" fmla="*/ 20955 w 20955"/>
                  <a:gd name="connsiteY1" fmla="*/ 10478 h 20955"/>
                  <a:gd name="connsiteX2" fmla="*/ 10478 w 20955"/>
                  <a:gd name="connsiteY2" fmla="*/ 20955 h 20955"/>
                  <a:gd name="connsiteX3" fmla="*/ 0 w 20955"/>
                  <a:gd name="connsiteY3" fmla="*/ 10478 h 20955"/>
                  <a:gd name="connsiteX4" fmla="*/ 10478 w 20955"/>
                  <a:gd name="connsiteY4" fmla="*/ 0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5">
                    <a:moveTo>
                      <a:pt x="10478" y="0"/>
                    </a:moveTo>
                    <a:cubicBezTo>
                      <a:pt x="16193" y="0"/>
                      <a:pt x="20955" y="4763"/>
                      <a:pt x="20955" y="10478"/>
                    </a:cubicBezTo>
                    <a:cubicBezTo>
                      <a:pt x="20955" y="16193"/>
                      <a:pt x="16193" y="20955"/>
                      <a:pt x="10478" y="20955"/>
                    </a:cubicBezTo>
                    <a:cubicBezTo>
                      <a:pt x="4763" y="20955"/>
                      <a:pt x="0" y="16193"/>
                      <a:pt x="0" y="10478"/>
                    </a:cubicBezTo>
                    <a:cubicBezTo>
                      <a:pt x="0" y="4763"/>
                      <a:pt x="4763" y="0"/>
                      <a:pt x="1047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0BA7B8FF-3195-5099-0F0E-EEB906435BF9}"/>
                  </a:ext>
                </a:extLst>
              </p:cNvPr>
              <p:cNvSpPr/>
              <p:nvPr/>
            </p:nvSpPr>
            <p:spPr>
              <a:xfrm>
                <a:off x="3912240" y="2581191"/>
                <a:ext cx="27047" cy="29306"/>
              </a:xfrm>
              <a:custGeom>
                <a:avLst/>
                <a:gdLst>
                  <a:gd name="connsiteX0" fmla="*/ 11430 w 11429"/>
                  <a:gd name="connsiteY0" fmla="*/ 5715 h 11430"/>
                  <a:gd name="connsiteX1" fmla="*/ 5715 w 11429"/>
                  <a:gd name="connsiteY1" fmla="*/ 11430 h 11430"/>
                  <a:gd name="connsiteX2" fmla="*/ 0 w 11429"/>
                  <a:gd name="connsiteY2" fmla="*/ 5715 h 11430"/>
                  <a:gd name="connsiteX3" fmla="*/ 5715 w 11429"/>
                  <a:gd name="connsiteY3" fmla="*/ 0 h 11430"/>
                  <a:gd name="connsiteX4" fmla="*/ 11430 w 11429"/>
                  <a:gd name="connsiteY4" fmla="*/ 5715 h 1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30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C05C06C8-1F99-426A-2B36-AF05444D2C7E}"/>
                  </a:ext>
                </a:extLst>
              </p:cNvPr>
              <p:cNvSpPr/>
              <p:nvPr/>
            </p:nvSpPr>
            <p:spPr>
              <a:xfrm>
                <a:off x="3206693" y="2461526"/>
                <a:ext cx="54097" cy="58610"/>
              </a:xfrm>
              <a:custGeom>
                <a:avLst/>
                <a:gdLst>
                  <a:gd name="connsiteX0" fmla="*/ 11430 w 22859"/>
                  <a:gd name="connsiteY0" fmla="*/ 0 h 22859"/>
                  <a:gd name="connsiteX1" fmla="*/ 22860 w 22859"/>
                  <a:gd name="connsiteY1" fmla="*/ 11430 h 22859"/>
                  <a:gd name="connsiteX2" fmla="*/ 11430 w 22859"/>
                  <a:gd name="connsiteY2" fmla="*/ 22860 h 22859"/>
                  <a:gd name="connsiteX3" fmla="*/ 0 w 22859"/>
                  <a:gd name="connsiteY3" fmla="*/ 11430 h 22859"/>
                  <a:gd name="connsiteX4" fmla="*/ 11430 w 22859"/>
                  <a:gd name="connsiteY4" fmla="*/ 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59" h="22859">
                    <a:moveTo>
                      <a:pt x="11430" y="0"/>
                    </a:moveTo>
                    <a:cubicBezTo>
                      <a:pt x="18097" y="0"/>
                      <a:pt x="22860" y="4763"/>
                      <a:pt x="22860" y="11430"/>
                    </a:cubicBezTo>
                    <a:cubicBezTo>
                      <a:pt x="22860" y="18097"/>
                      <a:pt x="18097" y="22860"/>
                      <a:pt x="11430" y="22860"/>
                    </a:cubicBezTo>
                    <a:cubicBezTo>
                      <a:pt x="4763" y="22860"/>
                      <a:pt x="0" y="18097"/>
                      <a:pt x="0" y="11430"/>
                    </a:cubicBezTo>
                    <a:cubicBezTo>
                      <a:pt x="952" y="4763"/>
                      <a:pt x="5715" y="0"/>
                      <a:pt x="114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B6F0E5B0-3874-B959-7BC5-9B21E5D174DF}"/>
                  </a:ext>
                </a:extLst>
              </p:cNvPr>
              <p:cNvSpPr/>
              <p:nvPr/>
            </p:nvSpPr>
            <p:spPr>
              <a:xfrm>
                <a:off x="4022694" y="3333386"/>
                <a:ext cx="27047" cy="29304"/>
              </a:xfrm>
              <a:custGeom>
                <a:avLst/>
                <a:gdLst>
                  <a:gd name="connsiteX0" fmla="*/ 11430 w 11429"/>
                  <a:gd name="connsiteY0" fmla="*/ 5715 h 11429"/>
                  <a:gd name="connsiteX1" fmla="*/ 5715 w 11429"/>
                  <a:gd name="connsiteY1" fmla="*/ 11430 h 11429"/>
                  <a:gd name="connsiteX2" fmla="*/ 0 w 11429"/>
                  <a:gd name="connsiteY2" fmla="*/ 5715 h 11429"/>
                  <a:gd name="connsiteX3" fmla="*/ 5715 w 11429"/>
                  <a:gd name="connsiteY3" fmla="*/ 0 h 11429"/>
                  <a:gd name="connsiteX4" fmla="*/ 11430 w 11429"/>
                  <a:gd name="connsiteY4" fmla="*/ 5715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11430" y="5715"/>
                    </a:moveTo>
                    <a:cubicBezTo>
                      <a:pt x="11430" y="8871"/>
                      <a:pt x="8871" y="11430"/>
                      <a:pt x="5715" y="11430"/>
                    </a:cubicBezTo>
                    <a:cubicBezTo>
                      <a:pt x="2559" y="11430"/>
                      <a:pt x="0" y="8871"/>
                      <a:pt x="0" y="5715"/>
                    </a:cubicBezTo>
                    <a:cubicBezTo>
                      <a:pt x="0" y="2559"/>
                      <a:pt x="2559" y="0"/>
                      <a:pt x="5715" y="0"/>
                    </a:cubicBezTo>
                    <a:cubicBezTo>
                      <a:pt x="8871" y="0"/>
                      <a:pt x="11430" y="2559"/>
                      <a:pt x="11430" y="57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29540726-4D72-6609-9FCA-F40E2BEA3D71}"/>
                  </a:ext>
                </a:extLst>
              </p:cNvPr>
              <p:cNvSpPr/>
              <p:nvPr/>
            </p:nvSpPr>
            <p:spPr>
              <a:xfrm>
                <a:off x="3454649" y="3816939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8 h 13335"/>
                  <a:gd name="connsiteX2" fmla="*/ 6667 w 13334"/>
                  <a:gd name="connsiteY2" fmla="*/ 13335 h 13335"/>
                  <a:gd name="connsiteX3" fmla="*/ 0 w 13334"/>
                  <a:gd name="connsiteY3" fmla="*/ 6668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7" y="0"/>
                      <a:pt x="13335" y="2858"/>
                      <a:pt x="13335" y="6668"/>
                    </a:cubicBezTo>
                    <a:cubicBezTo>
                      <a:pt x="13335" y="10478"/>
                      <a:pt x="10477" y="13335"/>
                      <a:pt x="6667" y="13335"/>
                    </a:cubicBezTo>
                    <a:cubicBezTo>
                      <a:pt x="2857" y="13335"/>
                      <a:pt x="0" y="10478"/>
                      <a:pt x="0" y="6668"/>
                    </a:cubicBezTo>
                    <a:cubicBezTo>
                      <a:pt x="0" y="3810"/>
                      <a:pt x="2857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B145B6BC-AF17-A61F-5421-7ACE8547EC9A}"/>
                  </a:ext>
                </a:extLst>
              </p:cNvPr>
              <p:cNvSpPr/>
              <p:nvPr/>
            </p:nvSpPr>
            <p:spPr>
              <a:xfrm>
                <a:off x="3504240" y="3934164"/>
                <a:ext cx="31556" cy="34191"/>
              </a:xfrm>
              <a:custGeom>
                <a:avLst/>
                <a:gdLst>
                  <a:gd name="connsiteX0" fmla="*/ 6667 w 13334"/>
                  <a:gd name="connsiteY0" fmla="*/ 0 h 13335"/>
                  <a:gd name="connsiteX1" fmla="*/ 13335 w 13334"/>
                  <a:gd name="connsiteY1" fmla="*/ 6667 h 13335"/>
                  <a:gd name="connsiteX2" fmla="*/ 6667 w 13334"/>
                  <a:gd name="connsiteY2" fmla="*/ 13335 h 13335"/>
                  <a:gd name="connsiteX3" fmla="*/ 0 w 13334"/>
                  <a:gd name="connsiteY3" fmla="*/ 6667 h 13335"/>
                  <a:gd name="connsiteX4" fmla="*/ 6667 w 13334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6667" y="0"/>
                    </a:moveTo>
                    <a:cubicBezTo>
                      <a:pt x="10478" y="0"/>
                      <a:pt x="13335" y="2858"/>
                      <a:pt x="13335" y="6667"/>
                    </a:cubicBezTo>
                    <a:cubicBezTo>
                      <a:pt x="13335" y="10477"/>
                      <a:pt x="10478" y="13335"/>
                      <a:pt x="6667" y="13335"/>
                    </a:cubicBez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0" y="2858"/>
                      <a:pt x="2858" y="0"/>
                      <a:pt x="666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6382B9BF-5326-F03B-4688-AB50792BB139}"/>
                  </a:ext>
                </a:extLst>
              </p:cNvPr>
              <p:cNvSpPr/>
              <p:nvPr/>
            </p:nvSpPr>
            <p:spPr>
              <a:xfrm>
                <a:off x="3308128" y="2297898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4288"/>
                      <a:pt x="14288" y="19050"/>
                      <a:pt x="9525" y="19050"/>
                    </a:cubicBezTo>
                    <a:cubicBezTo>
                      <a:pt x="3810" y="19050"/>
                      <a:pt x="0" y="14288"/>
                      <a:pt x="0" y="9525"/>
                    </a:cubicBezTo>
                    <a:cubicBezTo>
                      <a:pt x="0" y="4763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FFD6D0E6-4FA9-4CA0-2972-368CA2A992CD}"/>
                  </a:ext>
                </a:extLst>
              </p:cNvPr>
              <p:cNvSpPr/>
              <p:nvPr/>
            </p:nvSpPr>
            <p:spPr>
              <a:xfrm>
                <a:off x="3828835" y="3404210"/>
                <a:ext cx="27050" cy="29304"/>
              </a:xfrm>
              <a:custGeom>
                <a:avLst/>
                <a:gdLst>
                  <a:gd name="connsiteX0" fmla="*/ 5715 w 11430"/>
                  <a:gd name="connsiteY0" fmla="*/ 0 h 11429"/>
                  <a:gd name="connsiteX1" fmla="*/ 11430 w 11430"/>
                  <a:gd name="connsiteY1" fmla="*/ 5715 h 11429"/>
                  <a:gd name="connsiteX2" fmla="*/ 5715 w 11430"/>
                  <a:gd name="connsiteY2" fmla="*/ 11430 h 11429"/>
                  <a:gd name="connsiteX3" fmla="*/ 0 w 11430"/>
                  <a:gd name="connsiteY3" fmla="*/ 5715 h 11429"/>
                  <a:gd name="connsiteX4" fmla="*/ 5715 w 11430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" h="11429">
                    <a:moveTo>
                      <a:pt x="5715" y="0"/>
                    </a:moveTo>
                    <a:cubicBezTo>
                      <a:pt x="9525" y="0"/>
                      <a:pt x="11430" y="2857"/>
                      <a:pt x="11430" y="5715"/>
                    </a:cubicBezTo>
                    <a:cubicBezTo>
                      <a:pt x="11430" y="8572"/>
                      <a:pt x="8573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0" y="2857"/>
                      <a:pt x="1905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51D02EA1-8674-CF00-3E91-39019D707DC0}"/>
                  </a:ext>
                </a:extLst>
              </p:cNvPr>
              <p:cNvSpPr/>
              <p:nvPr/>
            </p:nvSpPr>
            <p:spPr>
              <a:xfrm>
                <a:off x="2906890" y="4539827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3" y="0"/>
                      <a:pt x="11430" y="2858"/>
                      <a:pt x="11430" y="5715"/>
                    </a:cubicBezTo>
                    <a:cubicBezTo>
                      <a:pt x="11430" y="8572"/>
                      <a:pt x="8573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952" y="1905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2E424600-32D8-B2F6-C25B-AD69C8E7D736}"/>
                  </a:ext>
                </a:extLst>
              </p:cNvPr>
              <p:cNvSpPr/>
              <p:nvPr/>
            </p:nvSpPr>
            <p:spPr>
              <a:xfrm>
                <a:off x="3217962" y="3323617"/>
                <a:ext cx="49589" cy="53726"/>
              </a:xfrm>
              <a:custGeom>
                <a:avLst/>
                <a:gdLst>
                  <a:gd name="connsiteX0" fmla="*/ 10477 w 20954"/>
                  <a:gd name="connsiteY0" fmla="*/ 0 h 20954"/>
                  <a:gd name="connsiteX1" fmla="*/ 20955 w 20954"/>
                  <a:gd name="connsiteY1" fmla="*/ 10477 h 20954"/>
                  <a:gd name="connsiteX2" fmla="*/ 10477 w 20954"/>
                  <a:gd name="connsiteY2" fmla="*/ 20955 h 20954"/>
                  <a:gd name="connsiteX3" fmla="*/ 0 w 20954"/>
                  <a:gd name="connsiteY3" fmla="*/ 10477 h 20954"/>
                  <a:gd name="connsiteX4" fmla="*/ 10477 w 20954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4" h="20954">
                    <a:moveTo>
                      <a:pt x="10477" y="0"/>
                    </a:moveTo>
                    <a:cubicBezTo>
                      <a:pt x="16192" y="0"/>
                      <a:pt x="20955" y="4763"/>
                      <a:pt x="20955" y="10477"/>
                    </a:cubicBezTo>
                    <a:cubicBezTo>
                      <a:pt x="20955" y="16192"/>
                      <a:pt x="16192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3810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2DDA3977-124E-12B1-DA17-AF48D57E3E24}"/>
                  </a:ext>
                </a:extLst>
              </p:cNvPr>
              <p:cNvSpPr/>
              <p:nvPr/>
            </p:nvSpPr>
            <p:spPr>
              <a:xfrm>
                <a:off x="3835599" y="3265004"/>
                <a:ext cx="31556" cy="34191"/>
              </a:xfrm>
              <a:custGeom>
                <a:avLst/>
                <a:gdLst>
                  <a:gd name="connsiteX0" fmla="*/ 13335 w 13334"/>
                  <a:gd name="connsiteY0" fmla="*/ 6668 h 13335"/>
                  <a:gd name="connsiteX1" fmla="*/ 6668 w 13334"/>
                  <a:gd name="connsiteY1" fmla="*/ 13335 h 13335"/>
                  <a:gd name="connsiteX2" fmla="*/ 0 w 13334"/>
                  <a:gd name="connsiteY2" fmla="*/ 6668 h 13335"/>
                  <a:gd name="connsiteX3" fmla="*/ 6668 w 13334"/>
                  <a:gd name="connsiteY3" fmla="*/ 0 h 13335"/>
                  <a:gd name="connsiteX4" fmla="*/ 13335 w 13334"/>
                  <a:gd name="connsiteY4" fmla="*/ 6668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13335" y="6668"/>
                    </a:moveTo>
                    <a:cubicBezTo>
                      <a:pt x="13335" y="10350"/>
                      <a:pt x="10350" y="13335"/>
                      <a:pt x="6668" y="13335"/>
                    </a:cubicBezTo>
                    <a:cubicBezTo>
                      <a:pt x="2985" y="13335"/>
                      <a:pt x="0" y="10350"/>
                      <a:pt x="0" y="6668"/>
                    </a:cubicBezTo>
                    <a:cubicBezTo>
                      <a:pt x="0" y="2985"/>
                      <a:pt x="2985" y="0"/>
                      <a:pt x="6668" y="0"/>
                    </a:cubicBezTo>
                    <a:cubicBezTo>
                      <a:pt x="10350" y="0"/>
                      <a:pt x="13335" y="2985"/>
                      <a:pt x="13335" y="666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A4F8C35-8131-62A7-3BBF-92D9DC72B9B7}"/>
                  </a:ext>
                </a:extLst>
              </p:cNvPr>
              <p:cNvSpPr/>
              <p:nvPr/>
            </p:nvSpPr>
            <p:spPr>
              <a:xfrm>
                <a:off x="2963245" y="3843804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4763" y="19050"/>
                      <a:pt x="0" y="14288"/>
                      <a:pt x="0" y="9525"/>
                    </a:cubicBezTo>
                    <a:cubicBezTo>
                      <a:pt x="0" y="3810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455086F6-E803-DF18-EB5E-4811928AB7B9}"/>
                  </a:ext>
                </a:extLst>
              </p:cNvPr>
              <p:cNvSpPr/>
              <p:nvPr/>
            </p:nvSpPr>
            <p:spPr>
              <a:xfrm>
                <a:off x="3037630" y="3807170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4763"/>
                      <a:pt x="4763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8F5999AE-8842-B2DF-C1EC-25D326C55685}"/>
                  </a:ext>
                </a:extLst>
              </p:cNvPr>
              <p:cNvSpPr/>
              <p:nvPr/>
            </p:nvSpPr>
            <p:spPr>
              <a:xfrm>
                <a:off x="3353211" y="1863188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1430" y="0"/>
                      <a:pt x="15240" y="2857"/>
                      <a:pt x="15240" y="7620"/>
                    </a:cubicBezTo>
                    <a:cubicBezTo>
                      <a:pt x="15240" y="11430"/>
                      <a:pt x="12382" y="15240"/>
                      <a:pt x="7620" y="15240"/>
                    </a:cubicBezTo>
                    <a:cubicBezTo>
                      <a:pt x="3810" y="15240"/>
                      <a:pt x="0" y="12382"/>
                      <a:pt x="0" y="7620"/>
                    </a:cubicBezTo>
                    <a:cubicBezTo>
                      <a:pt x="0" y="3810"/>
                      <a:pt x="2857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E55690C2-895E-2F99-39B2-ED526A40D6C2}"/>
                  </a:ext>
                </a:extLst>
              </p:cNvPr>
              <p:cNvSpPr/>
              <p:nvPr/>
            </p:nvSpPr>
            <p:spPr>
              <a:xfrm>
                <a:off x="3547068" y="3719252"/>
                <a:ext cx="31558" cy="34191"/>
              </a:xfrm>
              <a:custGeom>
                <a:avLst/>
                <a:gdLst>
                  <a:gd name="connsiteX0" fmla="*/ 6668 w 13335"/>
                  <a:gd name="connsiteY0" fmla="*/ 0 h 13335"/>
                  <a:gd name="connsiteX1" fmla="*/ 13335 w 13335"/>
                  <a:gd name="connsiteY1" fmla="*/ 6668 h 13335"/>
                  <a:gd name="connsiteX2" fmla="*/ 6668 w 13335"/>
                  <a:gd name="connsiteY2" fmla="*/ 13335 h 13335"/>
                  <a:gd name="connsiteX3" fmla="*/ 0 w 13335"/>
                  <a:gd name="connsiteY3" fmla="*/ 6668 h 13335"/>
                  <a:gd name="connsiteX4" fmla="*/ 6668 w 13335"/>
                  <a:gd name="connsiteY4" fmla="*/ 0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" h="13335">
                    <a:moveTo>
                      <a:pt x="6668" y="0"/>
                    </a:moveTo>
                    <a:cubicBezTo>
                      <a:pt x="10478" y="0"/>
                      <a:pt x="13335" y="2858"/>
                      <a:pt x="13335" y="6668"/>
                    </a:cubicBezTo>
                    <a:cubicBezTo>
                      <a:pt x="13335" y="10478"/>
                      <a:pt x="10478" y="13335"/>
                      <a:pt x="6668" y="13335"/>
                    </a:cubicBezTo>
                    <a:cubicBezTo>
                      <a:pt x="2858" y="13335"/>
                      <a:pt x="0" y="10478"/>
                      <a:pt x="0" y="6668"/>
                    </a:cubicBezTo>
                    <a:cubicBezTo>
                      <a:pt x="0" y="2858"/>
                      <a:pt x="2858" y="0"/>
                      <a:pt x="66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2FE87798-93EB-D12B-E555-D45550B8D004}"/>
                  </a:ext>
                </a:extLst>
              </p:cNvPr>
              <p:cNvSpPr/>
              <p:nvPr/>
            </p:nvSpPr>
            <p:spPr>
              <a:xfrm>
                <a:off x="3226979" y="3145338"/>
                <a:ext cx="54100" cy="58613"/>
              </a:xfrm>
              <a:custGeom>
                <a:avLst/>
                <a:gdLst>
                  <a:gd name="connsiteX0" fmla="*/ 22860 w 22860"/>
                  <a:gd name="connsiteY0" fmla="*/ 11430 h 22860"/>
                  <a:gd name="connsiteX1" fmla="*/ 11430 w 22860"/>
                  <a:gd name="connsiteY1" fmla="*/ 22860 h 22860"/>
                  <a:gd name="connsiteX2" fmla="*/ 0 w 22860"/>
                  <a:gd name="connsiteY2" fmla="*/ 11430 h 22860"/>
                  <a:gd name="connsiteX3" fmla="*/ 11430 w 22860"/>
                  <a:gd name="connsiteY3" fmla="*/ 0 h 22860"/>
                  <a:gd name="connsiteX4" fmla="*/ 22860 w 22860"/>
                  <a:gd name="connsiteY4" fmla="*/ 11430 h 22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60">
                    <a:moveTo>
                      <a:pt x="22860" y="11430"/>
                    </a:moveTo>
                    <a:cubicBezTo>
                      <a:pt x="22860" y="17743"/>
                      <a:pt x="17743" y="22860"/>
                      <a:pt x="11430" y="22860"/>
                    </a:cubicBezTo>
                    <a:cubicBezTo>
                      <a:pt x="5117" y="22860"/>
                      <a:pt x="0" y="17743"/>
                      <a:pt x="0" y="11430"/>
                    </a:cubicBezTo>
                    <a:cubicBezTo>
                      <a:pt x="0" y="5117"/>
                      <a:pt x="5117" y="0"/>
                      <a:pt x="11430" y="0"/>
                    </a:cubicBezTo>
                    <a:cubicBezTo>
                      <a:pt x="17743" y="0"/>
                      <a:pt x="22860" y="5117"/>
                      <a:pt x="22860" y="114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BC6DE9BD-A42C-25C2-4B15-FC1DBEFEDF15}"/>
                  </a:ext>
                </a:extLst>
              </p:cNvPr>
              <p:cNvSpPr/>
              <p:nvPr/>
            </p:nvSpPr>
            <p:spPr>
              <a:xfrm>
                <a:off x="3057919" y="2441988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F25DDAF5-FE95-F36D-970D-FB9EBC481D85}"/>
                  </a:ext>
                </a:extLst>
              </p:cNvPr>
              <p:cNvSpPr/>
              <p:nvPr/>
            </p:nvSpPr>
            <p:spPr>
              <a:xfrm>
                <a:off x="3096238" y="1980413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5240" y="0"/>
                      <a:pt x="19050" y="4763"/>
                      <a:pt x="19050" y="9525"/>
                    </a:cubicBezTo>
                    <a:cubicBezTo>
                      <a:pt x="19050" y="15240"/>
                      <a:pt x="14288" y="19050"/>
                      <a:pt x="9525" y="19050"/>
                    </a:cubicBezTo>
                    <a:cubicBezTo>
                      <a:pt x="4763" y="19050"/>
                      <a:pt x="0" y="14288"/>
                      <a:pt x="0" y="9525"/>
                    </a:cubicBezTo>
                    <a:cubicBezTo>
                      <a:pt x="0" y="3810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399E70D2-F5EE-698F-BF2F-E001474AC270}"/>
                  </a:ext>
                </a:extLst>
              </p:cNvPr>
              <p:cNvSpPr/>
              <p:nvPr/>
            </p:nvSpPr>
            <p:spPr>
              <a:xfrm>
                <a:off x="3202182" y="2827854"/>
                <a:ext cx="58605" cy="63494"/>
              </a:xfrm>
              <a:custGeom>
                <a:avLst/>
                <a:gdLst>
                  <a:gd name="connsiteX0" fmla="*/ 12383 w 24764"/>
                  <a:gd name="connsiteY0" fmla="*/ 0 h 24764"/>
                  <a:gd name="connsiteX1" fmla="*/ 24765 w 24764"/>
                  <a:gd name="connsiteY1" fmla="*/ 12382 h 24764"/>
                  <a:gd name="connsiteX2" fmla="*/ 12383 w 24764"/>
                  <a:gd name="connsiteY2" fmla="*/ 24765 h 24764"/>
                  <a:gd name="connsiteX3" fmla="*/ 0 w 24764"/>
                  <a:gd name="connsiteY3" fmla="*/ 12382 h 24764"/>
                  <a:gd name="connsiteX4" fmla="*/ 12383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952" y="4763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32350037-29B2-A578-098D-846942601B21}"/>
                  </a:ext>
                </a:extLst>
              </p:cNvPr>
              <p:cNvSpPr/>
              <p:nvPr/>
            </p:nvSpPr>
            <p:spPr>
              <a:xfrm>
                <a:off x="3089475" y="2967057"/>
                <a:ext cx="63116" cy="68379"/>
              </a:xfrm>
              <a:custGeom>
                <a:avLst/>
                <a:gdLst>
                  <a:gd name="connsiteX0" fmla="*/ 13335 w 26670"/>
                  <a:gd name="connsiteY0" fmla="*/ 0 h 26669"/>
                  <a:gd name="connsiteX1" fmla="*/ 26670 w 26670"/>
                  <a:gd name="connsiteY1" fmla="*/ 13335 h 26669"/>
                  <a:gd name="connsiteX2" fmla="*/ 13335 w 26670"/>
                  <a:gd name="connsiteY2" fmla="*/ 26670 h 26669"/>
                  <a:gd name="connsiteX3" fmla="*/ 0 w 26670"/>
                  <a:gd name="connsiteY3" fmla="*/ 13335 h 26669"/>
                  <a:gd name="connsiteX4" fmla="*/ 13335 w 26670"/>
                  <a:gd name="connsiteY4" fmla="*/ 0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13335" y="0"/>
                    </a:moveTo>
                    <a:cubicBezTo>
                      <a:pt x="20955" y="0"/>
                      <a:pt x="26670" y="5715"/>
                      <a:pt x="26670" y="13335"/>
                    </a:cubicBezTo>
                    <a:cubicBezTo>
                      <a:pt x="26670" y="20955"/>
                      <a:pt x="20955" y="26670"/>
                      <a:pt x="13335" y="26670"/>
                    </a:cubicBezTo>
                    <a:cubicBezTo>
                      <a:pt x="5715" y="26670"/>
                      <a:pt x="0" y="20955"/>
                      <a:pt x="0" y="13335"/>
                    </a:cubicBezTo>
                    <a:cubicBezTo>
                      <a:pt x="0" y="5715"/>
                      <a:pt x="5715" y="0"/>
                      <a:pt x="133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5A2F5AC5-DFE6-26EA-50B0-471B493673FE}"/>
                  </a:ext>
                </a:extLst>
              </p:cNvPr>
              <p:cNvSpPr/>
              <p:nvPr/>
            </p:nvSpPr>
            <p:spPr>
              <a:xfrm>
                <a:off x="3388989" y="2744817"/>
                <a:ext cx="45369" cy="48844"/>
              </a:xfrm>
              <a:custGeom>
                <a:avLst/>
                <a:gdLst>
                  <a:gd name="connsiteX0" fmla="*/ 9647 w 19171"/>
                  <a:gd name="connsiteY0" fmla="*/ 0 h 19050"/>
                  <a:gd name="connsiteX1" fmla="*/ 19172 w 19171"/>
                  <a:gd name="connsiteY1" fmla="*/ 9525 h 19050"/>
                  <a:gd name="connsiteX2" fmla="*/ 9647 w 19171"/>
                  <a:gd name="connsiteY2" fmla="*/ 19050 h 19050"/>
                  <a:gd name="connsiteX3" fmla="*/ 122 w 19171"/>
                  <a:gd name="connsiteY3" fmla="*/ 9525 h 19050"/>
                  <a:gd name="connsiteX4" fmla="*/ 9647 w 19171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71" h="19050">
                    <a:moveTo>
                      <a:pt x="9647" y="0"/>
                    </a:moveTo>
                    <a:cubicBezTo>
                      <a:pt x="15362" y="0"/>
                      <a:pt x="19172" y="4763"/>
                      <a:pt x="19172" y="9525"/>
                    </a:cubicBezTo>
                    <a:cubicBezTo>
                      <a:pt x="19172" y="15240"/>
                      <a:pt x="14409" y="19050"/>
                      <a:pt x="9647" y="19050"/>
                    </a:cubicBezTo>
                    <a:cubicBezTo>
                      <a:pt x="3932" y="19050"/>
                      <a:pt x="122" y="14288"/>
                      <a:pt x="122" y="9525"/>
                    </a:cubicBezTo>
                    <a:cubicBezTo>
                      <a:pt x="-831" y="4763"/>
                      <a:pt x="3932" y="0"/>
                      <a:pt x="964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7BB3A349-23EA-1B84-65C8-F958D68B8CB2}"/>
                  </a:ext>
                </a:extLst>
              </p:cNvPr>
              <p:cNvSpPr/>
              <p:nvPr/>
            </p:nvSpPr>
            <p:spPr>
              <a:xfrm>
                <a:off x="3281078" y="3174645"/>
                <a:ext cx="49591" cy="53726"/>
              </a:xfrm>
              <a:custGeom>
                <a:avLst/>
                <a:gdLst>
                  <a:gd name="connsiteX0" fmla="*/ 10477 w 20955"/>
                  <a:gd name="connsiteY0" fmla="*/ 0 h 20954"/>
                  <a:gd name="connsiteX1" fmla="*/ 20955 w 20955"/>
                  <a:gd name="connsiteY1" fmla="*/ 10477 h 20954"/>
                  <a:gd name="connsiteX2" fmla="*/ 10477 w 20955"/>
                  <a:gd name="connsiteY2" fmla="*/ 20955 h 20954"/>
                  <a:gd name="connsiteX3" fmla="*/ 0 w 20955"/>
                  <a:gd name="connsiteY3" fmla="*/ 10477 h 20954"/>
                  <a:gd name="connsiteX4" fmla="*/ 10477 w 20955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4">
                    <a:moveTo>
                      <a:pt x="10477" y="0"/>
                    </a:moveTo>
                    <a:cubicBezTo>
                      <a:pt x="16193" y="0"/>
                      <a:pt x="20955" y="4763"/>
                      <a:pt x="20955" y="10477"/>
                    </a:cubicBezTo>
                    <a:cubicBezTo>
                      <a:pt x="20955" y="16192"/>
                      <a:pt x="16193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2CD6967C-2751-8CFA-08C9-5902DF3CAEDE}"/>
                  </a:ext>
                </a:extLst>
              </p:cNvPr>
              <p:cNvSpPr/>
              <p:nvPr/>
            </p:nvSpPr>
            <p:spPr>
              <a:xfrm>
                <a:off x="3290095" y="2222191"/>
                <a:ext cx="45083" cy="48844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6"/>
                      <a:pt x="14786" y="19050"/>
                      <a:pt x="9525" y="19050"/>
                    </a:cubicBezTo>
                    <a:cubicBezTo>
                      <a:pt x="4264" y="19050"/>
                      <a:pt x="0" y="14786"/>
                      <a:pt x="0" y="9525"/>
                    </a:cubicBezTo>
                    <a:cubicBezTo>
                      <a:pt x="0" y="4265"/>
                      <a:pt x="4264" y="0"/>
                      <a:pt x="9525" y="0"/>
                    </a:cubicBezTo>
                    <a:cubicBezTo>
                      <a:pt x="14786" y="0"/>
                      <a:pt x="19050" y="4265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C2A8958-4E7E-A60C-A03B-E41FC39C1CEC}"/>
                  </a:ext>
                </a:extLst>
              </p:cNvPr>
              <p:cNvSpPr/>
              <p:nvPr/>
            </p:nvSpPr>
            <p:spPr>
              <a:xfrm>
                <a:off x="3659775" y="2420007"/>
                <a:ext cx="36066" cy="39072"/>
              </a:xfrm>
              <a:custGeom>
                <a:avLst/>
                <a:gdLst>
                  <a:gd name="connsiteX0" fmla="*/ 7620 w 15240"/>
                  <a:gd name="connsiteY0" fmla="*/ 0 h 15239"/>
                  <a:gd name="connsiteX1" fmla="*/ 15240 w 15240"/>
                  <a:gd name="connsiteY1" fmla="*/ 7620 h 15239"/>
                  <a:gd name="connsiteX2" fmla="*/ 7620 w 15240"/>
                  <a:gd name="connsiteY2" fmla="*/ 15240 h 15239"/>
                  <a:gd name="connsiteX3" fmla="*/ 0 w 15240"/>
                  <a:gd name="connsiteY3" fmla="*/ 7620 h 15239"/>
                  <a:gd name="connsiteX4" fmla="*/ 7620 w 15240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7620" y="0"/>
                    </a:moveTo>
                    <a:cubicBezTo>
                      <a:pt x="11430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3810" y="15240"/>
                      <a:pt x="0" y="11430"/>
                      <a:pt x="0" y="7620"/>
                    </a:cubicBezTo>
                    <a:cubicBezTo>
                      <a:pt x="0" y="3810"/>
                      <a:pt x="3810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2142B66-A81F-A07D-A666-6B1FA422FF00}"/>
                  </a:ext>
                </a:extLst>
              </p:cNvPr>
              <p:cNvSpPr/>
              <p:nvPr/>
            </p:nvSpPr>
            <p:spPr>
              <a:xfrm>
                <a:off x="3389278" y="1973088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2382" y="0"/>
                      <a:pt x="15240" y="3810"/>
                      <a:pt x="15240" y="7620"/>
                    </a:cubicBezTo>
                    <a:cubicBezTo>
                      <a:pt x="15240" y="12382"/>
                      <a:pt x="11430" y="15240"/>
                      <a:pt x="7620" y="15240"/>
                    </a:cubicBezTo>
                    <a:cubicBezTo>
                      <a:pt x="2857" y="15240"/>
                      <a:pt x="0" y="11430"/>
                      <a:pt x="0" y="7620"/>
                    </a:cubicBezTo>
                    <a:cubicBezTo>
                      <a:pt x="0" y="3810"/>
                      <a:pt x="2857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FFF35172-87FE-7358-FBC2-2EC638E230B1}"/>
                  </a:ext>
                </a:extLst>
              </p:cNvPr>
              <p:cNvSpPr/>
              <p:nvPr/>
            </p:nvSpPr>
            <p:spPr>
              <a:xfrm>
                <a:off x="3544815" y="2310110"/>
                <a:ext cx="36064" cy="39072"/>
              </a:xfrm>
              <a:custGeom>
                <a:avLst/>
                <a:gdLst>
                  <a:gd name="connsiteX0" fmla="*/ 7620 w 15239"/>
                  <a:gd name="connsiteY0" fmla="*/ 0 h 15239"/>
                  <a:gd name="connsiteX1" fmla="*/ 15240 w 15239"/>
                  <a:gd name="connsiteY1" fmla="*/ 7620 h 15239"/>
                  <a:gd name="connsiteX2" fmla="*/ 7620 w 15239"/>
                  <a:gd name="connsiteY2" fmla="*/ 15240 h 15239"/>
                  <a:gd name="connsiteX3" fmla="*/ 0 w 15239"/>
                  <a:gd name="connsiteY3" fmla="*/ 7620 h 15239"/>
                  <a:gd name="connsiteX4" fmla="*/ 7620 w 15239"/>
                  <a:gd name="connsiteY4" fmla="*/ 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7620" y="0"/>
                    </a:moveTo>
                    <a:cubicBezTo>
                      <a:pt x="12383" y="0"/>
                      <a:pt x="15240" y="3810"/>
                      <a:pt x="15240" y="7620"/>
                    </a:cubicBezTo>
                    <a:cubicBezTo>
                      <a:pt x="15240" y="11430"/>
                      <a:pt x="11430" y="15240"/>
                      <a:pt x="7620" y="15240"/>
                    </a:cubicBezTo>
                    <a:cubicBezTo>
                      <a:pt x="2858" y="15240"/>
                      <a:pt x="0" y="11430"/>
                      <a:pt x="0" y="7620"/>
                    </a:cubicBezTo>
                    <a:cubicBezTo>
                      <a:pt x="0" y="3810"/>
                      <a:pt x="2858" y="0"/>
                      <a:pt x="762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1E2A01D4-F3EC-238F-6BDB-A9F47CA80111}"/>
                  </a:ext>
                </a:extLst>
              </p:cNvPr>
              <p:cNvSpPr/>
              <p:nvPr/>
            </p:nvSpPr>
            <p:spPr>
              <a:xfrm>
                <a:off x="2958736" y="2703301"/>
                <a:ext cx="72130" cy="78150"/>
              </a:xfrm>
              <a:custGeom>
                <a:avLst/>
                <a:gdLst>
                  <a:gd name="connsiteX0" fmla="*/ 30480 w 30479"/>
                  <a:gd name="connsiteY0" fmla="*/ 15240 h 30480"/>
                  <a:gd name="connsiteX1" fmla="*/ 15240 w 30479"/>
                  <a:gd name="connsiteY1" fmla="*/ 30480 h 30480"/>
                  <a:gd name="connsiteX2" fmla="*/ 0 w 30479"/>
                  <a:gd name="connsiteY2" fmla="*/ 15240 h 30480"/>
                  <a:gd name="connsiteX3" fmla="*/ 15240 w 30479"/>
                  <a:gd name="connsiteY3" fmla="*/ 0 h 30480"/>
                  <a:gd name="connsiteX4" fmla="*/ 30480 w 30479"/>
                  <a:gd name="connsiteY4" fmla="*/ 15240 h 3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79" h="30480">
                    <a:moveTo>
                      <a:pt x="30480" y="15240"/>
                    </a:moveTo>
                    <a:cubicBezTo>
                      <a:pt x="30480" y="23657"/>
                      <a:pt x="23657" y="30480"/>
                      <a:pt x="15240" y="30480"/>
                    </a:cubicBezTo>
                    <a:cubicBezTo>
                      <a:pt x="6823" y="30480"/>
                      <a:pt x="0" y="23657"/>
                      <a:pt x="0" y="15240"/>
                    </a:cubicBezTo>
                    <a:cubicBezTo>
                      <a:pt x="0" y="6823"/>
                      <a:pt x="6823" y="0"/>
                      <a:pt x="15240" y="0"/>
                    </a:cubicBezTo>
                    <a:cubicBezTo>
                      <a:pt x="23657" y="0"/>
                      <a:pt x="30480" y="6823"/>
                      <a:pt x="30480" y="152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62593013-C8B5-A9A6-7C22-4C12E1B41D8C}"/>
                  </a:ext>
                </a:extLst>
              </p:cNvPr>
              <p:cNvSpPr/>
              <p:nvPr/>
            </p:nvSpPr>
            <p:spPr>
              <a:xfrm>
                <a:off x="4056506" y="2796104"/>
                <a:ext cx="27047" cy="29304"/>
              </a:xfrm>
              <a:custGeom>
                <a:avLst/>
                <a:gdLst>
                  <a:gd name="connsiteX0" fmla="*/ 5715 w 11429"/>
                  <a:gd name="connsiteY0" fmla="*/ 0 h 11429"/>
                  <a:gd name="connsiteX1" fmla="*/ 11430 w 11429"/>
                  <a:gd name="connsiteY1" fmla="*/ 5715 h 11429"/>
                  <a:gd name="connsiteX2" fmla="*/ 5715 w 11429"/>
                  <a:gd name="connsiteY2" fmla="*/ 11430 h 11429"/>
                  <a:gd name="connsiteX3" fmla="*/ 0 w 11429"/>
                  <a:gd name="connsiteY3" fmla="*/ 5715 h 11429"/>
                  <a:gd name="connsiteX4" fmla="*/ 5715 w 11429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11429">
                    <a:moveTo>
                      <a:pt x="5715" y="0"/>
                    </a:moveTo>
                    <a:cubicBezTo>
                      <a:pt x="8572" y="0"/>
                      <a:pt x="11430" y="2857"/>
                      <a:pt x="11430" y="5715"/>
                    </a:cubicBezTo>
                    <a:cubicBezTo>
                      <a:pt x="11430" y="8572"/>
                      <a:pt x="8572" y="11430"/>
                      <a:pt x="5715" y="11430"/>
                    </a:cubicBezTo>
                    <a:cubicBezTo>
                      <a:pt x="2858" y="11430"/>
                      <a:pt x="0" y="8572"/>
                      <a:pt x="0" y="5715"/>
                    </a:cubicBezTo>
                    <a:cubicBezTo>
                      <a:pt x="953" y="2857"/>
                      <a:pt x="2858" y="0"/>
                      <a:pt x="571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CC578B08-0AF1-F33B-74FD-B478810C2C86}"/>
                  </a:ext>
                </a:extLst>
              </p:cNvPr>
              <p:cNvSpPr/>
              <p:nvPr/>
            </p:nvSpPr>
            <p:spPr>
              <a:xfrm>
                <a:off x="3073697" y="4095349"/>
                <a:ext cx="36064" cy="39072"/>
              </a:xfrm>
              <a:custGeom>
                <a:avLst/>
                <a:gdLst>
                  <a:gd name="connsiteX0" fmla="*/ 15240 w 15239"/>
                  <a:gd name="connsiteY0" fmla="*/ 7620 h 15239"/>
                  <a:gd name="connsiteX1" fmla="*/ 7620 w 15239"/>
                  <a:gd name="connsiteY1" fmla="*/ 15240 h 15239"/>
                  <a:gd name="connsiteX2" fmla="*/ 0 w 15239"/>
                  <a:gd name="connsiteY2" fmla="*/ 7620 h 15239"/>
                  <a:gd name="connsiteX3" fmla="*/ 7620 w 15239"/>
                  <a:gd name="connsiteY3" fmla="*/ 0 h 15239"/>
                  <a:gd name="connsiteX4" fmla="*/ 15240 w 15239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9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2" y="15240"/>
                      <a:pt x="0" y="11828"/>
                      <a:pt x="0" y="7620"/>
                    </a:cubicBezTo>
                    <a:cubicBezTo>
                      <a:pt x="0" y="3412"/>
                      <a:pt x="3412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18D8A0DE-41AD-1A41-0DDD-D4CFB1DA6B3B}"/>
                  </a:ext>
                </a:extLst>
              </p:cNvPr>
              <p:cNvSpPr/>
              <p:nvPr/>
            </p:nvSpPr>
            <p:spPr>
              <a:xfrm>
                <a:off x="3091730" y="2595845"/>
                <a:ext cx="63116" cy="68379"/>
              </a:xfrm>
              <a:custGeom>
                <a:avLst/>
                <a:gdLst>
                  <a:gd name="connsiteX0" fmla="*/ 26670 w 26670"/>
                  <a:gd name="connsiteY0" fmla="*/ 13335 h 26669"/>
                  <a:gd name="connsiteX1" fmla="*/ 13335 w 26670"/>
                  <a:gd name="connsiteY1" fmla="*/ 26670 h 26669"/>
                  <a:gd name="connsiteX2" fmla="*/ 0 w 26670"/>
                  <a:gd name="connsiteY2" fmla="*/ 13335 h 26669"/>
                  <a:gd name="connsiteX3" fmla="*/ 13335 w 26670"/>
                  <a:gd name="connsiteY3" fmla="*/ 0 h 26669"/>
                  <a:gd name="connsiteX4" fmla="*/ 26670 w 26670"/>
                  <a:gd name="connsiteY4" fmla="*/ 13335 h 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6669">
                    <a:moveTo>
                      <a:pt x="26670" y="13335"/>
                    </a:moveTo>
                    <a:cubicBezTo>
                      <a:pt x="26670" y="20700"/>
                      <a:pt x="20700" y="26670"/>
                      <a:pt x="13335" y="26670"/>
                    </a:cubicBez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932660B7-DC20-3CDB-8186-6F46C214C3CC}"/>
                  </a:ext>
                </a:extLst>
              </p:cNvPr>
              <p:cNvSpPr/>
              <p:nvPr/>
            </p:nvSpPr>
            <p:spPr>
              <a:xfrm>
                <a:off x="3150338" y="2913329"/>
                <a:ext cx="58605" cy="63497"/>
              </a:xfrm>
              <a:custGeom>
                <a:avLst/>
                <a:gdLst>
                  <a:gd name="connsiteX0" fmla="*/ 12382 w 24764"/>
                  <a:gd name="connsiteY0" fmla="*/ 0 h 24765"/>
                  <a:gd name="connsiteX1" fmla="*/ 24765 w 24764"/>
                  <a:gd name="connsiteY1" fmla="*/ 12382 h 24765"/>
                  <a:gd name="connsiteX2" fmla="*/ 12382 w 24764"/>
                  <a:gd name="connsiteY2" fmla="*/ 24765 h 24765"/>
                  <a:gd name="connsiteX3" fmla="*/ 0 w 24764"/>
                  <a:gd name="connsiteY3" fmla="*/ 12382 h 24765"/>
                  <a:gd name="connsiteX4" fmla="*/ 12382 w 24764"/>
                  <a:gd name="connsiteY4" fmla="*/ 0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5">
                    <a:moveTo>
                      <a:pt x="12382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2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0" y="5715"/>
                      <a:pt x="5715" y="0"/>
                      <a:pt x="1238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FB285692-45AA-4935-13E7-F7F7D8D6D07F}"/>
                  </a:ext>
                </a:extLst>
              </p:cNvPr>
              <p:cNvSpPr/>
              <p:nvPr/>
            </p:nvSpPr>
            <p:spPr>
              <a:xfrm>
                <a:off x="2985786" y="4000105"/>
                <a:ext cx="40575" cy="43959"/>
              </a:xfrm>
              <a:custGeom>
                <a:avLst/>
                <a:gdLst>
                  <a:gd name="connsiteX0" fmla="*/ 17145 w 17145"/>
                  <a:gd name="connsiteY0" fmla="*/ 8572 h 17145"/>
                  <a:gd name="connsiteX1" fmla="*/ 8573 w 17145"/>
                  <a:gd name="connsiteY1" fmla="*/ 17145 h 17145"/>
                  <a:gd name="connsiteX2" fmla="*/ 0 w 17145"/>
                  <a:gd name="connsiteY2" fmla="*/ 8572 h 17145"/>
                  <a:gd name="connsiteX3" fmla="*/ 8573 w 17145"/>
                  <a:gd name="connsiteY3" fmla="*/ 0 h 17145"/>
                  <a:gd name="connsiteX4" fmla="*/ 17145 w 17145"/>
                  <a:gd name="connsiteY4" fmla="*/ 8572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7145">
                    <a:moveTo>
                      <a:pt x="17145" y="8572"/>
                    </a:moveTo>
                    <a:cubicBezTo>
                      <a:pt x="17145" y="13307"/>
                      <a:pt x="13307" y="17145"/>
                      <a:pt x="8573" y="17145"/>
                    </a:cubicBezTo>
                    <a:cubicBezTo>
                      <a:pt x="3838" y="17145"/>
                      <a:pt x="0" y="13307"/>
                      <a:pt x="0" y="8572"/>
                    </a:cubicBezTo>
                    <a:cubicBezTo>
                      <a:pt x="0" y="3838"/>
                      <a:pt x="3838" y="0"/>
                      <a:pt x="8573" y="0"/>
                    </a:cubicBezTo>
                    <a:cubicBezTo>
                      <a:pt x="13307" y="0"/>
                      <a:pt x="17145" y="3838"/>
                      <a:pt x="17145" y="8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88ED997C-9C14-41C7-AE39-FE2ED596E5C1}"/>
                  </a:ext>
                </a:extLst>
              </p:cNvPr>
              <p:cNvSpPr/>
              <p:nvPr/>
            </p:nvSpPr>
            <p:spPr>
              <a:xfrm>
                <a:off x="3202182" y="2908445"/>
                <a:ext cx="58605" cy="63494"/>
              </a:xfrm>
              <a:custGeom>
                <a:avLst/>
                <a:gdLst>
                  <a:gd name="connsiteX0" fmla="*/ 12383 w 24764"/>
                  <a:gd name="connsiteY0" fmla="*/ 0 h 24764"/>
                  <a:gd name="connsiteX1" fmla="*/ 24765 w 24764"/>
                  <a:gd name="connsiteY1" fmla="*/ 12382 h 24764"/>
                  <a:gd name="connsiteX2" fmla="*/ 12383 w 24764"/>
                  <a:gd name="connsiteY2" fmla="*/ 24765 h 24764"/>
                  <a:gd name="connsiteX3" fmla="*/ 0 w 24764"/>
                  <a:gd name="connsiteY3" fmla="*/ 12382 h 24764"/>
                  <a:gd name="connsiteX4" fmla="*/ 12383 w 24764"/>
                  <a:gd name="connsiteY4" fmla="*/ 0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12383" y="0"/>
                    </a:moveTo>
                    <a:cubicBezTo>
                      <a:pt x="19050" y="0"/>
                      <a:pt x="24765" y="5715"/>
                      <a:pt x="24765" y="12382"/>
                    </a:cubicBezTo>
                    <a:cubicBezTo>
                      <a:pt x="24765" y="19050"/>
                      <a:pt x="19050" y="24765"/>
                      <a:pt x="12383" y="24765"/>
                    </a:cubicBezTo>
                    <a:cubicBezTo>
                      <a:pt x="5715" y="24765"/>
                      <a:pt x="0" y="19050"/>
                      <a:pt x="0" y="12382"/>
                    </a:cubicBezTo>
                    <a:cubicBezTo>
                      <a:pt x="952" y="5715"/>
                      <a:pt x="5715" y="0"/>
                      <a:pt x="123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5A2CC901-9B7D-507B-5863-3190BD79476E}"/>
                  </a:ext>
                </a:extLst>
              </p:cNvPr>
              <p:cNvSpPr/>
              <p:nvPr/>
            </p:nvSpPr>
            <p:spPr>
              <a:xfrm>
                <a:off x="3382514" y="2964616"/>
                <a:ext cx="49591" cy="53726"/>
              </a:xfrm>
              <a:custGeom>
                <a:avLst/>
                <a:gdLst>
                  <a:gd name="connsiteX0" fmla="*/ 10477 w 20955"/>
                  <a:gd name="connsiteY0" fmla="*/ 0 h 20954"/>
                  <a:gd name="connsiteX1" fmla="*/ 20955 w 20955"/>
                  <a:gd name="connsiteY1" fmla="*/ 10477 h 20954"/>
                  <a:gd name="connsiteX2" fmla="*/ 10477 w 20955"/>
                  <a:gd name="connsiteY2" fmla="*/ 20955 h 20954"/>
                  <a:gd name="connsiteX3" fmla="*/ 0 w 20955"/>
                  <a:gd name="connsiteY3" fmla="*/ 10477 h 20954"/>
                  <a:gd name="connsiteX4" fmla="*/ 10477 w 20955"/>
                  <a:gd name="connsiteY4" fmla="*/ 0 h 2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20954">
                    <a:moveTo>
                      <a:pt x="10477" y="0"/>
                    </a:moveTo>
                    <a:cubicBezTo>
                      <a:pt x="16193" y="0"/>
                      <a:pt x="20955" y="4763"/>
                      <a:pt x="20955" y="10477"/>
                    </a:cubicBezTo>
                    <a:cubicBezTo>
                      <a:pt x="20955" y="16192"/>
                      <a:pt x="16193" y="20955"/>
                      <a:pt x="10477" y="20955"/>
                    </a:cubicBezTo>
                    <a:cubicBezTo>
                      <a:pt x="4763" y="20955"/>
                      <a:pt x="0" y="16192"/>
                      <a:pt x="0" y="10477"/>
                    </a:cubicBezTo>
                    <a:cubicBezTo>
                      <a:pt x="0" y="4763"/>
                      <a:pt x="4763" y="0"/>
                      <a:pt x="1047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D1B2592E-046A-8269-001D-05AEDC487521}"/>
                  </a:ext>
                </a:extLst>
              </p:cNvPr>
              <p:cNvSpPr/>
              <p:nvPr/>
            </p:nvSpPr>
            <p:spPr>
              <a:xfrm>
                <a:off x="3511002" y="2212422"/>
                <a:ext cx="36066" cy="39072"/>
              </a:xfrm>
              <a:custGeom>
                <a:avLst/>
                <a:gdLst>
                  <a:gd name="connsiteX0" fmla="*/ 15240 w 15240"/>
                  <a:gd name="connsiteY0" fmla="*/ 7620 h 15239"/>
                  <a:gd name="connsiteX1" fmla="*/ 7620 w 15240"/>
                  <a:gd name="connsiteY1" fmla="*/ 15240 h 15239"/>
                  <a:gd name="connsiteX2" fmla="*/ 0 w 15240"/>
                  <a:gd name="connsiteY2" fmla="*/ 7620 h 15239"/>
                  <a:gd name="connsiteX3" fmla="*/ 7620 w 15240"/>
                  <a:gd name="connsiteY3" fmla="*/ 0 h 15239"/>
                  <a:gd name="connsiteX4" fmla="*/ 15240 w 15240"/>
                  <a:gd name="connsiteY4" fmla="*/ 7620 h 1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" h="15239">
                    <a:moveTo>
                      <a:pt x="15240" y="7620"/>
                    </a:moveTo>
                    <a:cubicBezTo>
                      <a:pt x="15240" y="11828"/>
                      <a:pt x="11828" y="15240"/>
                      <a:pt x="7620" y="15240"/>
                    </a:cubicBezTo>
                    <a:cubicBezTo>
                      <a:pt x="3411" y="15240"/>
                      <a:pt x="0" y="11828"/>
                      <a:pt x="0" y="7620"/>
                    </a:cubicBezTo>
                    <a:cubicBezTo>
                      <a:pt x="0" y="3412"/>
                      <a:pt x="3411" y="0"/>
                      <a:pt x="7620" y="0"/>
                    </a:cubicBezTo>
                    <a:cubicBezTo>
                      <a:pt x="11828" y="0"/>
                      <a:pt x="15240" y="3412"/>
                      <a:pt x="15240" y="762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0DD1F9CB-DAC7-F88B-966B-F63457D438E9}"/>
                  </a:ext>
                </a:extLst>
              </p:cNvPr>
              <p:cNvSpPr/>
              <p:nvPr/>
            </p:nvSpPr>
            <p:spPr>
              <a:xfrm>
                <a:off x="3470427" y="2727723"/>
                <a:ext cx="45083" cy="48844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9050 w 19050"/>
                  <a:gd name="connsiteY1" fmla="*/ 9525 h 19050"/>
                  <a:gd name="connsiteX2" fmla="*/ 9525 w 19050"/>
                  <a:gd name="connsiteY2" fmla="*/ 19050 h 19050"/>
                  <a:gd name="connsiteX3" fmla="*/ 0 w 19050"/>
                  <a:gd name="connsiteY3" fmla="*/ 9525 h 19050"/>
                  <a:gd name="connsiteX4" fmla="*/ 9525 w 19050"/>
                  <a:gd name="connsiteY4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cubicBezTo>
                      <a:pt x="14288" y="0"/>
                      <a:pt x="19050" y="3810"/>
                      <a:pt x="19050" y="9525"/>
                    </a:cubicBezTo>
                    <a:cubicBezTo>
                      <a:pt x="19050" y="14288"/>
                      <a:pt x="15240" y="19050"/>
                      <a:pt x="9525" y="19050"/>
                    </a:cubicBezTo>
                    <a:cubicBezTo>
                      <a:pt x="4763" y="19050"/>
                      <a:pt x="0" y="15240"/>
                      <a:pt x="0" y="9525"/>
                    </a:cubicBezTo>
                    <a:cubicBezTo>
                      <a:pt x="0" y="3810"/>
                      <a:pt x="3810" y="0"/>
                      <a:pt x="952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32A1E44D-5BBB-CA9C-022A-71E86C89A834}"/>
                  </a:ext>
                </a:extLst>
              </p:cNvPr>
              <p:cNvSpPr/>
              <p:nvPr/>
            </p:nvSpPr>
            <p:spPr>
              <a:xfrm>
                <a:off x="3709367" y="2170904"/>
                <a:ext cx="31556" cy="34191"/>
              </a:xfrm>
              <a:custGeom>
                <a:avLst/>
                <a:gdLst>
                  <a:gd name="connsiteX0" fmla="*/ 13335 w 13334"/>
                  <a:gd name="connsiteY0" fmla="*/ 6668 h 13335"/>
                  <a:gd name="connsiteX1" fmla="*/ 6668 w 13334"/>
                  <a:gd name="connsiteY1" fmla="*/ 13335 h 13335"/>
                  <a:gd name="connsiteX2" fmla="*/ 0 w 13334"/>
                  <a:gd name="connsiteY2" fmla="*/ 6668 h 13335"/>
                  <a:gd name="connsiteX3" fmla="*/ 6668 w 13334"/>
                  <a:gd name="connsiteY3" fmla="*/ 0 h 13335"/>
                  <a:gd name="connsiteX4" fmla="*/ 13335 w 13334"/>
                  <a:gd name="connsiteY4" fmla="*/ 6668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4" h="13335">
                    <a:moveTo>
                      <a:pt x="13335" y="6668"/>
                    </a:moveTo>
                    <a:cubicBezTo>
                      <a:pt x="13335" y="10350"/>
                      <a:pt x="10350" y="13335"/>
                      <a:pt x="6668" y="13335"/>
                    </a:cubicBezTo>
                    <a:cubicBezTo>
                      <a:pt x="2985" y="13335"/>
                      <a:pt x="0" y="10350"/>
                      <a:pt x="0" y="6668"/>
                    </a:cubicBezTo>
                    <a:cubicBezTo>
                      <a:pt x="0" y="2985"/>
                      <a:pt x="2985" y="0"/>
                      <a:pt x="6668" y="0"/>
                    </a:cubicBezTo>
                    <a:cubicBezTo>
                      <a:pt x="10350" y="0"/>
                      <a:pt x="13335" y="2985"/>
                      <a:pt x="13335" y="666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75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D8A08E-D999-38BE-FB5F-59EFFF937D2C}"/>
              </a:ext>
            </a:extLst>
          </p:cNvPr>
          <p:cNvSpPr txBox="1"/>
          <p:nvPr/>
        </p:nvSpPr>
        <p:spPr>
          <a:xfrm>
            <a:off x="6209740" y="418828"/>
            <a:ext cx="4424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Estedad Black" panose="02000A03000000000000" pitchFamily="2" charset="-78"/>
                <a:ea typeface="+mn-ea"/>
                <a:cs typeface="Estedad Black" panose="02000A03000000000000" pitchFamily="2" charset="-78"/>
              </a:rPr>
              <a:t>رویکرد کلاسیک و دیوار حافظه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stedad Black" panose="02000A03000000000000" pitchFamily="2" charset="-78"/>
              <a:ea typeface="+mn-ea"/>
              <a:cs typeface="Estedad Black" panose="02000A03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07817-D682-0A14-47EA-63FF2A83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pic>
        <p:nvPicPr>
          <p:cNvPr id="4" name="Picture 3" descr="A graph of a signal&#10;&#10;AI-generated content may be incorrect.">
            <a:extLst>
              <a:ext uri="{FF2B5EF4-FFF2-40B4-BE49-F238E27FC236}">
                <a16:creationId xmlns:a16="http://schemas.microsoft.com/office/drawing/2014/main" id="{1FF72501-7B2A-1F3C-4721-A8D6FBCE8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/>
          <a:stretch/>
        </p:blipFill>
        <p:spPr>
          <a:xfrm>
            <a:off x="2514173" y="1115521"/>
            <a:ext cx="6756796" cy="247361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28648BD-F291-DCD6-6487-33DE6B91F0FA}"/>
              </a:ext>
            </a:extLst>
          </p:cNvPr>
          <p:cNvGrpSpPr/>
          <p:nvPr/>
        </p:nvGrpSpPr>
        <p:grpSpPr>
          <a:xfrm>
            <a:off x="1192625" y="3736320"/>
            <a:ext cx="9141875" cy="461665"/>
            <a:chOff x="1486140" y="3323622"/>
            <a:chExt cx="9141875" cy="46166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1B1A000-B760-E26A-67B6-F844E5D544CA}"/>
                </a:ext>
              </a:extLst>
            </p:cNvPr>
            <p:cNvGrpSpPr/>
            <p:nvPr/>
          </p:nvGrpSpPr>
          <p:grpSpPr>
            <a:xfrm>
              <a:off x="8370906" y="3323622"/>
              <a:ext cx="2257109" cy="461665"/>
              <a:chOff x="8254998" y="1951081"/>
              <a:chExt cx="2157630" cy="46166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EE2F460-4E92-6E23-36DA-E0114D9F83FA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720A6D-7A86-C7CE-86C0-080D2FED3360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راه حل سنتی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1CE1C0-B8C2-F542-B636-F8675E525CF4}"/>
                </a:ext>
              </a:extLst>
            </p:cNvPr>
            <p:cNvSpPr txBox="1"/>
            <p:nvPr/>
          </p:nvSpPr>
          <p:spPr>
            <a:xfrm>
              <a:off x="1486140" y="3327560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استفاده از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Zero-Padded FFT</a:t>
              </a: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 برای متراکم‌سازی مصنوعیِ شبکه طیفی.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399E30-4410-1E10-AC3F-0FABAFD491F0}"/>
              </a:ext>
            </a:extLst>
          </p:cNvPr>
          <p:cNvGrpSpPr/>
          <p:nvPr/>
        </p:nvGrpSpPr>
        <p:grpSpPr>
          <a:xfrm>
            <a:off x="1204817" y="4368890"/>
            <a:ext cx="9141875" cy="461665"/>
            <a:chOff x="1486140" y="3323622"/>
            <a:chExt cx="9141875" cy="4616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517441-24A0-25D7-5712-93D15E1F8FB6}"/>
                </a:ext>
              </a:extLst>
            </p:cNvPr>
            <p:cNvGrpSpPr/>
            <p:nvPr/>
          </p:nvGrpSpPr>
          <p:grpSpPr>
            <a:xfrm>
              <a:off x="8370906" y="3323622"/>
              <a:ext cx="2257109" cy="461665"/>
              <a:chOff x="8254998" y="1951081"/>
              <a:chExt cx="2157630" cy="461665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51FBAFBE-694B-FB18-5A8C-60FC8B8FC641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4C1B9D-5AB4-177E-2490-9636192FE616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گلوگاه سخت‌افزاری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D7125D-36B0-1C10-7248-49FCB778006E}"/>
                </a:ext>
              </a:extLst>
            </p:cNvPr>
            <p:cNvSpPr txBox="1"/>
            <p:nvPr/>
          </p:nvSpPr>
          <p:spPr>
            <a:xfrm>
              <a:off x="1486140" y="3327560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محاسبه بی‌دلیلِ کل طیف از فرکانس صفر تا نایکوئیست.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70072A-4EFC-1024-75E9-5C8E94900978}"/>
              </a:ext>
            </a:extLst>
          </p:cNvPr>
          <p:cNvGrpSpPr/>
          <p:nvPr/>
        </p:nvGrpSpPr>
        <p:grpSpPr>
          <a:xfrm>
            <a:off x="1210913" y="4973808"/>
            <a:ext cx="9141875" cy="461665"/>
            <a:chOff x="1486140" y="3323622"/>
            <a:chExt cx="9141875" cy="46166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7C44F50-D79B-C438-F323-D4844DB32A16}"/>
                </a:ext>
              </a:extLst>
            </p:cNvPr>
            <p:cNvGrpSpPr/>
            <p:nvPr/>
          </p:nvGrpSpPr>
          <p:grpSpPr>
            <a:xfrm>
              <a:off x="8370906" y="3323622"/>
              <a:ext cx="2257109" cy="461665"/>
              <a:chOff x="8254998" y="1951081"/>
              <a:chExt cx="2157630" cy="461665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673A05A-D541-E001-FDC7-C0AAD9B23378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5078B1-8B40-1A3F-2766-B7552052E301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انفجار محاسباتی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C8E2E8-00F0-EFFE-6734-A528107AC49F}"/>
                </a:ext>
              </a:extLst>
            </p:cNvPr>
            <p:cNvSpPr txBox="1"/>
            <p:nvPr/>
          </p:nvSpPr>
          <p:spPr>
            <a:xfrm>
              <a:off x="1486140" y="3327560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رشد نمایی طول بردارها در فاکتورهای زوم بالا.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318D46-E7A0-B605-D7DE-0B4CBBAFAEEE}"/>
              </a:ext>
            </a:extLst>
          </p:cNvPr>
          <p:cNvGrpSpPr/>
          <p:nvPr/>
        </p:nvGrpSpPr>
        <p:grpSpPr>
          <a:xfrm>
            <a:off x="1223105" y="5594186"/>
            <a:ext cx="9141875" cy="461665"/>
            <a:chOff x="1486140" y="3323622"/>
            <a:chExt cx="9141875" cy="46166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B4544F6-388F-DD31-3D35-B2C8A73C843F}"/>
                </a:ext>
              </a:extLst>
            </p:cNvPr>
            <p:cNvGrpSpPr/>
            <p:nvPr/>
          </p:nvGrpSpPr>
          <p:grpSpPr>
            <a:xfrm>
              <a:off x="8370906" y="3323622"/>
              <a:ext cx="2257109" cy="461665"/>
              <a:chOff x="8254998" y="1951081"/>
              <a:chExt cx="2157630" cy="461665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D715CC17-3F27-0F09-8CF9-65EFBEE8DBBC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6E465AC-E90B-16DE-6143-EAF668158F68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دیوار حافظه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D9E95CF-F4D4-D8CE-5AFB-88A2D548FF41}"/>
                </a:ext>
              </a:extLst>
            </p:cNvPr>
            <p:cNvSpPr txBox="1"/>
            <p:nvPr/>
          </p:nvSpPr>
          <p:spPr>
            <a:xfrm>
              <a:off x="1486140" y="3327560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پر شدن سریع حافظه کش پردازنده و عدم تناسب با سیستم‌های بلادرنگ.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61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ADEF7C2C-30EC-06D7-2447-91F3FEB769D9}"/>
              </a:ext>
            </a:extLst>
          </p:cNvPr>
          <p:cNvSpPr txBox="1"/>
          <p:nvPr/>
        </p:nvSpPr>
        <p:spPr>
          <a:xfrm>
            <a:off x="3495554" y="723893"/>
            <a:ext cx="6958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fa-IR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روش‌های زیرفضا و محدودیت‌های آن‌ها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stedad Black" panose="02000A03000000000000" pitchFamily="2" charset="-78"/>
              <a:ea typeface="+mn-ea"/>
              <a:cs typeface="Estedad Black" panose="02000A03000000000000" pitchFamily="2" charset="-78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E06BAAF-C185-C1A6-B18D-E13A322B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6297D8-06B3-514E-3349-C7A89585AE8B}"/>
              </a:ext>
            </a:extLst>
          </p:cNvPr>
          <p:cNvSpPr txBox="1"/>
          <p:nvPr/>
        </p:nvSpPr>
        <p:spPr>
          <a:xfrm>
            <a:off x="1165058" y="412730"/>
            <a:ext cx="11636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altLang="en-US" sz="8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Google Sans Text"/>
                <a:cs typeface="B Nazanin" panose="00000400000000000000" pitchFamily="2" charset="-78"/>
              </a:rPr>
              <a:t>M</a:t>
            </a:r>
            <a:endParaRPr lang="en-US" sz="8800" b="1" dirty="0">
              <a:solidFill>
                <a:schemeClr val="accent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3A0017-FBD2-2554-6ED0-9F4CA647FEDD}"/>
              </a:ext>
            </a:extLst>
          </p:cNvPr>
          <p:cNvSpPr txBox="1"/>
          <p:nvPr/>
        </p:nvSpPr>
        <p:spPr>
          <a:xfrm>
            <a:off x="1286977" y="1447957"/>
            <a:ext cx="11636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800" b="1" dirty="0">
                <a:solidFill>
                  <a:schemeClr val="accent1"/>
                </a:solidFill>
                <a:latin typeface="Google Sans Text"/>
                <a:cs typeface="B Nazanin" panose="00000400000000000000" pitchFamily="2" charset="-78"/>
              </a:rPr>
              <a:t>U</a:t>
            </a:r>
            <a:endParaRPr lang="en-US" sz="88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EB9160-8458-A34D-CE2E-B40EFE80839A}"/>
              </a:ext>
            </a:extLst>
          </p:cNvPr>
          <p:cNvSpPr txBox="1"/>
          <p:nvPr/>
        </p:nvSpPr>
        <p:spPr>
          <a:xfrm>
            <a:off x="1372321" y="2468955"/>
            <a:ext cx="11636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800" b="1" dirty="0">
                <a:solidFill>
                  <a:schemeClr val="accent1"/>
                </a:solidFill>
                <a:latin typeface="Google Sans Text"/>
                <a:cs typeface="B Nazanin" panose="00000400000000000000" pitchFamily="2" charset="-78"/>
              </a:rPr>
              <a:t>S</a:t>
            </a:r>
            <a:endParaRPr lang="en-US" sz="8800" b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F99891-2E62-7553-67A0-F1C22105BB94}"/>
              </a:ext>
            </a:extLst>
          </p:cNvPr>
          <p:cNvSpPr txBox="1"/>
          <p:nvPr/>
        </p:nvSpPr>
        <p:spPr>
          <a:xfrm>
            <a:off x="1494240" y="3435291"/>
            <a:ext cx="11636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800" b="1" dirty="0">
                <a:solidFill>
                  <a:schemeClr val="accent1"/>
                </a:solidFill>
                <a:latin typeface="Google Sans Text"/>
                <a:cs typeface="B Nazanin" panose="00000400000000000000" pitchFamily="2" charset="-78"/>
              </a:rPr>
              <a:t>I</a:t>
            </a:r>
            <a:endParaRPr lang="en-US" sz="8800" b="1" dirty="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49800C-1993-A6D0-EA39-727A5AC81E1F}"/>
              </a:ext>
            </a:extLst>
          </p:cNvPr>
          <p:cNvSpPr txBox="1"/>
          <p:nvPr/>
        </p:nvSpPr>
        <p:spPr>
          <a:xfrm>
            <a:off x="1322713" y="4450395"/>
            <a:ext cx="11636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800" b="1" dirty="0">
                <a:solidFill>
                  <a:schemeClr val="accent1"/>
                </a:solidFill>
                <a:latin typeface="Google Sans Text"/>
                <a:cs typeface="B Nazanin" panose="00000400000000000000" pitchFamily="2" charset="-78"/>
              </a:rPr>
              <a:t>C</a:t>
            </a:r>
            <a:endParaRPr lang="en-US" sz="8800" b="1" dirty="0">
              <a:solidFill>
                <a:schemeClr val="accent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7BD6AB-D116-057C-1705-59F0501D43BD}"/>
              </a:ext>
            </a:extLst>
          </p:cNvPr>
          <p:cNvGrpSpPr/>
          <p:nvPr/>
        </p:nvGrpSpPr>
        <p:grpSpPr>
          <a:xfrm>
            <a:off x="3230277" y="1814185"/>
            <a:ext cx="6884767" cy="951233"/>
            <a:chOff x="3768686" y="1954701"/>
            <a:chExt cx="6884767" cy="9512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C9797FD-C421-EB70-BB6A-AC921EE74FF8}"/>
                </a:ext>
              </a:extLst>
            </p:cNvPr>
            <p:cNvGrpSpPr/>
            <p:nvPr/>
          </p:nvGrpSpPr>
          <p:grpSpPr>
            <a:xfrm>
              <a:off x="8012098" y="1954701"/>
              <a:ext cx="2641350" cy="461665"/>
              <a:chOff x="7887691" y="1951085"/>
              <a:chExt cx="2524937" cy="461665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806ABF54-78B4-9A1C-CF14-6E64FE9DAF8E}"/>
                  </a:ext>
                </a:extLst>
              </p:cNvPr>
              <p:cNvSpPr/>
              <p:nvPr/>
            </p:nvSpPr>
            <p:spPr>
              <a:xfrm rot="5400000">
                <a:off x="8919325" y="919451"/>
                <a:ext cx="461665" cy="2524934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D287D51-9413-F8C1-5DDB-71973F58C3B4}"/>
                  </a:ext>
                </a:extLst>
              </p:cNvPr>
              <p:cNvSpPr txBox="1"/>
              <p:nvPr/>
            </p:nvSpPr>
            <p:spPr>
              <a:xfrm>
                <a:off x="7887695" y="2017779"/>
                <a:ext cx="2524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الگوریتم‌های جایگزین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F2FB66-7D29-E6C2-7661-5206EE3756B3}"/>
                </a:ext>
              </a:extLst>
            </p:cNvPr>
            <p:cNvSpPr txBox="1"/>
            <p:nvPr/>
          </p:nvSpPr>
          <p:spPr>
            <a:xfrm>
              <a:off x="3768686" y="247504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روش‌های سوپر-رزولوشن مبتنی بر زیرفضا (مانند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MUSIC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)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786F228-5B30-06B0-03E0-A3B817F3B7D2}"/>
              </a:ext>
            </a:extLst>
          </p:cNvPr>
          <p:cNvGrpSpPr/>
          <p:nvPr/>
        </p:nvGrpSpPr>
        <p:grpSpPr>
          <a:xfrm>
            <a:off x="3230277" y="3096206"/>
            <a:ext cx="6884767" cy="925602"/>
            <a:chOff x="3743248" y="3323622"/>
            <a:chExt cx="6884767" cy="92560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646E042-0026-B3DB-B60F-B25382D04CE4}"/>
                </a:ext>
              </a:extLst>
            </p:cNvPr>
            <p:cNvGrpSpPr/>
            <p:nvPr/>
          </p:nvGrpSpPr>
          <p:grpSpPr>
            <a:xfrm>
              <a:off x="8370906" y="3323622"/>
              <a:ext cx="2257109" cy="461665"/>
              <a:chOff x="8254998" y="1951081"/>
              <a:chExt cx="2157630" cy="461665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6214FE24-9FCF-207B-83FB-FD4032F68910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6826C28-0434-9737-ED6C-825E5EFD0E4F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چالش اول (پیچیدگی)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D8585B4-9E53-8F4E-3938-BB9587B86764}"/>
                    </a:ext>
                  </a:extLst>
                </p:cNvPr>
                <p:cNvSpPr txBox="1"/>
                <p:nvPr/>
              </p:nvSpPr>
              <p:spPr>
                <a:xfrm>
                  <a:off x="3743248" y="3818337"/>
                  <a:ext cx="6884767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algn="just" defTabSz="914400" rtl="1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habnam" panose="020B0603030804020204" pitchFamily="34" charset="-78"/>
                      <a:ea typeface="+mn-ea"/>
                      <a:cs typeface="Shabnam" panose="020B0603030804020204" pitchFamily="34" charset="-78"/>
                    </a:rPr>
                    <a:t>نیاز به تجزیه مقادیر ویژه (</a:t>
                  </a: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habnam" panose="020B0603030804020204" pitchFamily="34" charset="-78"/>
                      <a:ea typeface="+mn-ea"/>
                      <a:cs typeface="Shabnam" panose="020B0603030804020204" pitchFamily="34" charset="-78"/>
                    </a:rPr>
                    <a:t>EVD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habnam" panose="020B0603030804020204" pitchFamily="34" charset="-78"/>
                      <a:ea typeface="+mn-ea"/>
                      <a:cs typeface="Shabnam" panose="020B0603030804020204" pitchFamily="34" charset="-78"/>
                    </a:rPr>
                    <a:t>)</a:t>
                  </a: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habnam" panose="020B0603030804020204" pitchFamily="34" charset="-78"/>
                      <a:ea typeface="+mn-ea"/>
                      <a:cs typeface="Shabnam" panose="020B0603030804020204" pitchFamily="34" charset="-78"/>
                    </a:rPr>
                    <a:t> 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habnam" panose="020B0603030804020204" pitchFamily="34" charset="-78"/>
                      <a:ea typeface="+mn-ea"/>
                      <a:cs typeface="Shabnam" panose="020B0603030804020204" pitchFamily="34" charset="-78"/>
                    </a:rPr>
                    <a:t>با پیچیدگی بسیار سنگین </a:t>
                  </a:r>
                  <a14:m>
                    <m:oMath xmlns:m="http://schemas.openxmlformats.org/officeDocument/2006/math">
                      <m:r>
                        <a:rPr kumimoji="0" lang="en-US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Shabnam" panose="020B0603030804020204" pitchFamily="34" charset="-78"/>
                        </a:rPr>
                        <m:t>.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Shabnam" panose="020B0603030804020204" pitchFamily="34" charset="-78"/>
                        </a:rPr>
                        <m:t>𝑂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Shabnam" panose="020B0603030804020204" pitchFamily="34" charset="-78"/>
                        </a:rPr>
                        <m:t>(</m:t>
                      </m:r>
                      <m:sSup>
                        <m:sSup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Shabnam" panose="020B0603030804020204" pitchFamily="34" charset="-78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Shabnam" panose="020B0603030804020204" pitchFamily="34" charset="-78"/>
                            </a:rPr>
                            <m:t>𝑁</m:t>
                          </m:r>
                        </m:e>
                        <m:sup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Shabnam" panose="020B0603030804020204" pitchFamily="34" charset="-78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en-US" sz="16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habnam" panose="020B0603030804020204" pitchFamily="34" charset="-78"/>
                      <a:cs typeface="Shabnam" panose="020B0603030804020204" pitchFamily="34" charset="-78"/>
                    </a:rPr>
                    <a:t>)</a:t>
                  </a:r>
                  <a:endParaRPr lang="fa-IR" sz="16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habnam" panose="020B0603030804020204" pitchFamily="34" charset="-78"/>
                    <a:cs typeface="Shabnam" panose="020B0603030804020204" pitchFamily="34" charset="-78"/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D8585B4-9E53-8F4E-3938-BB9587B86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248" y="3818337"/>
                  <a:ext cx="6884767" cy="430887"/>
                </a:xfrm>
                <a:prstGeom prst="rect">
                  <a:avLst/>
                </a:prstGeom>
                <a:blipFill>
                  <a:blip r:embed="rId3"/>
                  <a:stretch>
                    <a:fillRect r="-443" b="-19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D07A6B0-6619-B708-4F05-892C457F637E}"/>
              </a:ext>
            </a:extLst>
          </p:cNvPr>
          <p:cNvGrpSpPr/>
          <p:nvPr/>
        </p:nvGrpSpPr>
        <p:grpSpPr>
          <a:xfrm>
            <a:off x="3236373" y="4333698"/>
            <a:ext cx="6884767" cy="925598"/>
            <a:chOff x="3743248" y="3323626"/>
            <a:chExt cx="6884767" cy="92559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BA19852-D7F8-5134-0001-BB1390D65F33}"/>
                </a:ext>
              </a:extLst>
            </p:cNvPr>
            <p:cNvGrpSpPr/>
            <p:nvPr/>
          </p:nvGrpSpPr>
          <p:grpSpPr>
            <a:xfrm>
              <a:off x="7724530" y="3323626"/>
              <a:ext cx="2903485" cy="466524"/>
              <a:chOff x="7637111" y="1951085"/>
              <a:chExt cx="2775518" cy="466524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8D2FA299-2E29-E909-A906-6CBC1B47184F}"/>
                  </a:ext>
                </a:extLst>
              </p:cNvPr>
              <p:cNvSpPr/>
              <p:nvPr/>
            </p:nvSpPr>
            <p:spPr>
              <a:xfrm rot="5400000">
                <a:off x="8794035" y="794161"/>
                <a:ext cx="461665" cy="2775513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BE38F0B-351B-DEB0-F1B4-0B5975E7E4B3}"/>
                  </a:ext>
                </a:extLst>
              </p:cNvPr>
              <p:cNvSpPr txBox="1"/>
              <p:nvPr/>
            </p:nvSpPr>
            <p:spPr>
              <a:xfrm>
                <a:off x="7637118" y="2048277"/>
                <a:ext cx="27755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چالش دوم (اهداف هم‌دوس)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4EDCF65-CD3A-57DE-33EE-B376780EA168}"/>
                </a:ext>
              </a:extLst>
            </p:cNvPr>
            <p:cNvSpPr txBox="1"/>
            <p:nvPr/>
          </p:nvSpPr>
          <p:spPr>
            <a:xfrm>
              <a:off x="3743248" y="381833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رزولوشن فرکانسی کاملاً به طول پنجره مشاهده (حد ریلی) گره خورده است.</a:t>
              </a:r>
              <a:endParaRPr lang="fa-IR" sz="1600" dirty="0">
                <a:solidFill>
                  <a:prstClr val="black">
                    <a:lumMod val="95000"/>
                    <a:lumOff val="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113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F57BB6C-317F-99C8-59E1-F149D7F95909}"/>
              </a:ext>
            </a:extLst>
          </p:cNvPr>
          <p:cNvGrpSpPr/>
          <p:nvPr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A34F90-33CA-E5D9-0120-8E5410BB3F11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14EEFAB-CF1A-D4A7-3B8C-7698987F4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94B983-5399-D2F4-9E4B-04CD563C16E8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79349E-4CD2-B5B1-8F18-4B260BCA1D0A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AD75DE3-4C27-E82E-774C-E987D6789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B46051-3699-9611-3D15-6A063B8BA88E}"/>
              </a:ext>
            </a:extLst>
          </p:cNvPr>
          <p:cNvGrpSpPr/>
          <p:nvPr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41AD946-F6E6-EB79-18DD-F45512A7547F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AAE322D-6F1F-0B55-E706-FB3DAE80D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30FC14A-F1B4-BA81-E1ED-0A190E616DB2}"/>
              </a:ext>
            </a:extLst>
          </p:cNvPr>
          <p:cNvGrpSpPr/>
          <p:nvPr/>
        </p:nvGrpSpPr>
        <p:grpSpPr>
          <a:xfrm flipH="1">
            <a:off x="10646451" y="2484136"/>
            <a:ext cx="792000" cy="792000"/>
            <a:chOff x="1147917" y="2484136"/>
            <a:chExt cx="792000" cy="792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483991D-55FA-9DC2-6E27-ECA20FF522E7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B94D22E-F92B-F09D-23CE-B542A7091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B7A2EB-0237-D89D-15A0-051F55D8B3DA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2641C12-0D72-5BE4-84E4-BCF5DC560420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5" name="Graphic 24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F66A9953-DEC5-75F5-3262-3EB53AA1B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26" name="!!Group 9">
            <a:extLst>
              <a:ext uri="{FF2B5EF4-FFF2-40B4-BE49-F238E27FC236}">
                <a16:creationId xmlns:a16="http://schemas.microsoft.com/office/drawing/2014/main" id="{91341ED0-8448-9D44-8B39-42DC754B3DDC}"/>
              </a:ext>
            </a:extLst>
          </p:cNvPr>
          <p:cNvGrpSpPr/>
          <p:nvPr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3118325-6B39-86BF-F469-F5244F4EDBAB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8" name="Graphic 27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5E719EF2-00D8-F411-1973-E26CDC908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C1CC29F-5011-1D49-3E66-736F180F9B38}"/>
              </a:ext>
            </a:extLst>
          </p:cNvPr>
          <p:cNvSpPr/>
          <p:nvPr/>
        </p:nvSpPr>
        <p:spPr>
          <a:xfrm flipH="1">
            <a:off x="11042451" y="-7555232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30" name="Graphic 29">
            <a:hlinkClick r:id="rId17" action="ppaction://hlinksldjump"/>
            <a:extLst>
              <a:ext uri="{FF2B5EF4-FFF2-40B4-BE49-F238E27FC236}">
                <a16:creationId xmlns:a16="http://schemas.microsoft.com/office/drawing/2014/main" id="{DC6079CC-C2E2-A7DD-E779-8CE770AA3A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352034" y="2585788"/>
            <a:ext cx="576000" cy="576000"/>
          </a:xfrm>
          <a:prstGeom prst="rect">
            <a:avLst/>
          </a:prstGeom>
        </p:spPr>
      </p:pic>
      <p:pic>
        <p:nvPicPr>
          <p:cNvPr id="31" name="Graphic 30">
            <a:hlinkClick r:id="" action="ppaction://noaction"/>
            <a:extLst>
              <a:ext uri="{FF2B5EF4-FFF2-40B4-BE49-F238E27FC236}">
                <a16:creationId xmlns:a16="http://schemas.microsoft.com/office/drawing/2014/main" id="{939363D6-DF7A-AB68-7418-77F402852B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32" name="Graphic 31">
            <a:hlinkClick r:id="" action="ppaction://noaction"/>
            <a:extLst>
              <a:ext uri="{FF2B5EF4-FFF2-40B4-BE49-F238E27FC236}">
                <a16:creationId xmlns:a16="http://schemas.microsoft.com/office/drawing/2014/main" id="{D28037AD-F4DE-F10E-5E5F-8B4A9EE84F5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33" name="Graphic 32">
            <a:hlinkClick r:id="rId24" action="ppaction://hlinksldjump"/>
            <a:extLst>
              <a:ext uri="{FF2B5EF4-FFF2-40B4-BE49-F238E27FC236}">
                <a16:creationId xmlns:a16="http://schemas.microsoft.com/office/drawing/2014/main" id="{90E26ED6-AFE4-2D11-1F52-FDDE5F8A1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34" name="Graphic 33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8C198BF2-204E-7A1A-1A2F-8EABE1EC76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35" name="Graphic 34" descr="Employee badge">
            <a:hlinkClick r:id="rId24" action="ppaction://hlinksldjump"/>
            <a:extLst>
              <a:ext uri="{FF2B5EF4-FFF2-40B4-BE49-F238E27FC236}">
                <a16:creationId xmlns:a16="http://schemas.microsoft.com/office/drawing/2014/main" id="{2F8C3F8F-006F-0374-68D1-23ECEBCDE4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6BB53E5-590C-B888-12DF-223EDD1F7656}"/>
              </a:ext>
            </a:extLst>
          </p:cNvPr>
          <p:cNvSpPr txBox="1"/>
          <p:nvPr/>
        </p:nvSpPr>
        <p:spPr>
          <a:xfrm>
            <a:off x="5287516" y="672077"/>
            <a:ext cx="5117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میکروسکوپ طیفی </a:t>
            </a:r>
            <a:r>
              <a:rPr lang="en-US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CZT</a:t>
            </a:r>
            <a:endParaRPr lang="fa-IR" sz="2800" b="1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63" name="Slide Number Placeholder 1">
            <a:extLst>
              <a:ext uri="{FF2B5EF4-FFF2-40B4-BE49-F238E27FC236}">
                <a16:creationId xmlns:a16="http://schemas.microsoft.com/office/drawing/2014/main" id="{BD4276E7-A322-8C3B-948B-787D20F2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/>
          <a:p>
            <a:fld id="{5748C16B-DC67-42D7-A8C7-AF8F65DFA904}" type="slidenum">
              <a:rPr lang="fa-IR" sz="2800" b="1" smtClean="0">
                <a:cs typeface="B Nazanin" panose="00000400000000000000" pitchFamily="2" charset="-78"/>
              </a:rPr>
              <a:pPr/>
              <a:t>6</a:t>
            </a:fld>
            <a:endParaRPr lang="fa-IR" b="1" dirty="0">
              <a:cs typeface="B Nazanin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09986-7C0E-04E6-42EA-6DD300A8C819}"/>
              </a:ext>
            </a:extLst>
          </p:cNvPr>
          <p:cNvGrpSpPr/>
          <p:nvPr/>
        </p:nvGrpSpPr>
        <p:grpSpPr>
          <a:xfrm>
            <a:off x="3181509" y="1674641"/>
            <a:ext cx="6884767" cy="951233"/>
            <a:chOff x="3768686" y="1954701"/>
            <a:chExt cx="6884767" cy="95123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90D5F6B-3D76-1B4C-221A-9296F8B9BD47}"/>
                </a:ext>
              </a:extLst>
            </p:cNvPr>
            <p:cNvGrpSpPr/>
            <p:nvPr/>
          </p:nvGrpSpPr>
          <p:grpSpPr>
            <a:xfrm>
              <a:off x="8323002" y="1954701"/>
              <a:ext cx="2330448" cy="461665"/>
              <a:chOff x="8184891" y="1951085"/>
              <a:chExt cx="2227737" cy="461665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06A0AC0B-8EB8-C7F7-7E6E-FA70AE3E8D9C}"/>
                  </a:ext>
                </a:extLst>
              </p:cNvPr>
              <p:cNvSpPr/>
              <p:nvPr/>
            </p:nvSpPr>
            <p:spPr>
              <a:xfrm rot="5400000">
                <a:off x="9099975" y="1100102"/>
                <a:ext cx="461665" cy="2163632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687DFC8-1D8A-98C9-16D2-C9F095D3C300}"/>
                  </a:ext>
                </a:extLst>
              </p:cNvPr>
              <p:cNvSpPr txBox="1"/>
              <p:nvPr/>
            </p:nvSpPr>
            <p:spPr>
              <a:xfrm>
                <a:off x="8184891" y="2017779"/>
                <a:ext cx="22277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معماری پیشنهادی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5D6868-3993-E7D5-D451-E808B8B166A7}"/>
                </a:ext>
              </a:extLst>
            </p:cNvPr>
            <p:cNvSpPr txBox="1"/>
            <p:nvPr/>
          </p:nvSpPr>
          <p:spPr>
            <a:xfrm>
              <a:off x="3768686" y="247504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استفاده از تبدیل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Chirp-Z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 به جای درونیابی کلاسیک.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245852E-3F88-9A5C-EA2C-5720194821FD}"/>
              </a:ext>
            </a:extLst>
          </p:cNvPr>
          <p:cNvGrpSpPr/>
          <p:nvPr/>
        </p:nvGrpSpPr>
        <p:grpSpPr>
          <a:xfrm>
            <a:off x="3181509" y="2956663"/>
            <a:ext cx="6884768" cy="925601"/>
            <a:chOff x="3743248" y="3323623"/>
            <a:chExt cx="6884768" cy="92560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3C3B7AB-221B-B55E-C629-7593420CAE7B}"/>
                </a:ext>
              </a:extLst>
            </p:cNvPr>
            <p:cNvGrpSpPr/>
            <p:nvPr/>
          </p:nvGrpSpPr>
          <p:grpSpPr>
            <a:xfrm>
              <a:off x="8114684" y="3323623"/>
              <a:ext cx="2513332" cy="461665"/>
              <a:chOff x="8010068" y="1951082"/>
              <a:chExt cx="2402560" cy="461665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E1794F9-16C4-21E8-8DC0-C2E563B25390}"/>
                  </a:ext>
                </a:extLst>
              </p:cNvPr>
              <p:cNvSpPr/>
              <p:nvPr/>
            </p:nvSpPr>
            <p:spPr>
              <a:xfrm rot="5400000">
                <a:off x="8980515" y="980635"/>
                <a:ext cx="461665" cy="2402560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FF2004-116B-8B90-AC7E-0CB063756DF2}"/>
                  </a:ext>
                </a:extLst>
              </p:cNvPr>
              <p:cNvSpPr txBox="1"/>
              <p:nvPr/>
            </p:nvSpPr>
            <p:spPr>
              <a:xfrm>
                <a:off x="8085822" y="2017779"/>
                <a:ext cx="23268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جداسازی از دایره واحد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A143BAC-84FD-7484-F093-0274AC4CFD38}"/>
                </a:ext>
              </a:extLst>
            </p:cNvPr>
            <p:cNvSpPr txBox="1"/>
            <p:nvPr/>
          </p:nvSpPr>
          <p:spPr>
            <a:xfrm>
              <a:off x="3743248" y="381833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ارزیابی تبدیل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Z</a:t>
              </a: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 بر روی کانتورهای مارپیچی دلخواه.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3F291D4-1063-F07A-C9B3-51BCF66CB121}"/>
              </a:ext>
            </a:extLst>
          </p:cNvPr>
          <p:cNvGrpSpPr/>
          <p:nvPr/>
        </p:nvGrpSpPr>
        <p:grpSpPr>
          <a:xfrm>
            <a:off x="3181509" y="4249628"/>
            <a:ext cx="6884767" cy="966543"/>
            <a:chOff x="3894805" y="4692547"/>
            <a:chExt cx="6884767" cy="966543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D2877E9-0572-327D-E61F-669ACB15E557}"/>
                </a:ext>
              </a:extLst>
            </p:cNvPr>
            <p:cNvGrpSpPr/>
            <p:nvPr/>
          </p:nvGrpSpPr>
          <p:grpSpPr>
            <a:xfrm>
              <a:off x="8699054" y="4692547"/>
              <a:ext cx="2080518" cy="461665"/>
              <a:chOff x="8423806" y="1951082"/>
              <a:chExt cx="1988822" cy="461665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3C3816C3-2C73-E8A1-5E5F-F23D37D5EBBA}"/>
                  </a:ext>
                </a:extLst>
              </p:cNvPr>
              <p:cNvSpPr/>
              <p:nvPr/>
            </p:nvSpPr>
            <p:spPr>
              <a:xfrm rot="5400000">
                <a:off x="9187384" y="1187505"/>
                <a:ext cx="461665" cy="198882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25C1A5-091E-D8B3-A341-865B914C310F}"/>
                  </a:ext>
                </a:extLst>
              </p:cNvPr>
              <p:cNvSpPr txBox="1"/>
              <p:nvPr/>
            </p:nvSpPr>
            <p:spPr>
              <a:xfrm>
                <a:off x="8423806" y="2022801"/>
                <a:ext cx="19888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میکروسکوپ طیفی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5496F1F-40C6-E2FE-4200-E64AF1D5AA59}"/>
                </a:ext>
              </a:extLst>
            </p:cNvPr>
            <p:cNvSpPr txBox="1"/>
            <p:nvPr/>
          </p:nvSpPr>
          <p:spPr>
            <a:xfrm>
              <a:off x="3894805" y="5228203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تمرکز ۱۰۰ درصدی محاسبات صرفاً در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ROI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.</a:t>
              </a:r>
            </a:p>
          </p:txBody>
        </p:sp>
      </p:grpSp>
      <p:pic>
        <p:nvPicPr>
          <p:cNvPr id="60" name="Graphic 59">
            <a:extLst>
              <a:ext uri="{FF2B5EF4-FFF2-40B4-BE49-F238E27FC236}">
                <a16:creationId xmlns:a16="http://schemas.microsoft.com/office/drawing/2014/main" id="{FA3AD7F9-D03B-E245-3589-4F509906785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10800000">
            <a:off x="1274336" y="1069527"/>
            <a:ext cx="32480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0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63E0DDE-EC40-0462-59EA-E214980606D9}"/>
              </a:ext>
            </a:extLst>
          </p:cNvPr>
          <p:cNvGrpSpPr/>
          <p:nvPr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CB1F288-208A-30B5-3D94-8F60F0F8A9EE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548A13A2-66D0-36EC-9D46-21CBE2FBA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04D91D0-4815-FC63-F3E3-561339A21887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B0C697-3324-F638-A617-53CAF7B0D4A0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99F258B-5910-265A-A7C6-1BF69CCE5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360FD8-BD08-7B82-52C4-D731C630CA78}"/>
              </a:ext>
            </a:extLst>
          </p:cNvPr>
          <p:cNvGrpSpPr/>
          <p:nvPr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2BC3ACE-A452-8946-C4FB-3FB580CDE83D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6A8A434A-DF2D-6827-9AFE-5975EDE5B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BA66A7-6E80-F5E0-E1A3-46778CECCEFF}"/>
              </a:ext>
            </a:extLst>
          </p:cNvPr>
          <p:cNvGrpSpPr/>
          <p:nvPr/>
        </p:nvGrpSpPr>
        <p:grpSpPr>
          <a:xfrm flipH="1">
            <a:off x="10646451" y="2484136"/>
            <a:ext cx="792000" cy="792000"/>
            <a:chOff x="1147917" y="2484136"/>
            <a:chExt cx="792000" cy="792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2A35AD0-2F8F-4026-2B01-B9F71FA0401D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8C8D7EA-363D-798E-E9E3-EEE40A64F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DF5DEB8-0AB1-2A77-3B59-BD602D7320FD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4303EAB-E5DC-EAC7-61E9-969A0B587CDB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1" name="Graphic 50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F6E3D33C-570E-DAC3-037A-A7923078A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52" name="!!Group 9">
            <a:extLst>
              <a:ext uri="{FF2B5EF4-FFF2-40B4-BE49-F238E27FC236}">
                <a16:creationId xmlns:a16="http://schemas.microsoft.com/office/drawing/2014/main" id="{408DEB8C-2AB6-4CA1-AA3B-047751C4E36A}"/>
              </a:ext>
            </a:extLst>
          </p:cNvPr>
          <p:cNvGrpSpPr/>
          <p:nvPr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7693E2A-8BF3-11F6-3CBD-8465751A13AE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4" name="Graphic 53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25E28ADC-C7DD-B0DC-058D-0884F6FAD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390E0BE-8211-0C26-6E85-959100743435}"/>
              </a:ext>
            </a:extLst>
          </p:cNvPr>
          <p:cNvSpPr/>
          <p:nvPr/>
        </p:nvSpPr>
        <p:spPr>
          <a:xfrm flipH="1">
            <a:off x="11042451" y="-7555232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56" name="Graphic 55">
            <a:hlinkClick r:id="rId17" action="ppaction://hlinksldjump"/>
            <a:extLst>
              <a:ext uri="{FF2B5EF4-FFF2-40B4-BE49-F238E27FC236}">
                <a16:creationId xmlns:a16="http://schemas.microsoft.com/office/drawing/2014/main" id="{6A06AAF5-9694-8F45-1681-F6BA7D8D2E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352034" y="2585788"/>
            <a:ext cx="576000" cy="576000"/>
          </a:xfrm>
          <a:prstGeom prst="rect">
            <a:avLst/>
          </a:prstGeom>
        </p:spPr>
      </p:pic>
      <p:pic>
        <p:nvPicPr>
          <p:cNvPr id="57" name="Graphic 56">
            <a:hlinkClick r:id="" action="ppaction://noaction"/>
            <a:extLst>
              <a:ext uri="{FF2B5EF4-FFF2-40B4-BE49-F238E27FC236}">
                <a16:creationId xmlns:a16="http://schemas.microsoft.com/office/drawing/2014/main" id="{07AB1AAD-14E4-9803-63E7-B71AFB3064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58" name="Graphic 57">
            <a:hlinkClick r:id="" action="ppaction://noaction"/>
            <a:extLst>
              <a:ext uri="{FF2B5EF4-FFF2-40B4-BE49-F238E27FC236}">
                <a16:creationId xmlns:a16="http://schemas.microsoft.com/office/drawing/2014/main" id="{09F2F045-1CB0-2073-DD64-5685A79C1CC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59" name="Graphic 58">
            <a:hlinkClick r:id="rId24" action="ppaction://hlinksldjump"/>
            <a:extLst>
              <a:ext uri="{FF2B5EF4-FFF2-40B4-BE49-F238E27FC236}">
                <a16:creationId xmlns:a16="http://schemas.microsoft.com/office/drawing/2014/main" id="{3A0974CA-EAD1-36DD-F8D2-EBAC756572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72" name="Graphic 71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1A1734A3-665C-24FC-43A6-35C4D75B5AE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73" name="Graphic 72" descr="Employee badge">
            <a:hlinkClick r:id="rId24" action="ppaction://hlinksldjump"/>
            <a:extLst>
              <a:ext uri="{FF2B5EF4-FFF2-40B4-BE49-F238E27FC236}">
                <a16:creationId xmlns:a16="http://schemas.microsoft.com/office/drawing/2014/main" id="{D1123DE8-3DA1-8227-E26F-350BE97D3D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sp>
        <p:nvSpPr>
          <p:cNvPr id="349" name="TextBox 348">
            <a:extLst>
              <a:ext uri="{FF2B5EF4-FFF2-40B4-BE49-F238E27FC236}">
                <a16:creationId xmlns:a16="http://schemas.microsoft.com/office/drawing/2014/main" id="{8BE2AE57-754D-1D7B-5683-9471DC6E656E}"/>
              </a:ext>
            </a:extLst>
          </p:cNvPr>
          <p:cNvSpPr txBox="1"/>
          <p:nvPr/>
        </p:nvSpPr>
        <p:spPr>
          <a:xfrm>
            <a:off x="844952" y="524217"/>
            <a:ext cx="9551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جادوی کانولوشن سریع (</a:t>
            </a:r>
            <a:r>
              <a:rPr lang="en-US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Bluestein's Substitution</a:t>
            </a:r>
            <a:r>
              <a:rPr lang="fa-IR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)</a:t>
            </a:r>
            <a:endParaRPr lang="fa-IR" sz="2800" b="1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grpSp>
        <p:nvGrpSpPr>
          <p:cNvPr id="1252" name="Group 1251">
            <a:extLst>
              <a:ext uri="{FF2B5EF4-FFF2-40B4-BE49-F238E27FC236}">
                <a16:creationId xmlns:a16="http://schemas.microsoft.com/office/drawing/2014/main" id="{F8A2AC07-D913-1B4E-8A3A-E0454A57FBCB}"/>
              </a:ext>
            </a:extLst>
          </p:cNvPr>
          <p:cNvGrpSpPr/>
          <p:nvPr/>
        </p:nvGrpSpPr>
        <p:grpSpPr>
          <a:xfrm>
            <a:off x="2749682" y="2524252"/>
            <a:ext cx="7337825" cy="966544"/>
            <a:chOff x="3441747" y="4692546"/>
            <a:chExt cx="7337825" cy="966544"/>
          </a:xfrm>
        </p:grpSpPr>
        <p:grpSp>
          <p:nvGrpSpPr>
            <p:cNvPr id="1245" name="Group 1244">
              <a:extLst>
                <a:ext uri="{FF2B5EF4-FFF2-40B4-BE49-F238E27FC236}">
                  <a16:creationId xmlns:a16="http://schemas.microsoft.com/office/drawing/2014/main" id="{963BACC5-E4C6-75F1-0A85-C3EB067FBD48}"/>
                </a:ext>
              </a:extLst>
            </p:cNvPr>
            <p:cNvGrpSpPr/>
            <p:nvPr/>
          </p:nvGrpSpPr>
          <p:grpSpPr>
            <a:xfrm>
              <a:off x="8522463" y="4692546"/>
              <a:ext cx="2257109" cy="461665"/>
              <a:chOff x="8254998" y="1951081"/>
              <a:chExt cx="2157630" cy="461665"/>
            </a:xfrm>
          </p:grpSpPr>
          <p:sp>
            <p:nvSpPr>
              <p:cNvPr id="1246" name="Rectangle: Rounded Corners 1245">
                <a:extLst>
                  <a:ext uri="{FF2B5EF4-FFF2-40B4-BE49-F238E27FC236}">
                    <a16:creationId xmlns:a16="http://schemas.microsoft.com/office/drawing/2014/main" id="{105880B0-E59F-DC37-556F-7E129393480A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1247" name="TextBox 1246">
                <a:extLst>
                  <a:ext uri="{FF2B5EF4-FFF2-40B4-BE49-F238E27FC236}">
                    <a16:creationId xmlns:a16="http://schemas.microsoft.com/office/drawing/2014/main" id="{5FB8CB6B-1C21-E5CE-2B62-EEDAD8B9C046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چالش اولیه</a:t>
                </a:r>
                <a:endParaRPr lang="fa-IR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1" name="TextBox 1250">
                  <a:extLst>
                    <a:ext uri="{FF2B5EF4-FFF2-40B4-BE49-F238E27FC236}">
                      <a16:creationId xmlns:a16="http://schemas.microsoft.com/office/drawing/2014/main" id="{F0F66F88-4162-0C47-8D63-4E2854069327}"/>
                    </a:ext>
                  </a:extLst>
                </p:cNvPr>
                <p:cNvSpPr txBox="1"/>
                <p:nvPr/>
              </p:nvSpPr>
              <p:spPr>
                <a:xfrm>
                  <a:off x="3441747" y="5228203"/>
                  <a:ext cx="7337825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1">
                    <a:lnSpc>
                      <a:spcPct val="150000"/>
                    </a:lnSpc>
                  </a:pPr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محاسبه مستقیم </a:t>
                  </a:r>
                  <a:r>
                    <a:rPr lang="en-US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CZT</a:t>
                  </a:r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 نیازمند پردازش سنگینِ </a:t>
                  </a:r>
                  <a14:m>
                    <m:oMath xmlns:m="http://schemas.openxmlformats.org/officeDocument/2006/math">
                      <m:r>
                        <a:rPr lang="en-US" sz="1600" b="0" i="1" kern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𝑂</m:t>
                      </m:r>
                      <m:r>
                        <a:rPr lang="en-US" sz="1600" b="0" i="1" kern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(</m:t>
                      </m:r>
                      <m:r>
                        <a:rPr lang="en-US" sz="1600" b="0" i="1" kern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𝑁</m:t>
                      </m:r>
                      <m:r>
                        <a:rPr lang="en-US" sz="1600" b="0" i="1" kern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.</m:t>
                      </m:r>
                      <m:r>
                        <a:rPr lang="en-US" sz="1600" b="0" i="1" kern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𝑀</m:t>
                      </m:r>
                      <m:r>
                        <a:rPr lang="en-US" sz="1600" b="0" i="1" kern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)</m:t>
                      </m:r>
                    </m:oMath>
                  </a14:m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 است.</a:t>
                  </a:r>
                </a:p>
              </p:txBody>
            </p:sp>
          </mc:Choice>
          <mc:Fallback xmlns="">
            <p:sp>
              <p:nvSpPr>
                <p:cNvPr id="1251" name="TextBox 1250">
                  <a:extLst>
                    <a:ext uri="{FF2B5EF4-FFF2-40B4-BE49-F238E27FC236}">
                      <a16:creationId xmlns:a16="http://schemas.microsoft.com/office/drawing/2014/main" id="{F0F66F88-4162-0C47-8D63-4E28540693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747" y="5228203"/>
                  <a:ext cx="7337825" cy="430887"/>
                </a:xfrm>
                <a:prstGeom prst="rect">
                  <a:avLst/>
                </a:prstGeom>
                <a:blipFill>
                  <a:blip r:embed="rId25"/>
                  <a:stretch>
                    <a:fillRect r="-498"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07B6B1-E92B-4F93-FD93-23CD2F9C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z="2800" b="1" smtClean="0">
                <a:cs typeface="B Nazanin" panose="00000400000000000000" pitchFamily="2" charset="-78"/>
              </a:rPr>
              <a:pPr/>
              <a:t>7</a:t>
            </a:fld>
            <a:endParaRPr lang="fa-IR" b="1" dirty="0">
              <a:cs typeface="B Nazanin" panose="000004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C0E160-3D88-0AD4-030A-47FDFDB180B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64207" y="1689765"/>
            <a:ext cx="4133508" cy="46166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0666F04-1A61-2699-9099-14EFD1CE5713}"/>
              </a:ext>
            </a:extLst>
          </p:cNvPr>
          <p:cNvGrpSpPr/>
          <p:nvPr/>
        </p:nvGrpSpPr>
        <p:grpSpPr>
          <a:xfrm>
            <a:off x="2034864" y="1548071"/>
            <a:ext cx="2194834" cy="800219"/>
            <a:chOff x="9717664" y="2562041"/>
            <a:chExt cx="736600" cy="711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33065D-BC55-DC9D-C148-0BD9BC3E150C}"/>
                </a:ext>
              </a:extLst>
            </p:cNvPr>
            <p:cNvSpPr/>
            <p:nvPr/>
          </p:nvSpPr>
          <p:spPr>
            <a:xfrm>
              <a:off x="9717664" y="2562041"/>
              <a:ext cx="736600" cy="71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E85A90F-A1C6-BE99-C767-F9C7661D069A}"/>
                    </a:ext>
                  </a:extLst>
                </p:cNvPr>
                <p:cNvSpPr txBox="1"/>
                <p:nvPr/>
              </p:nvSpPr>
              <p:spPr>
                <a:xfrm>
                  <a:off x="9717664" y="2575239"/>
                  <a:ext cx="736600" cy="6086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Estedad Black" panose="02000A03000000000000" pitchFamily="2" charset="-78"/>
                      <a:ea typeface="+mn-ea"/>
                      <a:cs typeface="Estedad Black" panose="02000A03000000000000" pitchFamily="2" charset="-78"/>
                    </a:rPr>
                    <a:t>3 </a:t>
                  </a:r>
                  <a14:m>
                    <m:oMath xmlns:m="http://schemas.openxmlformats.org/officeDocument/2006/math"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Estedad Black" panose="02000A03000000000000" pitchFamily="2" charset="-78"/>
                        </a:rPr>
                        <m:t>×</m:t>
                      </m:r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Estedad Black" panose="02000A03000000000000" pitchFamily="2" charset="-78"/>
                        </a:rPr>
                        <m:t>𝑭𝑭𝑻</m:t>
                      </m:r>
                    </m:oMath>
                  </a14:m>
                  <a:endParaRPr kumimoji="0" lang="fa-I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Estedad Black" panose="02000A03000000000000" pitchFamily="2" charset="-78"/>
                    <a:ea typeface="+mn-ea"/>
                    <a:cs typeface="Estedad Black" panose="02000A03000000000000" pitchFamily="2" charset="-78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E85A90F-A1C6-BE99-C767-F9C7661D0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7664" y="2575239"/>
                  <a:ext cx="736600" cy="608623"/>
                </a:xfrm>
                <a:prstGeom prst="rect">
                  <a:avLst/>
                </a:prstGeom>
                <a:blipFill>
                  <a:blip r:embed="rId27"/>
                  <a:stretch>
                    <a:fillRect b="-2654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0567C9D-0E30-1293-FB1A-C8F980308D48}"/>
              </a:ext>
            </a:extLst>
          </p:cNvPr>
          <p:cNvSpPr/>
          <p:nvPr/>
        </p:nvSpPr>
        <p:spPr>
          <a:xfrm rot="10800000">
            <a:off x="4238925" y="1813543"/>
            <a:ext cx="1317662" cy="234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4B8F38-8B70-A112-7385-7ADBD2FD9BE4}"/>
              </a:ext>
            </a:extLst>
          </p:cNvPr>
          <p:cNvGrpSpPr/>
          <p:nvPr/>
        </p:nvGrpSpPr>
        <p:grpSpPr>
          <a:xfrm>
            <a:off x="2746997" y="3532889"/>
            <a:ext cx="7337825" cy="966544"/>
            <a:chOff x="3441747" y="4692546"/>
            <a:chExt cx="7337825" cy="96654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154DF02-BBDA-2CD8-FDA7-7C0C3F45955E}"/>
                </a:ext>
              </a:extLst>
            </p:cNvPr>
            <p:cNvGrpSpPr/>
            <p:nvPr/>
          </p:nvGrpSpPr>
          <p:grpSpPr>
            <a:xfrm>
              <a:off x="8522463" y="4692546"/>
              <a:ext cx="2257109" cy="461665"/>
              <a:chOff x="8254998" y="1951081"/>
              <a:chExt cx="2157630" cy="461665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1044DAF-A389-1664-9662-8168CBC37E25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2D2324-3AEC-D0E5-A1C6-058A7E346262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راه‌حل </a:t>
                </a:r>
                <a:r>
                  <a:rPr lang="en-US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ADSP</a:t>
                </a:r>
                <a:endParaRPr lang="fa-IR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6C46000-6CC5-68E7-5224-B41F17DAEB7F}"/>
                </a:ext>
              </a:extLst>
            </p:cNvPr>
            <p:cNvSpPr txBox="1"/>
            <p:nvPr/>
          </p:nvSpPr>
          <p:spPr>
            <a:xfrm>
              <a:off x="3441747" y="5228203"/>
              <a:ext cx="733782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استفاده از جایگزینی بلوستین برای بازنویسی فرمول به یک "کانولوشن خطی گسسته“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.</a:t>
              </a:r>
              <a:endParaRPr lang="fa-IR" sz="1600" kern="0" dirty="0">
                <a:latin typeface="Vazir" panose="020B0603030804020204" pitchFamily="34" charset="-78"/>
                <a:cs typeface="Vazir" panose="020B0603030804020204" pitchFamily="34" charset="-78"/>
                <a:sym typeface="Arial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51A4D6-3CEE-F57A-C320-EA619FC9123E}"/>
              </a:ext>
            </a:extLst>
          </p:cNvPr>
          <p:cNvGrpSpPr/>
          <p:nvPr/>
        </p:nvGrpSpPr>
        <p:grpSpPr>
          <a:xfrm>
            <a:off x="2721299" y="4534526"/>
            <a:ext cx="7337825" cy="966544"/>
            <a:chOff x="3441747" y="4692546"/>
            <a:chExt cx="7337825" cy="96654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100FA86-C91D-A03D-E60E-BD7776C1D007}"/>
                </a:ext>
              </a:extLst>
            </p:cNvPr>
            <p:cNvGrpSpPr/>
            <p:nvPr/>
          </p:nvGrpSpPr>
          <p:grpSpPr>
            <a:xfrm>
              <a:off x="8522463" y="4692546"/>
              <a:ext cx="2257109" cy="461665"/>
              <a:chOff x="8254998" y="1951081"/>
              <a:chExt cx="2157630" cy="461665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A77B9309-2138-893A-5F37-09CE73D0F5C7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5C9E3E9-B560-271E-D70F-31F98A74ACFD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بهینه‌سازی</a:t>
                </a:r>
                <a:endParaRPr lang="fa-IR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B50300-88CC-FBAB-E3C4-8C3036E3689E}"/>
                </a:ext>
              </a:extLst>
            </p:cNvPr>
            <p:cNvSpPr txBox="1"/>
            <p:nvPr/>
          </p:nvSpPr>
          <p:spPr>
            <a:xfrm>
              <a:off x="3441747" y="5228203"/>
              <a:ext cx="733782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حل کانولوشن با استفاده از ۳ عدد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FFT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 کوچک با طول ثابت (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L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).</a:t>
              </a:r>
              <a:endParaRPr lang="en-US" sz="1600" kern="0" dirty="0">
                <a:latin typeface="Vazir" panose="020B0603030804020204" pitchFamily="34" charset="-78"/>
                <a:cs typeface="Vazir" panose="020B0603030804020204" pitchFamily="34" charset="-78"/>
                <a:sym typeface="Arial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CDD6FC3-6CB0-5A5B-54BD-EF9786ECD729}"/>
              </a:ext>
            </a:extLst>
          </p:cNvPr>
          <p:cNvGrpSpPr/>
          <p:nvPr/>
        </p:nvGrpSpPr>
        <p:grpSpPr>
          <a:xfrm>
            <a:off x="2708513" y="5564168"/>
            <a:ext cx="7337825" cy="966544"/>
            <a:chOff x="3441747" y="4692546"/>
            <a:chExt cx="7337825" cy="966544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3A7532-48C2-61D1-292E-1FF3829982C9}"/>
                </a:ext>
              </a:extLst>
            </p:cNvPr>
            <p:cNvGrpSpPr/>
            <p:nvPr/>
          </p:nvGrpSpPr>
          <p:grpSpPr>
            <a:xfrm>
              <a:off x="8522463" y="4692546"/>
              <a:ext cx="2257109" cy="461665"/>
              <a:chOff x="8254998" y="1951081"/>
              <a:chExt cx="2157630" cy="461665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F59D9157-3D70-3397-C7E6-250A884F8C8F}"/>
                  </a:ext>
                </a:extLst>
              </p:cNvPr>
              <p:cNvSpPr/>
              <p:nvPr/>
            </p:nvSpPr>
            <p:spPr>
              <a:xfrm rot="5400000">
                <a:off x="9102981" y="1103100"/>
                <a:ext cx="461665" cy="2157628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1F96582-F19A-7A1B-FFCC-86414842616C}"/>
                  </a:ext>
                </a:extLst>
              </p:cNvPr>
              <p:cNvSpPr txBox="1"/>
              <p:nvPr/>
            </p:nvSpPr>
            <p:spPr>
              <a:xfrm>
                <a:off x="8254998" y="2017779"/>
                <a:ext cx="2157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دستاورد</a:t>
                </a:r>
                <a:endParaRPr lang="fa-IR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F17793C-6AB5-B585-DE9B-17B65EF4C050}"/>
                    </a:ext>
                  </a:extLst>
                </p:cNvPr>
                <p:cNvSpPr txBox="1"/>
                <p:nvPr/>
              </p:nvSpPr>
              <p:spPr>
                <a:xfrm>
                  <a:off x="3441747" y="5228203"/>
                  <a:ext cx="7337825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1">
                    <a:lnSpc>
                      <a:spcPct val="150000"/>
                    </a:lnSpc>
                  </a:pPr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کاهش قطعی پیچیدگی به </a:t>
                  </a:r>
                  <a:r>
                    <a:rPr lang="en-US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b="0" i="1" kern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𝑂</m:t>
                      </m:r>
                      <m:func>
                        <m:funcPr>
                          <m:ctrlPr>
                            <a:rPr lang="en-US" sz="1600" b="0" i="1" kern="0" smtClean="0">
                              <a:latin typeface="Cambria Math" panose="02040503050406030204" pitchFamily="18" charset="0"/>
                              <a:cs typeface="Vazir" panose="020B0603030804020204" pitchFamily="34" charset="-78"/>
                              <a:sym typeface="Arial"/>
                            </a:rPr>
                          </m:ctrlPr>
                        </m:funcPr>
                        <m:fName>
                          <m:r>
                            <a:rPr lang="en-US" sz="1600" b="0" i="1" kern="0" smtClean="0">
                              <a:latin typeface="Cambria Math" panose="02040503050406030204" pitchFamily="18" charset="0"/>
                              <a:cs typeface="Vazir" panose="020B0603030804020204" pitchFamily="34" charset="-78"/>
                              <a:sym typeface="Arial"/>
                            </a:rPr>
                            <m:t>(</m:t>
                          </m:r>
                          <m:r>
                            <a:rPr lang="en-US" sz="1600" b="0" i="1" kern="0" smtClean="0">
                              <a:latin typeface="Cambria Math" panose="02040503050406030204" pitchFamily="18" charset="0"/>
                              <a:cs typeface="Vazir" panose="020B0603030804020204" pitchFamily="34" charset="-78"/>
                              <a:sym typeface="Arial"/>
                            </a:rPr>
                            <m:t>𝐿</m:t>
                          </m:r>
                          <m:r>
                            <a:rPr lang="en-US" sz="1600" b="0" i="1" kern="0" smtClean="0">
                              <a:latin typeface="Cambria Math" panose="02040503050406030204" pitchFamily="18" charset="0"/>
                              <a:cs typeface="Vazir" panose="020B0603030804020204" pitchFamily="34" charset="-78"/>
                              <a:sym typeface="Arial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b="0" i="1" kern="0" smtClean="0">
                                  <a:latin typeface="Cambria Math" panose="02040503050406030204" pitchFamily="18" charset="0"/>
                                  <a:cs typeface="Vazir" panose="020B0603030804020204" pitchFamily="34" charset="-78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0" smtClean="0">
                                  <a:latin typeface="Cambria Math" panose="02040503050406030204" pitchFamily="18" charset="0"/>
                                  <a:cs typeface="Vazir" panose="020B0603030804020204" pitchFamily="34" charset="-78"/>
                                  <a:sym typeface="Arial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kern="0" smtClean="0">
                                  <a:latin typeface="Cambria Math" panose="02040503050406030204" pitchFamily="18" charset="0"/>
                                  <a:cs typeface="Vazir" panose="020B0603030804020204" pitchFamily="34" charset="-78"/>
                                  <a:sym typeface="Arial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kern="0" smtClean="0">
                              <a:latin typeface="Cambria Math" panose="02040503050406030204" pitchFamily="18" charset="0"/>
                              <a:cs typeface="Vazir" panose="020B0603030804020204" pitchFamily="34" charset="-78"/>
                              <a:sym typeface="Arial"/>
                            </a:rPr>
                            <m:t>𝐿</m:t>
                          </m:r>
                          <m:r>
                            <a:rPr lang="en-US" sz="1600" b="0" i="1" kern="0" smtClean="0">
                              <a:latin typeface="Cambria Math" panose="02040503050406030204" pitchFamily="18" charset="0"/>
                              <a:cs typeface="Vazir" panose="020B0603030804020204" pitchFamily="34" charset="-78"/>
                              <a:sym typeface="Arial"/>
                            </a:rPr>
                            <m:t>)</m:t>
                          </m:r>
                        </m:e>
                      </m:func>
                    </m:oMath>
                  </a14:m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و دور زدن دیوار حافظه.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F17793C-6AB5-B585-DE9B-17B65EF4C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747" y="5228203"/>
                  <a:ext cx="7337825" cy="430887"/>
                </a:xfrm>
                <a:prstGeom prst="rect">
                  <a:avLst/>
                </a:prstGeom>
                <a:blipFill>
                  <a:blip r:embed="rId28"/>
                  <a:stretch>
                    <a:fillRect r="-49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8322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E44DFEC-BBE4-C336-E6D5-43850F025FFF}"/>
              </a:ext>
            </a:extLst>
          </p:cNvPr>
          <p:cNvGrpSpPr/>
          <p:nvPr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80CFEAF-8423-1E7F-B397-FBCA1C479DD6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4F72FA9-EE44-6450-4908-18A0D5B05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6279EC-6856-5A2D-5132-776710061639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68327B5-6A7F-95F3-2259-3FFAC7D172BD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466E787-7874-8541-BFE6-BF70979F4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DD8AFE-157A-1E3F-D43B-8FBE9E68ED8A}"/>
              </a:ext>
            </a:extLst>
          </p:cNvPr>
          <p:cNvGrpSpPr/>
          <p:nvPr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7176C10-33BD-88E7-08F3-F276067F6C4C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20029423-F7F0-8DAA-4051-DCB5D180E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732B6A-E387-F9FE-D9F9-8127E6312232}"/>
              </a:ext>
            </a:extLst>
          </p:cNvPr>
          <p:cNvGrpSpPr/>
          <p:nvPr/>
        </p:nvGrpSpPr>
        <p:grpSpPr>
          <a:xfrm flipH="1">
            <a:off x="10646451" y="2484136"/>
            <a:ext cx="792000" cy="792000"/>
            <a:chOff x="1147917" y="2484136"/>
            <a:chExt cx="792000" cy="792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0298620-5C83-1014-F116-D6FE406D644D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DBBBA4C-D826-45A5-D5B4-D576A6C47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E5C6D40-C99A-D90D-8BF9-E337EE3E2238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FD75373-0B04-F9EC-A9DA-E87654665690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5" name="Graphic 24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42E00355-EFF6-7774-9F96-62AA9F88C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26" name="!!Group 9">
            <a:extLst>
              <a:ext uri="{FF2B5EF4-FFF2-40B4-BE49-F238E27FC236}">
                <a16:creationId xmlns:a16="http://schemas.microsoft.com/office/drawing/2014/main" id="{7EC8A264-15F7-B154-D40B-84615629976C}"/>
              </a:ext>
            </a:extLst>
          </p:cNvPr>
          <p:cNvGrpSpPr/>
          <p:nvPr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BB4DED8-0E47-68DE-4A25-6C52605CA30A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8" name="Graphic 27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83B8840C-3D0B-BA26-1DD4-6E2D70DB7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DB51ACC-103F-F5C9-5432-0D102FF2EFEB}"/>
              </a:ext>
            </a:extLst>
          </p:cNvPr>
          <p:cNvSpPr/>
          <p:nvPr/>
        </p:nvSpPr>
        <p:spPr>
          <a:xfrm flipH="1">
            <a:off x="11042451" y="-7555232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30" name="Graphic 29">
            <a:hlinkClick r:id="rId17" action="ppaction://hlinksldjump"/>
            <a:extLst>
              <a:ext uri="{FF2B5EF4-FFF2-40B4-BE49-F238E27FC236}">
                <a16:creationId xmlns:a16="http://schemas.microsoft.com/office/drawing/2014/main" id="{BA97EE59-8048-711E-B33C-23AC683A404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352034" y="2585788"/>
            <a:ext cx="576000" cy="576000"/>
          </a:xfrm>
          <a:prstGeom prst="rect">
            <a:avLst/>
          </a:prstGeom>
        </p:spPr>
      </p:pic>
      <p:pic>
        <p:nvPicPr>
          <p:cNvPr id="31" name="Graphic 30">
            <a:hlinkClick r:id="" action="ppaction://noaction"/>
            <a:extLst>
              <a:ext uri="{FF2B5EF4-FFF2-40B4-BE49-F238E27FC236}">
                <a16:creationId xmlns:a16="http://schemas.microsoft.com/office/drawing/2014/main" id="{A8C1881F-1629-2DCF-8F3D-2CBFB0A16F0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32" name="Graphic 31">
            <a:hlinkClick r:id="" action="ppaction://noaction"/>
            <a:extLst>
              <a:ext uri="{FF2B5EF4-FFF2-40B4-BE49-F238E27FC236}">
                <a16:creationId xmlns:a16="http://schemas.microsoft.com/office/drawing/2014/main" id="{008C2F98-42AE-2DCC-3473-68D5E151A5B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33" name="Graphic 32">
            <a:hlinkClick r:id="rId24" action="ppaction://hlinksldjump"/>
            <a:extLst>
              <a:ext uri="{FF2B5EF4-FFF2-40B4-BE49-F238E27FC236}">
                <a16:creationId xmlns:a16="http://schemas.microsoft.com/office/drawing/2014/main" id="{40A3C7ED-3404-4CCD-64AF-CD5924960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34" name="Graphic 33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0B0F30C6-2C0E-7EF1-68F6-DDB761EF36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35" name="Graphic 34" descr="Employee badge">
            <a:hlinkClick r:id="rId24" action="ppaction://hlinksldjump"/>
            <a:extLst>
              <a:ext uri="{FF2B5EF4-FFF2-40B4-BE49-F238E27FC236}">
                <a16:creationId xmlns:a16="http://schemas.microsoft.com/office/drawing/2014/main" id="{24FEE0AE-F368-96F8-99BB-D78FD0CD3B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sp>
        <p:nvSpPr>
          <p:cNvPr id="349" name="TextBox 348">
            <a:extLst>
              <a:ext uri="{FF2B5EF4-FFF2-40B4-BE49-F238E27FC236}">
                <a16:creationId xmlns:a16="http://schemas.microsoft.com/office/drawing/2014/main" id="{8BE2AE57-754D-1D7B-5683-9471DC6E656E}"/>
              </a:ext>
            </a:extLst>
          </p:cNvPr>
          <p:cNvSpPr txBox="1"/>
          <p:nvPr/>
        </p:nvSpPr>
        <p:spPr>
          <a:xfrm>
            <a:off x="5528471" y="1014057"/>
            <a:ext cx="5117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سرکوب نشت طیفی (پنجره‌گذاری)</a:t>
            </a:r>
            <a:endParaRPr lang="fa-IR" sz="2800" b="1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002F688-1D0D-1472-DA92-BBF89869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C16B-DC67-42D7-A8C7-AF8F65DFA904}" type="slidenum">
              <a:rPr lang="fa-IR" sz="2800" b="1" smtClean="0">
                <a:cs typeface="B Nazanin" panose="00000400000000000000" pitchFamily="2" charset="-78"/>
              </a:rPr>
              <a:pPr/>
              <a:t>8</a:t>
            </a:fld>
            <a:endParaRPr lang="fa-IR" b="1" dirty="0">
              <a:cs typeface="B Nazanin" panose="00000400000000000000" pitchFamily="2" charset="-78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BEFFBCE-E1D2-0B3F-5E09-5117044536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13329" y="1360109"/>
            <a:ext cx="3248025" cy="450532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0A4EB0-9B73-BAF4-7118-E83E313840BE}"/>
              </a:ext>
            </a:extLst>
          </p:cNvPr>
          <p:cNvGrpSpPr/>
          <p:nvPr/>
        </p:nvGrpSpPr>
        <p:grpSpPr>
          <a:xfrm>
            <a:off x="3272101" y="1999498"/>
            <a:ext cx="6884767" cy="951233"/>
            <a:chOff x="3768686" y="1954701"/>
            <a:chExt cx="6884767" cy="95123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9138486-0F75-D760-B707-C5B3D71ED730}"/>
                </a:ext>
              </a:extLst>
            </p:cNvPr>
            <p:cNvGrpSpPr/>
            <p:nvPr/>
          </p:nvGrpSpPr>
          <p:grpSpPr>
            <a:xfrm>
              <a:off x="8323002" y="1954701"/>
              <a:ext cx="2330448" cy="461665"/>
              <a:chOff x="8184891" y="1951085"/>
              <a:chExt cx="2227737" cy="46166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580192C-3536-30C9-501A-3CB728D386D9}"/>
                  </a:ext>
                </a:extLst>
              </p:cNvPr>
              <p:cNvSpPr/>
              <p:nvPr/>
            </p:nvSpPr>
            <p:spPr>
              <a:xfrm rot="5400000">
                <a:off x="9099975" y="1100102"/>
                <a:ext cx="461665" cy="2163632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6041990-981F-08D6-B0EF-A9F510BE16B5}"/>
                  </a:ext>
                </a:extLst>
              </p:cNvPr>
              <p:cNvSpPr txBox="1"/>
              <p:nvPr/>
            </p:nvSpPr>
            <p:spPr>
              <a:xfrm>
                <a:off x="8184891" y="2017779"/>
                <a:ext cx="22277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چالش رنج دینامیکی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09D7C4-E247-C2F3-A213-A1BFDF9D381B}"/>
                </a:ext>
              </a:extLst>
            </p:cNvPr>
            <p:cNvSpPr txBox="1"/>
            <p:nvPr/>
          </p:nvSpPr>
          <p:spPr>
            <a:xfrm>
              <a:off x="3768686" y="247504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پوشانده شدن اهداف ضعیف توسط لوب‌های کناریِ اهداف قویِ مجاور.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A68A66-1AE1-3D14-FCE4-8679A5A04E1D}"/>
              </a:ext>
            </a:extLst>
          </p:cNvPr>
          <p:cNvGrpSpPr/>
          <p:nvPr/>
        </p:nvGrpSpPr>
        <p:grpSpPr>
          <a:xfrm>
            <a:off x="3272092" y="3306917"/>
            <a:ext cx="6884769" cy="925601"/>
            <a:chOff x="3743248" y="3323623"/>
            <a:chExt cx="6884769" cy="92560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A3CA573-575B-760D-ADBC-44E26059736D}"/>
                </a:ext>
              </a:extLst>
            </p:cNvPr>
            <p:cNvGrpSpPr/>
            <p:nvPr/>
          </p:nvGrpSpPr>
          <p:grpSpPr>
            <a:xfrm>
              <a:off x="8798291" y="3323623"/>
              <a:ext cx="1829726" cy="461665"/>
              <a:chOff x="8663545" y="1951082"/>
              <a:chExt cx="1749083" cy="461665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CEF0A6AC-1411-DB70-1327-AD121BA57777}"/>
                  </a:ext>
                </a:extLst>
              </p:cNvPr>
              <p:cNvSpPr/>
              <p:nvPr/>
            </p:nvSpPr>
            <p:spPr>
              <a:xfrm rot="5400000">
                <a:off x="9307253" y="1307374"/>
                <a:ext cx="461665" cy="1749082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8B875C3-C1D0-C0D3-8E0B-4E0076D7E8D2}"/>
                  </a:ext>
                </a:extLst>
              </p:cNvPr>
              <p:cNvSpPr txBox="1"/>
              <p:nvPr/>
            </p:nvSpPr>
            <p:spPr>
              <a:xfrm>
                <a:off x="8663547" y="2036589"/>
                <a:ext cx="17490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راهکار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2AB20C7-0C9E-14F6-46A0-24B23EBD48B1}"/>
                </a:ext>
              </a:extLst>
            </p:cNvPr>
            <p:cNvSpPr txBox="1"/>
            <p:nvPr/>
          </p:nvSpPr>
          <p:spPr>
            <a:xfrm>
              <a:off x="3743248" y="381833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ارزیابی تبدیل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Z</a:t>
              </a: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 بر روی کانتورهای مارپیچی دلخواه.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937ECB-C6D2-F402-1963-39860BE667AD}"/>
              </a:ext>
            </a:extLst>
          </p:cNvPr>
          <p:cNvGrpSpPr/>
          <p:nvPr/>
        </p:nvGrpSpPr>
        <p:grpSpPr>
          <a:xfrm>
            <a:off x="4223341" y="4638941"/>
            <a:ext cx="5933517" cy="1335875"/>
            <a:chOff x="3894805" y="4692547"/>
            <a:chExt cx="6884767" cy="133587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9131C96-9B6D-AC60-F56E-20851F102869}"/>
                </a:ext>
              </a:extLst>
            </p:cNvPr>
            <p:cNvGrpSpPr/>
            <p:nvPr/>
          </p:nvGrpSpPr>
          <p:grpSpPr>
            <a:xfrm>
              <a:off x="8699054" y="4692547"/>
              <a:ext cx="2080518" cy="461665"/>
              <a:chOff x="8423806" y="1951082"/>
              <a:chExt cx="1988822" cy="461665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F2B8B43-6F00-1C46-5BBB-95A408A054FB}"/>
                  </a:ext>
                </a:extLst>
              </p:cNvPr>
              <p:cNvSpPr/>
              <p:nvPr/>
            </p:nvSpPr>
            <p:spPr>
              <a:xfrm rot="5400000">
                <a:off x="9187384" y="1187505"/>
                <a:ext cx="461665" cy="198882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FE77D4-F57D-9B56-151A-9B50513E05BF}"/>
                  </a:ext>
                </a:extLst>
              </p:cNvPr>
              <p:cNvSpPr txBox="1"/>
              <p:nvPr/>
            </p:nvSpPr>
            <p:spPr>
              <a:xfrm>
                <a:off x="8423806" y="2022801"/>
                <a:ext cx="19888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موازنه پردازشی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CAFD3BC-7323-E917-7565-A4D757D5CBF4}"/>
                    </a:ext>
                  </a:extLst>
                </p:cNvPr>
                <p:cNvSpPr txBox="1"/>
                <p:nvPr/>
              </p:nvSpPr>
              <p:spPr>
                <a:xfrm>
                  <a:off x="3894805" y="5228203"/>
                  <a:ext cx="6884767" cy="800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1">
                    <a:lnSpc>
                      <a:spcPct val="150000"/>
                    </a:lnSpc>
                  </a:pPr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تنظیم پارامتر شکل </a:t>
                  </a:r>
                  <a:r>
                    <a:rPr lang="en-US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𝛽</m:t>
                      </m:r>
                    </m:oMath>
                  </a14:m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برای سرکوب نشت طیفی تا سطح </a:t>
                  </a:r>
                  <a14:m>
                    <m:oMath xmlns:m="http://schemas.openxmlformats.org/officeDocument/2006/math">
                      <m:r>
                        <a:rPr lang="fa-IR" sz="1600" i="1" kern="0" dirty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−</m:t>
                      </m:r>
                      <m:r>
                        <a:rPr lang="fa-IR" sz="1600" i="1" kern="0" dirty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80</m:t>
                      </m:r>
                      <m:r>
                        <a:rPr lang="en-US" sz="1600" i="1" kern="0" dirty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𝑑𝐵</m:t>
                      </m:r>
                      <m:r>
                        <a:rPr lang="en-US" sz="1600" i="1" kern="0" dirty="0" smtClean="0">
                          <a:latin typeface="Cambria Math" panose="02040503050406030204" pitchFamily="18" charset="0"/>
                          <a:cs typeface="Vazir" panose="020B0603030804020204" pitchFamily="34" charset="-78"/>
                          <a:sym typeface="Arial"/>
                        </a:rPr>
                        <m:t> </m:t>
                      </m:r>
                    </m:oMath>
                  </a14:m>
                  <a:r>
                    <a:rPr lang="fa-IR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 در ازای پهن‌شدگیِ جزئیِ لوب اصلی</a:t>
                  </a:r>
                  <a:r>
                    <a:rPr lang="en-US" sz="1600" kern="0" dirty="0">
                      <a:latin typeface="Vazir" panose="020B0603030804020204" pitchFamily="34" charset="-78"/>
                      <a:cs typeface="Vazir" panose="020B0603030804020204" pitchFamily="34" charset="-78"/>
                      <a:sym typeface="Arial"/>
                    </a:rPr>
                    <a:t>.</a:t>
                  </a:r>
                  <a:endParaRPr lang="fa-IR" sz="1600" kern="0" dirty="0">
                    <a:latin typeface="Vazir" panose="020B0603030804020204" pitchFamily="34" charset="-78"/>
                    <a:cs typeface="Vazir" panose="020B0603030804020204" pitchFamily="34" charset="-78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CAFD3BC-7323-E917-7565-A4D757D5C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4805" y="5228203"/>
                  <a:ext cx="6884767" cy="800219"/>
                </a:xfrm>
                <a:prstGeom prst="rect">
                  <a:avLst/>
                </a:prstGeom>
                <a:blipFill>
                  <a:blip r:embed="rId27"/>
                  <a:stretch>
                    <a:fillRect l="-1233" r="-514" b="-91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9728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866F50-AE46-875D-C08C-6F5F54C0DC4C}"/>
              </a:ext>
            </a:extLst>
          </p:cNvPr>
          <p:cNvGrpSpPr/>
          <p:nvPr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E914369-9D0A-6245-11CC-F8E0FE5C455F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FF07C1B-88DC-9E93-4E04-E54F29633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1E00A90-565A-D174-3FDF-829936AC2144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71DE0F-7C2C-A6E4-C81D-22C0C13F987E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20CC70D-145E-A69C-3C31-629D93136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7CA9C2-D75E-4F1B-7E97-90A094CC1687}"/>
              </a:ext>
            </a:extLst>
          </p:cNvPr>
          <p:cNvGrpSpPr/>
          <p:nvPr/>
        </p:nvGrpSpPr>
        <p:grpSpPr>
          <a:xfrm flipH="1">
            <a:off x="10691120" y="3581865"/>
            <a:ext cx="792000" cy="792000"/>
            <a:chOff x="1147917" y="3581865"/>
            <a:chExt cx="792000" cy="792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502DD82-D796-711D-C72D-72FAECF19D19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4EA77FC3-7BF0-D6B3-E162-7303DDF80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51C53E-0C18-4B5E-3743-7035BD918CDC}"/>
              </a:ext>
            </a:extLst>
          </p:cNvPr>
          <p:cNvGrpSpPr/>
          <p:nvPr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70C7E3-6C53-9E7C-977D-EB05CF5A29F5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01E01226-1E8B-821D-3BC9-99FF14770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8EC8B3-E503-76DB-7158-9DC3CA980A47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AB2410-6479-2833-C63E-35DE5E938F32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5" name="Graphic 34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B2B40A5D-DE6B-8191-B33E-04C937B10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36" name="!!Group 9">
            <a:extLst>
              <a:ext uri="{FF2B5EF4-FFF2-40B4-BE49-F238E27FC236}">
                <a16:creationId xmlns:a16="http://schemas.microsoft.com/office/drawing/2014/main" id="{7A85AA53-2728-D1CA-5C51-E0AD591CA36F}"/>
              </a:ext>
            </a:extLst>
          </p:cNvPr>
          <p:cNvGrpSpPr/>
          <p:nvPr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0D65F37-A39B-5BAC-F339-E2A16C5A918D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8" name="Graphic 37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B7C25D49-7EDD-C911-A8BF-7CEC90C9A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179983C-3DD4-F411-D5D9-AF24A1B0EA7F}"/>
              </a:ext>
            </a:extLst>
          </p:cNvPr>
          <p:cNvSpPr/>
          <p:nvPr/>
        </p:nvSpPr>
        <p:spPr>
          <a:xfrm flipH="1">
            <a:off x="11087120" y="-6473761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40" name="Graphic 39">
            <a:hlinkClick r:id="rId17" action="ppaction://hlinksldjump"/>
            <a:extLst>
              <a:ext uri="{FF2B5EF4-FFF2-40B4-BE49-F238E27FC236}">
                <a16:creationId xmlns:a16="http://schemas.microsoft.com/office/drawing/2014/main" id="{8B87985B-8893-8000-2908-EF3A4DB2E24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358603" y="3685259"/>
            <a:ext cx="576000" cy="576000"/>
          </a:xfrm>
          <a:prstGeom prst="rect">
            <a:avLst/>
          </a:prstGeom>
        </p:spPr>
      </p:pic>
      <p:pic>
        <p:nvPicPr>
          <p:cNvPr id="41" name="Graphic 40">
            <a:hlinkClick r:id="rId20" action="ppaction://hlinksldjump"/>
            <a:extLst>
              <a:ext uri="{FF2B5EF4-FFF2-40B4-BE49-F238E27FC236}">
                <a16:creationId xmlns:a16="http://schemas.microsoft.com/office/drawing/2014/main" id="{53E3BC41-68D2-8AE2-76B2-F8946FC16EF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42" name="Graphic 41">
            <a:hlinkClick r:id="rId23" action="ppaction://hlinksldjump"/>
            <a:extLst>
              <a:ext uri="{FF2B5EF4-FFF2-40B4-BE49-F238E27FC236}">
                <a16:creationId xmlns:a16="http://schemas.microsoft.com/office/drawing/2014/main" id="{E3ABF309-BC80-71A5-1061-5F740A3794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43" name="Graphic 42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92B9A7F8-4BC3-858A-3444-59978F9E8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44" name="Graphic 43" descr="Employee badge">
            <a:hlinkClick r:id="rId23" action="ppaction://hlinksldjump"/>
            <a:extLst>
              <a:ext uri="{FF2B5EF4-FFF2-40B4-BE49-F238E27FC236}">
                <a16:creationId xmlns:a16="http://schemas.microsoft.com/office/drawing/2014/main" id="{AA6B1A68-1D89-A94E-D696-CC6F64DC15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45" name="Graphic 44">
            <a:hlinkClick r:id="rId24" action="ppaction://hlinksldjump"/>
            <a:extLst>
              <a:ext uri="{FF2B5EF4-FFF2-40B4-BE49-F238E27FC236}">
                <a16:creationId xmlns:a16="http://schemas.microsoft.com/office/drawing/2014/main" id="{4EBBBAEE-5D65-6D07-F16D-390A4261366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9F1FF3-CB53-6B4A-2A68-9179155F107B}"/>
              </a:ext>
            </a:extLst>
          </p:cNvPr>
          <p:cNvSpPr txBox="1"/>
          <p:nvPr/>
        </p:nvSpPr>
        <p:spPr>
          <a:xfrm>
            <a:off x="3855144" y="316243"/>
            <a:ext cx="676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Estedad Black" panose="02000A03000000000000" pitchFamily="2" charset="-78"/>
                <a:ea typeface="+mn-ea"/>
                <a:cs typeface="Estedad Black" panose="02000A03000000000000" pitchFamily="2" charset="-78"/>
              </a:rPr>
              <a:t>تفکیک اهداف و کاهش زمان اجرا (نتایج ۱)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stedad Black" panose="02000A03000000000000" pitchFamily="2" charset="-78"/>
              <a:ea typeface="+mn-ea"/>
              <a:cs typeface="Estedad Black" panose="02000A03000000000000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448EF-5C33-A2A2-7AC8-B2D7894F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182" y="6232317"/>
            <a:ext cx="534763" cy="365125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90582B-F1D1-2F30-6BE3-2CB4B71BFA2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86244" y="934840"/>
            <a:ext cx="5809756" cy="484739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70B0756-A400-9FBA-E800-6CE6C30EA4B6}"/>
              </a:ext>
            </a:extLst>
          </p:cNvPr>
          <p:cNvGrpSpPr/>
          <p:nvPr/>
        </p:nvGrpSpPr>
        <p:grpSpPr>
          <a:xfrm>
            <a:off x="3600689" y="1149910"/>
            <a:ext cx="6884768" cy="1320564"/>
            <a:chOff x="3768686" y="1954702"/>
            <a:chExt cx="6884768" cy="13205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9621857-5E90-7039-CF9F-A05CF335EAD5}"/>
                </a:ext>
              </a:extLst>
            </p:cNvPr>
            <p:cNvGrpSpPr/>
            <p:nvPr/>
          </p:nvGrpSpPr>
          <p:grpSpPr>
            <a:xfrm>
              <a:off x="9177888" y="1954702"/>
              <a:ext cx="1475566" cy="461665"/>
              <a:chOff x="9002095" y="1951086"/>
              <a:chExt cx="1410532" cy="461665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CDABA57E-AB44-5B55-CFF5-1A572A488C61}"/>
                  </a:ext>
                </a:extLst>
              </p:cNvPr>
              <p:cNvSpPr/>
              <p:nvPr/>
            </p:nvSpPr>
            <p:spPr>
              <a:xfrm rot="5400000">
                <a:off x="9517316" y="1517445"/>
                <a:ext cx="461665" cy="1328947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387EB8C-502E-8D83-A1E6-4B7DC9E748F5}"/>
                  </a:ext>
                </a:extLst>
              </p:cNvPr>
              <p:cNvSpPr txBox="1"/>
              <p:nvPr/>
            </p:nvSpPr>
            <p:spPr>
              <a:xfrm>
                <a:off x="9002095" y="2011226"/>
                <a:ext cx="1410532" cy="375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سناریو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B0BD7B-748D-971A-FC13-7F7AE11C2E83}"/>
                </a:ext>
              </a:extLst>
            </p:cNvPr>
            <p:cNvSpPr txBox="1"/>
            <p:nvPr/>
          </p:nvSpPr>
          <p:spPr>
            <a:xfrm>
              <a:off x="3768686" y="2475047"/>
              <a:ext cx="6884767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دو هدف با فاصله ۲ کیلوهرتز </a:t>
              </a:r>
            </a:p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(اکیداً کمتر از حد ریلیِ ۳.۹ کیلوهرتز).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53076D-0B48-428C-BC04-801FA853F899}"/>
              </a:ext>
            </a:extLst>
          </p:cNvPr>
          <p:cNvGrpSpPr/>
          <p:nvPr/>
        </p:nvGrpSpPr>
        <p:grpSpPr>
          <a:xfrm>
            <a:off x="3600680" y="2554864"/>
            <a:ext cx="6884769" cy="925601"/>
            <a:chOff x="3743248" y="3323623"/>
            <a:chExt cx="6884769" cy="92560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221B490-FC02-C0C2-19AC-58AEDD852D13}"/>
                </a:ext>
              </a:extLst>
            </p:cNvPr>
            <p:cNvGrpSpPr/>
            <p:nvPr/>
          </p:nvGrpSpPr>
          <p:grpSpPr>
            <a:xfrm>
              <a:off x="8798291" y="3323623"/>
              <a:ext cx="1829726" cy="461665"/>
              <a:chOff x="8663545" y="1951082"/>
              <a:chExt cx="1749083" cy="461665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C9DCDA4-FD82-8C78-C4D0-47CD0C2AC451}"/>
                  </a:ext>
                </a:extLst>
              </p:cNvPr>
              <p:cNvSpPr/>
              <p:nvPr/>
            </p:nvSpPr>
            <p:spPr>
              <a:xfrm rot="5400000">
                <a:off x="9307253" y="1307374"/>
                <a:ext cx="461665" cy="1749082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49B138-597D-2B63-FBFB-35DF2E13746E}"/>
                  </a:ext>
                </a:extLst>
              </p:cNvPr>
              <p:cNvSpPr txBox="1"/>
              <p:nvPr/>
            </p:nvSpPr>
            <p:spPr>
              <a:xfrm>
                <a:off x="8663547" y="2036589"/>
                <a:ext cx="17490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en-US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FFT</a:t>
                </a:r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 استاندارد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78F6D8E-C6DF-26E4-A0AC-A1EDFC39CD03}"/>
                </a:ext>
              </a:extLst>
            </p:cNvPr>
            <p:cNvSpPr txBox="1"/>
            <p:nvPr/>
          </p:nvSpPr>
          <p:spPr>
            <a:xfrm>
              <a:off x="3743248" y="381833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شکست کامل و ادغام قله‌ها (خط‌چین مشکی).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08832D-BAB2-322C-8913-0A86935AF387}"/>
              </a:ext>
            </a:extLst>
          </p:cNvPr>
          <p:cNvGrpSpPr/>
          <p:nvPr/>
        </p:nvGrpSpPr>
        <p:grpSpPr>
          <a:xfrm>
            <a:off x="4551929" y="3667433"/>
            <a:ext cx="5933518" cy="966542"/>
            <a:chOff x="3894805" y="4692548"/>
            <a:chExt cx="6884768" cy="96654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478A47-D0C3-BDF2-35F2-3D4BFD9AF2F4}"/>
                </a:ext>
              </a:extLst>
            </p:cNvPr>
            <p:cNvGrpSpPr/>
            <p:nvPr/>
          </p:nvGrpSpPr>
          <p:grpSpPr>
            <a:xfrm>
              <a:off x="8940133" y="4692548"/>
              <a:ext cx="1839440" cy="461665"/>
              <a:chOff x="8654259" y="1951083"/>
              <a:chExt cx="1758369" cy="461665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2343CEE-75D5-9690-619C-55A9CFFFBD79}"/>
                  </a:ext>
                </a:extLst>
              </p:cNvPr>
              <p:cNvSpPr/>
              <p:nvPr/>
            </p:nvSpPr>
            <p:spPr>
              <a:xfrm rot="5400000">
                <a:off x="9302610" y="1302732"/>
                <a:ext cx="461665" cy="1758367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2E6377D-1A25-0504-FFF1-2B569C1D56F0}"/>
                  </a:ext>
                </a:extLst>
              </p:cNvPr>
              <p:cNvSpPr txBox="1"/>
              <p:nvPr/>
            </p:nvSpPr>
            <p:spPr>
              <a:xfrm>
                <a:off x="8654262" y="2022803"/>
                <a:ext cx="1758366" cy="369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الگوریتم ما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02510F-F30E-C8FF-978E-D35E13C2CFB0}"/>
                </a:ext>
              </a:extLst>
            </p:cNvPr>
            <p:cNvSpPr txBox="1"/>
            <p:nvPr/>
          </p:nvSpPr>
          <p:spPr>
            <a:xfrm>
              <a:off x="3894805" y="5228203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تفکیک دقیق هر دو قله با استخراج منحصربه‌فردِ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ROI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.</a:t>
              </a:r>
              <a:endParaRPr lang="en-US" sz="1600" kern="0" dirty="0">
                <a:latin typeface="Vazir" panose="020B0603030804020204" pitchFamily="34" charset="-78"/>
                <a:cs typeface="Vazir" panose="020B0603030804020204" pitchFamily="34" charset="-78"/>
                <a:sym typeface="Arial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D7ABE4-D848-8DBB-4828-E6AFA16F053E}"/>
              </a:ext>
            </a:extLst>
          </p:cNvPr>
          <p:cNvGrpSpPr/>
          <p:nvPr/>
        </p:nvGrpSpPr>
        <p:grpSpPr>
          <a:xfrm>
            <a:off x="4558025" y="4795192"/>
            <a:ext cx="5933522" cy="1335875"/>
            <a:chOff x="3894805" y="4692547"/>
            <a:chExt cx="6884772" cy="133587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EAE0B4F-F6B4-76E5-F3F9-35A1EDF32751}"/>
                </a:ext>
              </a:extLst>
            </p:cNvPr>
            <p:cNvGrpSpPr/>
            <p:nvPr/>
          </p:nvGrpSpPr>
          <p:grpSpPr>
            <a:xfrm>
              <a:off x="8649439" y="4692547"/>
              <a:ext cx="2130138" cy="461665"/>
              <a:chOff x="8376374" y="1951082"/>
              <a:chExt cx="2036254" cy="461665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8C6343B8-D538-D3FB-42BC-1CE7DD1C4122}"/>
                  </a:ext>
                </a:extLst>
              </p:cNvPr>
              <p:cNvSpPr/>
              <p:nvPr/>
            </p:nvSpPr>
            <p:spPr>
              <a:xfrm rot="5400000">
                <a:off x="9163667" y="1163789"/>
                <a:ext cx="461665" cy="2036252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B887FB7-4EED-8AEB-72D3-42F47FCE71E9}"/>
                  </a:ext>
                </a:extLst>
              </p:cNvPr>
              <p:cNvSpPr txBox="1"/>
              <p:nvPr/>
            </p:nvSpPr>
            <p:spPr>
              <a:xfrm>
                <a:off x="8512269" y="2037701"/>
                <a:ext cx="19003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نتیجه حیاتی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C3AE10D-CAC1-2954-4DF9-53AE252CFD0A}"/>
                </a:ext>
              </a:extLst>
            </p:cNvPr>
            <p:cNvSpPr txBox="1"/>
            <p:nvPr/>
          </p:nvSpPr>
          <p:spPr>
            <a:xfrm>
              <a:off x="3894805" y="5228203"/>
              <a:ext cx="6884767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رسیدن به قدرت تفکیک مشابه با صفرگذاری سنگین، </a:t>
              </a:r>
            </a:p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اما با ۴۲٪ کاهش زمان اجرا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287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866F50-AE46-875D-C08C-6F5F54C0DC4C}"/>
              </a:ext>
            </a:extLst>
          </p:cNvPr>
          <p:cNvGrpSpPr/>
          <p:nvPr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E914369-9D0A-6245-11CC-F8E0FE5C455F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FF07C1B-88DC-9E93-4E04-E54F29633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1E00A90-565A-D174-3FDF-829936AC2144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71DE0F-7C2C-A6E4-C81D-22C0C13F987E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20CC70D-145E-A69C-3C31-629D93136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7CA9C2-D75E-4F1B-7E97-90A094CC1687}"/>
              </a:ext>
            </a:extLst>
          </p:cNvPr>
          <p:cNvGrpSpPr/>
          <p:nvPr/>
        </p:nvGrpSpPr>
        <p:grpSpPr>
          <a:xfrm flipH="1">
            <a:off x="10691120" y="3581865"/>
            <a:ext cx="792000" cy="792000"/>
            <a:chOff x="1147917" y="3581865"/>
            <a:chExt cx="792000" cy="792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502DD82-D796-711D-C72D-72FAECF19D19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4EA77FC3-7BF0-D6B3-E162-7303DDF80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51C53E-0C18-4B5E-3743-7035BD918CDC}"/>
              </a:ext>
            </a:extLst>
          </p:cNvPr>
          <p:cNvGrpSpPr/>
          <p:nvPr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70C7E3-6C53-9E7C-977D-EB05CF5A29F5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01E01226-1E8B-821D-3BC9-99FF14770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8EC8B3-E503-76DB-7158-9DC3CA980A47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AB2410-6479-2833-C63E-35DE5E938F32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5" name="Graphic 34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B2B40A5D-DE6B-8191-B33E-04C937B10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36" name="!!Group 9">
            <a:extLst>
              <a:ext uri="{FF2B5EF4-FFF2-40B4-BE49-F238E27FC236}">
                <a16:creationId xmlns:a16="http://schemas.microsoft.com/office/drawing/2014/main" id="{7A85AA53-2728-D1CA-5C51-E0AD591CA36F}"/>
              </a:ext>
            </a:extLst>
          </p:cNvPr>
          <p:cNvGrpSpPr/>
          <p:nvPr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0D65F37-A39B-5BAC-F339-E2A16C5A918D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8" name="Graphic 37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B7C25D49-7EDD-C911-A8BF-7CEC90C9A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179983C-3DD4-F411-D5D9-AF24A1B0EA7F}"/>
              </a:ext>
            </a:extLst>
          </p:cNvPr>
          <p:cNvSpPr/>
          <p:nvPr/>
        </p:nvSpPr>
        <p:spPr>
          <a:xfrm flipH="1">
            <a:off x="11087120" y="-6473761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40" name="Graphic 39">
            <a:hlinkClick r:id="rId17" action="ppaction://hlinksldjump"/>
            <a:extLst>
              <a:ext uri="{FF2B5EF4-FFF2-40B4-BE49-F238E27FC236}">
                <a16:creationId xmlns:a16="http://schemas.microsoft.com/office/drawing/2014/main" id="{8B87985B-8893-8000-2908-EF3A4DB2E24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358603" y="3685259"/>
            <a:ext cx="576000" cy="576000"/>
          </a:xfrm>
          <a:prstGeom prst="rect">
            <a:avLst/>
          </a:prstGeom>
        </p:spPr>
      </p:pic>
      <p:pic>
        <p:nvPicPr>
          <p:cNvPr id="41" name="Graphic 40">
            <a:hlinkClick r:id="rId20" action="ppaction://hlinksldjump"/>
            <a:extLst>
              <a:ext uri="{FF2B5EF4-FFF2-40B4-BE49-F238E27FC236}">
                <a16:creationId xmlns:a16="http://schemas.microsoft.com/office/drawing/2014/main" id="{53E3BC41-68D2-8AE2-76B2-F8946FC16EF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42" name="Graphic 41">
            <a:hlinkClick r:id="rId23" action="ppaction://hlinksldjump"/>
            <a:extLst>
              <a:ext uri="{FF2B5EF4-FFF2-40B4-BE49-F238E27FC236}">
                <a16:creationId xmlns:a16="http://schemas.microsoft.com/office/drawing/2014/main" id="{E3ABF309-BC80-71A5-1061-5F740A3794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43" name="Graphic 42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92B9A7F8-4BC3-858A-3444-59978F9E8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44" name="Graphic 43" descr="Employee badge">
            <a:hlinkClick r:id="rId23" action="ppaction://hlinksldjump"/>
            <a:extLst>
              <a:ext uri="{FF2B5EF4-FFF2-40B4-BE49-F238E27FC236}">
                <a16:creationId xmlns:a16="http://schemas.microsoft.com/office/drawing/2014/main" id="{AA6B1A68-1D89-A94E-D696-CC6F64DC15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45" name="Graphic 44">
            <a:hlinkClick r:id="rId24" action="ppaction://hlinksldjump"/>
            <a:extLst>
              <a:ext uri="{FF2B5EF4-FFF2-40B4-BE49-F238E27FC236}">
                <a16:creationId xmlns:a16="http://schemas.microsoft.com/office/drawing/2014/main" id="{4EBBBAEE-5D65-6D07-F16D-390A4261366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9F1FF3-CB53-6B4A-2A68-9179155F107B}"/>
              </a:ext>
            </a:extLst>
          </p:cNvPr>
          <p:cNvSpPr txBox="1"/>
          <p:nvPr/>
        </p:nvSpPr>
        <p:spPr>
          <a:xfrm>
            <a:off x="5718475" y="447174"/>
            <a:ext cx="5039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Estedad Black" panose="02000A03000000000000" pitchFamily="2" charset="-78"/>
                <a:ea typeface="+mn-ea"/>
                <a:cs typeface="Estedad Black" panose="02000A03000000000000" pitchFamily="2" charset="-78"/>
              </a:rPr>
              <a:t>غلبه بر دیوار حافظه (نتایج ۲)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448EF-5C33-A2A2-7AC8-B2D7894F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182" y="6232317"/>
            <a:ext cx="534763" cy="365125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CF1413-5931-2F47-C283-B9B034F709E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7952" y="948535"/>
            <a:ext cx="5522976" cy="439943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FF1F224-A7B3-3C82-DAB9-69E0E75FB003}"/>
              </a:ext>
            </a:extLst>
          </p:cNvPr>
          <p:cNvGrpSpPr/>
          <p:nvPr/>
        </p:nvGrpSpPr>
        <p:grpSpPr>
          <a:xfrm>
            <a:off x="3600689" y="1405942"/>
            <a:ext cx="6884768" cy="951232"/>
            <a:chOff x="3768686" y="1954702"/>
            <a:chExt cx="6884768" cy="95123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CA121E8-5F98-BE46-562F-CFDAE0A12DC9}"/>
                </a:ext>
              </a:extLst>
            </p:cNvPr>
            <p:cNvGrpSpPr/>
            <p:nvPr/>
          </p:nvGrpSpPr>
          <p:grpSpPr>
            <a:xfrm>
              <a:off x="9177888" y="1954702"/>
              <a:ext cx="1475566" cy="461665"/>
              <a:chOff x="9002095" y="1951086"/>
              <a:chExt cx="1410532" cy="461665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B50522E-F1B1-DC20-A08C-AD76AB902D85}"/>
                  </a:ext>
                </a:extLst>
              </p:cNvPr>
              <p:cNvSpPr/>
              <p:nvPr/>
            </p:nvSpPr>
            <p:spPr>
              <a:xfrm rot="5400000">
                <a:off x="9517316" y="1517445"/>
                <a:ext cx="461665" cy="1328947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10E541-7AD3-7F7B-20AD-CB2CCBF63BE5}"/>
                  </a:ext>
                </a:extLst>
              </p:cNvPr>
              <p:cNvSpPr txBox="1"/>
              <p:nvPr/>
            </p:nvSpPr>
            <p:spPr>
              <a:xfrm>
                <a:off x="9002095" y="2011226"/>
                <a:ext cx="1410532" cy="375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آزمایش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2CC765-5C69-EF50-FC93-5F346CF57D15}"/>
                </a:ext>
              </a:extLst>
            </p:cNvPr>
            <p:cNvSpPr txBox="1"/>
            <p:nvPr/>
          </p:nvSpPr>
          <p:spPr>
            <a:xfrm>
              <a:off x="3768686" y="247504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جاروبِ فاکتور زوم طیفی از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x 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2 تا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x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128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3CBDB5-9D3D-193D-0F4F-ED3EE09B89FC}"/>
              </a:ext>
            </a:extLst>
          </p:cNvPr>
          <p:cNvGrpSpPr/>
          <p:nvPr/>
        </p:nvGrpSpPr>
        <p:grpSpPr>
          <a:xfrm>
            <a:off x="3600680" y="2542673"/>
            <a:ext cx="6884770" cy="925600"/>
            <a:chOff x="3743248" y="3323624"/>
            <a:chExt cx="6884770" cy="9256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95A9A7F-F16D-4B57-F743-11A119E915A4}"/>
                </a:ext>
              </a:extLst>
            </p:cNvPr>
            <p:cNvGrpSpPr/>
            <p:nvPr/>
          </p:nvGrpSpPr>
          <p:grpSpPr>
            <a:xfrm>
              <a:off x="8955098" y="3323624"/>
              <a:ext cx="1672920" cy="461665"/>
              <a:chOff x="8813440" y="1951083"/>
              <a:chExt cx="1599188" cy="46166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A691DCB-60C9-4AF8-1085-7BE0EB37EBF0}"/>
                  </a:ext>
                </a:extLst>
              </p:cNvPr>
              <p:cNvSpPr/>
              <p:nvPr/>
            </p:nvSpPr>
            <p:spPr>
              <a:xfrm rot="5400000">
                <a:off x="9382200" y="1382323"/>
                <a:ext cx="461665" cy="1599185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C3B7F6-D5C4-358A-213D-FFA9ED274E54}"/>
                  </a:ext>
                </a:extLst>
              </p:cNvPr>
              <p:cNvSpPr txBox="1"/>
              <p:nvPr/>
            </p:nvSpPr>
            <p:spPr>
              <a:xfrm>
                <a:off x="8813440" y="2036589"/>
                <a:ext cx="15991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روش کلاسیک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30811B-C3A6-550A-B8FE-6478AD34FC1A}"/>
                </a:ext>
              </a:extLst>
            </p:cNvPr>
            <p:cNvSpPr txBox="1"/>
            <p:nvPr/>
          </p:nvSpPr>
          <p:spPr>
            <a:xfrm>
              <a:off x="3743248" y="3818337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a-I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habnam" panose="020B0603030804020204" pitchFamily="34" charset="-78"/>
                  <a:ea typeface="+mn-ea"/>
                  <a:cs typeface="Shabnam" panose="020B0603030804020204" pitchFamily="34" charset="-78"/>
                </a:rPr>
                <a:t>رشد نماییِ پیچیدگی زمانی و اثباتِ تجربیِ گلوگاه حافظه.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0453F8-0A72-8EDF-45F8-696C1EBAD679}"/>
              </a:ext>
            </a:extLst>
          </p:cNvPr>
          <p:cNvGrpSpPr/>
          <p:nvPr/>
        </p:nvGrpSpPr>
        <p:grpSpPr>
          <a:xfrm>
            <a:off x="4551929" y="3655244"/>
            <a:ext cx="5933520" cy="966539"/>
            <a:chOff x="3894805" y="4692551"/>
            <a:chExt cx="6884770" cy="96653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1D48DBE-025D-13BA-9B76-98BC7DD4BA07}"/>
                </a:ext>
              </a:extLst>
            </p:cNvPr>
            <p:cNvGrpSpPr/>
            <p:nvPr/>
          </p:nvGrpSpPr>
          <p:grpSpPr>
            <a:xfrm>
              <a:off x="8402566" y="4692551"/>
              <a:ext cx="2377009" cy="461665"/>
              <a:chOff x="8140383" y="1951086"/>
              <a:chExt cx="2272245" cy="461665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004B0AF6-5C4A-260E-B91D-0F040FACDAA6}"/>
                  </a:ext>
                </a:extLst>
              </p:cNvPr>
              <p:cNvSpPr/>
              <p:nvPr/>
            </p:nvSpPr>
            <p:spPr>
              <a:xfrm rot="5400000">
                <a:off x="9144136" y="1144261"/>
                <a:ext cx="461665" cy="2075315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77FBD7E-A9BB-D238-4B13-B4EB0F6246C1}"/>
                  </a:ext>
                </a:extLst>
              </p:cNvPr>
              <p:cNvSpPr txBox="1"/>
              <p:nvPr/>
            </p:nvSpPr>
            <p:spPr>
              <a:xfrm>
                <a:off x="8140383" y="2022803"/>
                <a:ext cx="2272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en-US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CZT</a:t>
                </a:r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 پیشنهادی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3E3C69-394C-89B9-0B02-E8E665079654}"/>
                </a:ext>
              </a:extLst>
            </p:cNvPr>
            <p:cNvSpPr txBox="1"/>
            <p:nvPr/>
          </p:nvSpPr>
          <p:spPr>
            <a:xfrm>
              <a:off x="3894805" y="5228203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حفظ مقیاس‌پذیری کاملاً مسطحِ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O(1)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.</a:t>
              </a:r>
              <a:endParaRPr lang="en-US" sz="1600" kern="0" dirty="0">
                <a:latin typeface="Vazir" panose="020B0603030804020204" pitchFamily="34" charset="-78"/>
                <a:cs typeface="Vazir" panose="020B0603030804020204" pitchFamily="34" charset="-78"/>
                <a:sym typeface="Arial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6CFF9B-B36F-1500-2A2F-A5F461B48F95}"/>
              </a:ext>
            </a:extLst>
          </p:cNvPr>
          <p:cNvGrpSpPr/>
          <p:nvPr/>
        </p:nvGrpSpPr>
        <p:grpSpPr>
          <a:xfrm>
            <a:off x="4558025" y="4783001"/>
            <a:ext cx="5933524" cy="966542"/>
            <a:chOff x="3894805" y="4692548"/>
            <a:chExt cx="6884774" cy="96654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7678C54-EB51-3B9A-945F-61D146C5188A}"/>
                </a:ext>
              </a:extLst>
            </p:cNvPr>
            <p:cNvGrpSpPr/>
            <p:nvPr/>
          </p:nvGrpSpPr>
          <p:grpSpPr>
            <a:xfrm>
              <a:off x="9578498" y="4692548"/>
              <a:ext cx="1201081" cy="461665"/>
              <a:chOff x="9264483" y="1951083"/>
              <a:chExt cx="1148144" cy="461665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A76AF1B4-5479-9A0A-33CF-D72B7E02594E}"/>
                  </a:ext>
                </a:extLst>
              </p:cNvPr>
              <p:cNvSpPr/>
              <p:nvPr/>
            </p:nvSpPr>
            <p:spPr>
              <a:xfrm rot="5400000">
                <a:off x="9607721" y="1607845"/>
                <a:ext cx="461665" cy="11481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44A4750-3881-D066-25D0-217E5717D66B}"/>
                  </a:ext>
                </a:extLst>
              </p:cNvPr>
              <p:cNvSpPr txBox="1"/>
              <p:nvPr/>
            </p:nvSpPr>
            <p:spPr>
              <a:xfrm>
                <a:off x="9264487" y="2037701"/>
                <a:ext cx="1148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/>
                <a:r>
                  <a:rPr lang="fa-IR" b="1" dirty="0">
                    <a:solidFill>
                      <a:schemeClr val="bg1"/>
                    </a:solidFill>
                    <a:latin typeface="Shabnam" panose="020B0603030804020204" pitchFamily="34" charset="-78"/>
                    <a:cs typeface="Shabnam" panose="020B0603030804020204" pitchFamily="34" charset="-78"/>
                  </a:rPr>
                  <a:t>علت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9298099-B4ED-6D52-BA3E-C5E36BF42A0E}"/>
                </a:ext>
              </a:extLst>
            </p:cNvPr>
            <p:cNvSpPr txBox="1"/>
            <p:nvPr/>
          </p:nvSpPr>
          <p:spPr>
            <a:xfrm>
              <a:off x="3894805" y="5228203"/>
              <a:ext cx="688476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ثابت ماندن بُعدِ کانولوشن سریع  </a:t>
              </a:r>
              <a:r>
                <a:rPr lang="en-US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L</a:t>
              </a:r>
              <a:r>
                <a:rPr lang="fa-IR" sz="1600" kern="0" dirty="0">
                  <a:latin typeface="Vazir" panose="020B0603030804020204" pitchFamily="34" charset="-78"/>
                  <a:cs typeface="Vazir" panose="020B0603030804020204" pitchFamily="34" charset="-78"/>
                  <a:sym typeface="Arial"/>
                </a:rPr>
                <a:t> علی‌رغم افزایش عمق زوم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618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866F50-AE46-875D-C08C-6F5F54C0DC4C}"/>
              </a:ext>
            </a:extLst>
          </p:cNvPr>
          <p:cNvGrpSpPr/>
          <p:nvPr/>
        </p:nvGrpSpPr>
        <p:grpSpPr>
          <a:xfrm flipH="1">
            <a:off x="12299873" y="5808229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E914369-9D0A-6245-11CC-F8E0FE5C455F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FF07C1B-88DC-9E93-4E04-E54F29633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1E00A90-565A-D174-3FDF-829936AC2144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71DE0F-7C2C-A6E4-C81D-22C0C13F987E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20CC70D-145E-A69C-3C31-629D93136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7CA9C2-D75E-4F1B-7E97-90A094CC1687}"/>
              </a:ext>
            </a:extLst>
          </p:cNvPr>
          <p:cNvGrpSpPr/>
          <p:nvPr/>
        </p:nvGrpSpPr>
        <p:grpSpPr>
          <a:xfrm flipH="1">
            <a:off x="10691120" y="3581865"/>
            <a:ext cx="792000" cy="792000"/>
            <a:chOff x="1147917" y="3581865"/>
            <a:chExt cx="792000" cy="792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502DD82-D796-711D-C72D-72FAECF19D19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4EA77FC3-7BF0-D6B3-E162-7303DDF80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51C53E-0C18-4B5E-3743-7035BD918CDC}"/>
              </a:ext>
            </a:extLst>
          </p:cNvPr>
          <p:cNvGrpSpPr/>
          <p:nvPr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70C7E3-6C53-9E7C-977D-EB05CF5A29F5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01E01226-1E8B-821D-3BC9-99FF14770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8EC8B3-E503-76DB-7158-9DC3CA980A47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AB2410-6479-2833-C63E-35DE5E938F32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5" name="Graphic 34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B2B40A5D-DE6B-8191-B33E-04C937B10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36" name="!!Group 9">
            <a:extLst>
              <a:ext uri="{FF2B5EF4-FFF2-40B4-BE49-F238E27FC236}">
                <a16:creationId xmlns:a16="http://schemas.microsoft.com/office/drawing/2014/main" id="{7A85AA53-2728-D1CA-5C51-E0AD591CA36F}"/>
              </a:ext>
            </a:extLst>
          </p:cNvPr>
          <p:cNvGrpSpPr/>
          <p:nvPr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0D65F37-A39B-5BAC-F339-E2A16C5A918D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8" name="Graphic 37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B7C25D49-7EDD-C911-A8BF-7CEC90C9A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179983C-3DD4-F411-D5D9-AF24A1B0EA7F}"/>
              </a:ext>
            </a:extLst>
          </p:cNvPr>
          <p:cNvSpPr/>
          <p:nvPr/>
        </p:nvSpPr>
        <p:spPr>
          <a:xfrm flipH="1">
            <a:off x="11087120" y="-6473761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40" name="Graphic 39">
            <a:hlinkClick r:id="rId17" action="ppaction://hlinksldjump"/>
            <a:extLst>
              <a:ext uri="{FF2B5EF4-FFF2-40B4-BE49-F238E27FC236}">
                <a16:creationId xmlns:a16="http://schemas.microsoft.com/office/drawing/2014/main" id="{8B87985B-8893-8000-2908-EF3A4DB2E24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358603" y="3685259"/>
            <a:ext cx="576000" cy="576000"/>
          </a:xfrm>
          <a:prstGeom prst="rect">
            <a:avLst/>
          </a:prstGeom>
        </p:spPr>
      </p:pic>
      <p:pic>
        <p:nvPicPr>
          <p:cNvPr id="41" name="Graphic 40">
            <a:hlinkClick r:id="rId20" action="ppaction://hlinksldjump"/>
            <a:extLst>
              <a:ext uri="{FF2B5EF4-FFF2-40B4-BE49-F238E27FC236}">
                <a16:creationId xmlns:a16="http://schemas.microsoft.com/office/drawing/2014/main" id="{53E3BC41-68D2-8AE2-76B2-F8946FC16EF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42" name="Graphic 41">
            <a:hlinkClick r:id="rId23" action="ppaction://hlinksldjump"/>
            <a:extLst>
              <a:ext uri="{FF2B5EF4-FFF2-40B4-BE49-F238E27FC236}">
                <a16:creationId xmlns:a16="http://schemas.microsoft.com/office/drawing/2014/main" id="{E3ABF309-BC80-71A5-1061-5F740A3794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pic>
        <p:nvPicPr>
          <p:cNvPr id="43" name="Graphic 42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92B9A7F8-4BC3-858A-3444-59978F9E8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44" name="Graphic 43" descr="Employee badge">
            <a:hlinkClick r:id="rId23" action="ppaction://hlinksldjump"/>
            <a:extLst>
              <a:ext uri="{FF2B5EF4-FFF2-40B4-BE49-F238E27FC236}">
                <a16:creationId xmlns:a16="http://schemas.microsoft.com/office/drawing/2014/main" id="{AA6B1A68-1D89-A94E-D696-CC6F64DC15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45" name="Graphic 44">
            <a:hlinkClick r:id="rId24" action="ppaction://hlinksldjump"/>
            <a:extLst>
              <a:ext uri="{FF2B5EF4-FFF2-40B4-BE49-F238E27FC236}">
                <a16:creationId xmlns:a16="http://schemas.microsoft.com/office/drawing/2014/main" id="{4EBBBAEE-5D65-6D07-F16D-390A4261366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9F1FF3-CB53-6B4A-2A68-9179155F107B}"/>
              </a:ext>
            </a:extLst>
          </p:cNvPr>
          <p:cNvSpPr txBox="1"/>
          <p:nvPr/>
        </p:nvSpPr>
        <p:spPr>
          <a:xfrm>
            <a:off x="4759682" y="161458"/>
            <a:ext cx="5931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Estedad Black" panose="02000A03000000000000" pitchFamily="2" charset="-78"/>
                <a:ea typeface="+mn-ea"/>
                <a:cs typeface="Estedad Black" panose="02000A03000000000000" pitchFamily="2" charset="-78"/>
              </a:rPr>
              <a:t>سرکوب نشت و پایداری نویز (نتایج ۳)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448EF-5C33-A2A2-7AC8-B2D7894F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182" y="6232317"/>
            <a:ext cx="534763" cy="365125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893058-6FBB-0678-4A6D-9AD503FF938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7743" y="895326"/>
            <a:ext cx="5931437" cy="3612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9B060D-98B3-9ABB-CE0D-B5AA237A0BF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57527" y="919710"/>
            <a:ext cx="4457028" cy="3588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A3D602-0FD2-FD8B-CCA3-EA3DB686ED4B}"/>
              </a:ext>
            </a:extLst>
          </p:cNvPr>
          <p:cNvSpPr txBox="1"/>
          <p:nvPr/>
        </p:nvSpPr>
        <p:spPr>
          <a:xfrm>
            <a:off x="568011" y="4752356"/>
            <a:ext cx="10105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fa-I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مطالعه حذف: </a:t>
            </a: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هدف ضعیف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-25dB</a:t>
            </a: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 </a:t>
            </a: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در صورت حذف پنجره کایزر، زیر سایه کامیون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0dB</a:t>
            </a: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) کاملاً محو می‌شود.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6259AB-DE9A-FAFC-DAF3-1D35831F9418}"/>
              </a:ext>
            </a:extLst>
          </p:cNvPr>
          <p:cNvSpPr txBox="1"/>
          <p:nvPr/>
        </p:nvSpPr>
        <p:spPr>
          <a:xfrm>
            <a:off x="568011" y="5244683"/>
            <a:ext cx="10105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fa-I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پایداری آماری: </a:t>
            </a:r>
            <a:r>
              <a:rPr lang="en-US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۱۰۰</a:t>
            </a:r>
            <a:r>
              <a:rPr lang="fa-IR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 </a:t>
            </a:r>
            <a:r>
              <a:rPr lang="ar-SA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تکرار در سطوح مختلف</a:t>
            </a:r>
            <a:r>
              <a:rPr lang="fa-IR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SNR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habnam" panose="020B0603030804020204" pitchFamily="34" charset="-78"/>
              <a:ea typeface="+mn-ea"/>
              <a:cs typeface="Shabnam" panose="020B0603030804020204" pitchFamily="34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AC68B-76D0-7343-51E8-66BD873EF310}"/>
              </a:ext>
            </a:extLst>
          </p:cNvPr>
          <p:cNvSpPr txBox="1"/>
          <p:nvPr/>
        </p:nvSpPr>
        <p:spPr>
          <a:xfrm>
            <a:off x="575813" y="5735077"/>
            <a:ext cx="10105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fa-I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bnam" panose="020B0603030804020204" pitchFamily="34" charset="-78"/>
                <a:ea typeface="+mn-ea"/>
                <a:cs typeface="Shabnam" panose="020B0603030804020204" pitchFamily="34" charset="-78"/>
              </a:rPr>
              <a:t>نتیجه: </a:t>
            </a:r>
            <a:r>
              <a:rPr lang="fa-IR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سرعت بالاتر باعث هیچ‌گونه افت دقتی نشده و خطای </a:t>
            </a:r>
            <a:r>
              <a:rPr lang="en-US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RMSE </a:t>
            </a:r>
            <a:r>
              <a:rPr lang="fa-IR" altLang="en-US" dirty="0">
                <a:solidFill>
                  <a:prstClr val="black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دقیقاً بر روش کلاسیک منطبق است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habnam" panose="020B0603030804020204" pitchFamily="34" charset="-78"/>
              <a:ea typeface="+mn-ea"/>
              <a:cs typeface="Shabnam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2570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BEDBE1A5-D974-210F-6D41-31F9DD30CA9C}"/>
              </a:ext>
            </a:extLst>
          </p:cNvPr>
          <p:cNvGrpSpPr/>
          <p:nvPr/>
        </p:nvGrpSpPr>
        <p:grpSpPr>
          <a:xfrm flipH="1">
            <a:off x="12357023" y="5808229"/>
            <a:ext cx="792000" cy="792000"/>
            <a:chOff x="1147917" y="5777322"/>
            <a:chExt cx="792000" cy="792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BECB561-23AA-45F7-2604-AFE94CEF8609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6FE1061-82F2-6D94-9B77-87B531BBE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0DB8FA2-B68C-D76F-0BDB-07197A130B9D}"/>
              </a:ext>
            </a:extLst>
          </p:cNvPr>
          <p:cNvGrpSpPr/>
          <p:nvPr/>
        </p:nvGrpSpPr>
        <p:grpSpPr>
          <a:xfrm>
            <a:off x="10742192" y="4676730"/>
            <a:ext cx="792000" cy="792000"/>
            <a:chOff x="12299873" y="4710501"/>
            <a:chExt cx="792000" cy="792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D3A0CA3-C960-B1DA-F452-997C887AAC00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B0A2637C-A9D3-C584-D3C7-611FE04C1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65CD6F-CD1E-E320-257B-F3DA89871309}"/>
              </a:ext>
            </a:extLst>
          </p:cNvPr>
          <p:cNvGrpSpPr/>
          <p:nvPr/>
        </p:nvGrpSpPr>
        <p:grpSpPr>
          <a:xfrm flipH="1">
            <a:off x="12357023" y="3612772"/>
            <a:ext cx="792000" cy="792000"/>
            <a:chOff x="1147917" y="3581865"/>
            <a:chExt cx="792000" cy="792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E2AE45E-5342-929A-C9C4-383583E1648B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C1FB449A-38ED-E6E7-006F-45689875E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BE6697E-961A-8F4B-D744-EADBBA5E4CCF}"/>
              </a:ext>
            </a:extLst>
          </p:cNvPr>
          <p:cNvGrpSpPr/>
          <p:nvPr/>
        </p:nvGrpSpPr>
        <p:grpSpPr>
          <a:xfrm flipH="1">
            <a:off x="12357023" y="2515043"/>
            <a:ext cx="792000" cy="792000"/>
            <a:chOff x="1147917" y="2484136"/>
            <a:chExt cx="792000" cy="792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1E82A2C-1D9A-5806-6951-73F57756ABA5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39787E6E-4E73-9008-213D-FAFA24EAE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968A07F-0BC2-ECBC-0FF9-62C07AEFF1FE}"/>
              </a:ext>
            </a:extLst>
          </p:cNvPr>
          <p:cNvGrpSpPr/>
          <p:nvPr/>
        </p:nvGrpSpPr>
        <p:grpSpPr>
          <a:xfrm>
            <a:off x="12357023" y="1417314"/>
            <a:ext cx="792000" cy="792000"/>
            <a:chOff x="12299873" y="1417314"/>
            <a:chExt cx="792000" cy="7920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35EDA6F-9835-1960-A5E0-E09381244446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3" name="Graphic 52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FE91C8AD-2A8A-DC36-E390-6737B03A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47" name="!!Group 9">
            <a:extLst>
              <a:ext uri="{FF2B5EF4-FFF2-40B4-BE49-F238E27FC236}">
                <a16:creationId xmlns:a16="http://schemas.microsoft.com/office/drawing/2014/main" id="{B4F6049D-C7B4-E5A8-4587-9613C1264ABD}"/>
              </a:ext>
            </a:extLst>
          </p:cNvPr>
          <p:cNvGrpSpPr/>
          <p:nvPr/>
        </p:nvGrpSpPr>
        <p:grpSpPr>
          <a:xfrm>
            <a:off x="12311875" y="288678"/>
            <a:ext cx="792000" cy="792000"/>
            <a:chOff x="10751873" y="319585"/>
            <a:chExt cx="792000" cy="792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F1DEE61-A20D-780D-FC80-B2FD95A6E6E5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9" name="Graphic 48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B65D60C3-22B4-4C10-BA10-1F65F77E9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630C6CA-C3C8-C3EA-5840-E48A81D3DB43}"/>
              </a:ext>
            </a:extLst>
          </p:cNvPr>
          <p:cNvSpPr/>
          <p:nvPr/>
        </p:nvSpPr>
        <p:spPr>
          <a:xfrm flipH="1">
            <a:off x="11138192" y="-5374290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0DFF139-78CE-59E6-25F6-E29187567DD8}"/>
              </a:ext>
            </a:extLst>
          </p:cNvPr>
          <p:cNvGrpSpPr/>
          <p:nvPr/>
        </p:nvGrpSpPr>
        <p:grpSpPr>
          <a:xfrm>
            <a:off x="3706166" y="-468776"/>
            <a:ext cx="3477340" cy="7298517"/>
            <a:chOff x="4357330" y="44975"/>
            <a:chExt cx="3477340" cy="720916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2310C8B-FCFC-A5ED-CD2A-FE530A3DED21}"/>
                </a:ext>
              </a:extLst>
            </p:cNvPr>
            <p:cNvSpPr/>
            <p:nvPr/>
          </p:nvSpPr>
          <p:spPr>
            <a:xfrm>
              <a:off x="5713771" y="2378133"/>
              <a:ext cx="688258" cy="68825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fa-IR" sz="2400" b="1" dirty="0">
                  <a:solidFill>
                    <a:schemeClr val="tx1"/>
                  </a:solidFill>
                  <a:latin typeface="Shabnam" panose="020B0603030804020204" pitchFamily="34" charset="-78"/>
                  <a:cs typeface="B Nazanin" panose="00000400000000000000" pitchFamily="2" charset="-78"/>
                </a:rPr>
                <a:t>01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0154C10-66F2-9BF8-E645-ABA1F2C9E212}"/>
                </a:ext>
              </a:extLst>
            </p:cNvPr>
            <p:cNvCxnSpPr>
              <a:cxnSpLocks/>
              <a:stCxn id="8" idx="4"/>
              <a:endCxn id="12" idx="0"/>
            </p:cNvCxnSpPr>
            <p:nvPr/>
          </p:nvCxnSpPr>
          <p:spPr>
            <a:xfrm>
              <a:off x="6057900" y="3066392"/>
              <a:ext cx="13716" cy="1016949"/>
            </a:xfrm>
            <a:prstGeom prst="lin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D9AB1BD-A008-5B0C-9F35-E38BC8FA8270}"/>
                </a:ext>
              </a:extLst>
            </p:cNvPr>
            <p:cNvSpPr/>
            <p:nvPr/>
          </p:nvSpPr>
          <p:spPr>
            <a:xfrm>
              <a:off x="5739679" y="5908384"/>
              <a:ext cx="688258" cy="68825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fa-IR" sz="2400" b="1" dirty="0">
                  <a:solidFill>
                    <a:schemeClr val="tx1"/>
                  </a:solidFill>
                  <a:latin typeface="Shabnam" panose="020B0603030804020204" pitchFamily="34" charset="-78"/>
                  <a:cs typeface="B Nazanin" panose="00000400000000000000" pitchFamily="2" charset="-78"/>
                </a:rPr>
                <a:t>03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8B9E6D-BC27-A13A-887B-BBB168165D43}"/>
                </a:ext>
              </a:extLst>
            </p:cNvPr>
            <p:cNvSpPr/>
            <p:nvPr/>
          </p:nvSpPr>
          <p:spPr>
            <a:xfrm>
              <a:off x="5727487" y="4083341"/>
              <a:ext cx="688258" cy="6882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fa-IR" sz="2400" b="1" dirty="0">
                  <a:latin typeface="Shabnam" panose="020B0603030804020204" pitchFamily="34" charset="-78"/>
                  <a:cs typeface="B Nazanin" panose="00000400000000000000" pitchFamily="2" charset="-78"/>
                </a:rPr>
                <a:t>02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E8E288C-F9ED-8383-5C8D-6B8108EE7887}"/>
                </a:ext>
              </a:extLst>
            </p:cNvPr>
            <p:cNvCxnSpPr>
              <a:cxnSpLocks/>
              <a:stCxn id="12" idx="4"/>
              <a:endCxn id="10" idx="0"/>
            </p:cNvCxnSpPr>
            <p:nvPr/>
          </p:nvCxnSpPr>
          <p:spPr>
            <a:xfrm>
              <a:off x="6071616" y="4771599"/>
              <a:ext cx="12192" cy="1136785"/>
            </a:xfrm>
            <a:prstGeom prst="lin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01C0744-68EA-381E-EC0B-A1E1C8519E03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057900" y="1459069"/>
              <a:ext cx="0" cy="919065"/>
            </a:xfrm>
            <a:prstGeom prst="lin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97B4B2E-8E43-B943-10CC-1407D6D2AD9E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6083808" y="6596653"/>
              <a:ext cx="0" cy="657484"/>
            </a:xfrm>
            <a:prstGeom prst="lin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5534FF-3C84-4C1B-B2E4-6F5F10E2D5CA}"/>
                </a:ext>
              </a:extLst>
            </p:cNvPr>
            <p:cNvCxnSpPr>
              <a:cxnSpLocks/>
            </p:cNvCxnSpPr>
            <p:nvPr/>
          </p:nvCxnSpPr>
          <p:spPr>
            <a:xfrm>
              <a:off x="6059424" y="44975"/>
              <a:ext cx="0" cy="907517"/>
            </a:xfrm>
            <a:prstGeom prst="lin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4E07238-0EFF-42FC-3059-B35CFE36BAB0}"/>
                </a:ext>
              </a:extLst>
            </p:cNvPr>
            <p:cNvSpPr/>
            <p:nvPr/>
          </p:nvSpPr>
          <p:spPr>
            <a:xfrm>
              <a:off x="4357330" y="892277"/>
              <a:ext cx="3477340" cy="688258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fa-IR" sz="2400" b="1" dirty="0">
                  <a:latin typeface="Shabnam" panose="020B0603030804020204" pitchFamily="34" charset="-78"/>
                  <a:cs typeface="Shabnam" panose="020B0603030804020204" pitchFamily="34" charset="-78"/>
                </a:rPr>
                <a:t>دستاوردهای کلیدی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498DEB8-E8BB-6809-2D85-6AB9BA6FF295}"/>
              </a:ext>
            </a:extLst>
          </p:cNvPr>
          <p:cNvSpPr txBox="1"/>
          <p:nvPr/>
        </p:nvSpPr>
        <p:spPr>
          <a:xfrm>
            <a:off x="489029" y="1730016"/>
            <a:ext cx="4375578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fa-IR" b="1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حل بحران رزولوشن</a:t>
            </a:r>
          </a:p>
          <a:p>
            <a:pPr algn="ctr" rtl="1">
              <a:lnSpc>
                <a:spcPct val="200000"/>
              </a:lnSpc>
            </a:pPr>
            <a:r>
              <a:rPr lang="fa-I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تفکیک موفق فواصلِ زیرِ حد ریلی با کمترین بار محاسباتی.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070D60-0D77-F9D2-76A7-23C5EF7EF3F3}"/>
              </a:ext>
            </a:extLst>
          </p:cNvPr>
          <p:cNvSpPr txBox="1"/>
          <p:nvPr/>
        </p:nvSpPr>
        <p:spPr>
          <a:xfrm>
            <a:off x="860031" y="4794698"/>
            <a:ext cx="4139317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fa-IR" b="1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قابلیت اطمینان</a:t>
            </a:r>
          </a:p>
          <a:p>
            <a:pPr algn="ctr" rtl="1">
              <a:lnSpc>
                <a:spcPct val="200000"/>
              </a:lnSpc>
            </a:pPr>
            <a:r>
              <a:rPr lang="fa-I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حفظ پایداری کاملِ آماری در محیط‌های نویزی و استخراج ایمنِ اهداف در رنج‌های دینامیکیِ بالا.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612F67-F4C9-2156-6B04-47F6E5F2D256}"/>
              </a:ext>
            </a:extLst>
          </p:cNvPr>
          <p:cNvSpPr txBox="1"/>
          <p:nvPr/>
        </p:nvSpPr>
        <p:spPr>
          <a:xfrm>
            <a:off x="6019642" y="3240916"/>
            <a:ext cx="3699625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fa-IR" b="1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کارایی سخت‌افزاری بالا</a:t>
            </a:r>
          </a:p>
          <a:p>
            <a:pPr algn="ctr" rtl="1">
              <a:lnSpc>
                <a:spcPct val="200000"/>
              </a:lnSpc>
            </a:pPr>
            <a:r>
              <a:rPr lang="fa-I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کاهش چشمگیر زمان اجرا (۴۲٪) و جلوگیری کامل از انفجار حافظه با معماری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O(1)</a:t>
            </a:r>
            <a:r>
              <a:rPr lang="fa-I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pic>
        <p:nvPicPr>
          <p:cNvPr id="46" name="Graphic 45">
            <a:hlinkClick r:id="rId17" action="ppaction://hlinksldjump"/>
            <a:extLst>
              <a:ext uri="{FF2B5EF4-FFF2-40B4-BE49-F238E27FC236}">
                <a16:creationId xmlns:a16="http://schemas.microsoft.com/office/drawing/2014/main" id="{F28B8B0B-4FE3-690A-96A5-11745B73AF1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50" name="Graphic 49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60D16B21-FD47-4692-9BA1-85F92569C2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54" name="Graphic 53" descr="Employee badge">
            <a:hlinkClick r:id="rId20" action="ppaction://hlinksldjump"/>
            <a:extLst>
              <a:ext uri="{FF2B5EF4-FFF2-40B4-BE49-F238E27FC236}">
                <a16:creationId xmlns:a16="http://schemas.microsoft.com/office/drawing/2014/main" id="{040104A1-5401-17C5-1813-E964BBDBFA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61" name="Graphic 60">
            <a:hlinkClick r:id="" action="ppaction://noaction"/>
            <a:extLst>
              <a:ext uri="{FF2B5EF4-FFF2-40B4-BE49-F238E27FC236}">
                <a16:creationId xmlns:a16="http://schemas.microsoft.com/office/drawing/2014/main" id="{B5225ECC-165B-84E8-E5BD-12D5B122D60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62" name="Graphic 61">
            <a:hlinkClick r:id="rId23" action="ppaction://hlinksldjump"/>
            <a:extLst>
              <a:ext uri="{FF2B5EF4-FFF2-40B4-BE49-F238E27FC236}">
                <a16:creationId xmlns:a16="http://schemas.microsoft.com/office/drawing/2014/main" id="{27507878-D8DE-4AD1-6D98-A7DBBAB7C5E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B46EEC5-BAFB-63E1-0A1B-A9EE24C2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pic>
        <p:nvPicPr>
          <p:cNvPr id="13" name="Graphic 12" descr="Bullseye">
            <a:extLst>
              <a:ext uri="{FF2B5EF4-FFF2-40B4-BE49-F238E27FC236}">
                <a16:creationId xmlns:a16="http://schemas.microsoft.com/office/drawing/2014/main" id="{F2DF28B4-F033-230C-CC4B-0FDEDD73C7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808591" y="288678"/>
            <a:ext cx="2582685" cy="25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6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5534FF-3C84-4C1B-B2E4-6F5F10E2D5C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444836" y="-719328"/>
            <a:ext cx="0" cy="904185"/>
          </a:xfrm>
          <a:prstGeom prst="line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E07238-0EFF-42FC-3059-B35CFE36BAB0}"/>
              </a:ext>
            </a:extLst>
          </p:cNvPr>
          <p:cNvSpPr/>
          <p:nvPr/>
        </p:nvSpPr>
        <p:spPr>
          <a:xfrm>
            <a:off x="4197928" y="184857"/>
            <a:ext cx="2493816" cy="68825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b="1" dirty="0">
                <a:latin typeface="Shabnam" panose="020B0603030804020204" pitchFamily="34" charset="-78"/>
                <a:cs typeface="Shabnam" panose="020B0603030804020204" pitchFamily="34" charset="-78"/>
              </a:rPr>
              <a:t>دموی شبیه‌سازی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363DB7-B687-B1DF-C265-CF0275752F25}"/>
              </a:ext>
            </a:extLst>
          </p:cNvPr>
          <p:cNvGrpSpPr/>
          <p:nvPr/>
        </p:nvGrpSpPr>
        <p:grpSpPr>
          <a:xfrm flipH="1">
            <a:off x="12357023" y="5808229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33E90F3-C4B8-E741-EB4D-A586808CD880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539551C2-0382-EB24-BD78-8B6D7198D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EAE245A-2355-0D02-9B73-0ED9A7DB3536}"/>
              </a:ext>
            </a:extLst>
          </p:cNvPr>
          <p:cNvGrpSpPr/>
          <p:nvPr/>
        </p:nvGrpSpPr>
        <p:grpSpPr>
          <a:xfrm>
            <a:off x="10742192" y="4676730"/>
            <a:ext cx="792000" cy="792000"/>
            <a:chOff x="12299873" y="4710501"/>
            <a:chExt cx="792000" cy="792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75B529C-BCB2-0AA0-BBA4-86810276ACFD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AFD815F-2AFB-CB3B-6A0C-F7E24DDA1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C0A3199-7AA0-E02D-0C4B-54AB109B285E}"/>
              </a:ext>
            </a:extLst>
          </p:cNvPr>
          <p:cNvGrpSpPr/>
          <p:nvPr/>
        </p:nvGrpSpPr>
        <p:grpSpPr>
          <a:xfrm flipH="1">
            <a:off x="12357023" y="3612772"/>
            <a:ext cx="792000" cy="792000"/>
            <a:chOff x="1147917" y="3581865"/>
            <a:chExt cx="792000" cy="792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9FD3EB3-4334-D58C-1BD9-A7258189925B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1686BB9-4E80-4965-A7AD-D9B2390AE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BC62FE-E7F5-6132-9601-C4665E6BFFD9}"/>
              </a:ext>
            </a:extLst>
          </p:cNvPr>
          <p:cNvGrpSpPr/>
          <p:nvPr/>
        </p:nvGrpSpPr>
        <p:grpSpPr>
          <a:xfrm flipH="1">
            <a:off x="12357023" y="2515043"/>
            <a:ext cx="792000" cy="792000"/>
            <a:chOff x="1147917" y="2484136"/>
            <a:chExt cx="792000" cy="792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652A96F-57A2-79CA-3BF8-D096666EE982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9CFAA260-E968-3A5C-EB38-2D5421701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9FF503-F864-BC58-D528-96F2F749F0D3}"/>
              </a:ext>
            </a:extLst>
          </p:cNvPr>
          <p:cNvGrpSpPr/>
          <p:nvPr/>
        </p:nvGrpSpPr>
        <p:grpSpPr>
          <a:xfrm>
            <a:off x="12357023" y="1417314"/>
            <a:ext cx="792000" cy="792000"/>
            <a:chOff x="12299873" y="1417314"/>
            <a:chExt cx="792000" cy="792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436BF33-7ED5-D601-244A-43B4800CB7CF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18" name="Graphic 17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4980B306-BEE1-2A9D-1D30-5D3C792AA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19" name="!!Group 9">
            <a:extLst>
              <a:ext uri="{FF2B5EF4-FFF2-40B4-BE49-F238E27FC236}">
                <a16:creationId xmlns:a16="http://schemas.microsoft.com/office/drawing/2014/main" id="{082FEF38-7D8A-3A70-40C3-28AD09E285C0}"/>
              </a:ext>
            </a:extLst>
          </p:cNvPr>
          <p:cNvGrpSpPr/>
          <p:nvPr/>
        </p:nvGrpSpPr>
        <p:grpSpPr>
          <a:xfrm>
            <a:off x="12311875" y="288678"/>
            <a:ext cx="792000" cy="792000"/>
            <a:chOff x="10751873" y="319585"/>
            <a:chExt cx="792000" cy="792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2E33A3-D8E5-6191-AA72-476DB3DB61BC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21" name="Graphic 20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686CB199-4F1C-96BF-EFFA-DF87D1A7F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45F7959-4DD1-E3D8-21C9-E9BE547EAD50}"/>
              </a:ext>
            </a:extLst>
          </p:cNvPr>
          <p:cNvSpPr/>
          <p:nvPr/>
        </p:nvSpPr>
        <p:spPr>
          <a:xfrm flipH="1">
            <a:off x="11138192" y="-5374290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23" name="Graphic 22">
            <a:hlinkClick r:id="rId17" action="ppaction://hlinksldjump"/>
            <a:extLst>
              <a:ext uri="{FF2B5EF4-FFF2-40B4-BE49-F238E27FC236}">
                <a16:creationId xmlns:a16="http://schemas.microsoft.com/office/drawing/2014/main" id="{5D46CE4B-F490-07EB-C3FF-EE4BD13780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1457456" y="5915108"/>
            <a:ext cx="576000" cy="576000"/>
          </a:xfrm>
          <a:prstGeom prst="rect">
            <a:avLst/>
          </a:prstGeom>
        </p:spPr>
      </p:pic>
      <p:pic>
        <p:nvPicPr>
          <p:cNvPr id="24" name="Graphic 23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1B4ED7A6-D148-DEDC-B065-8D240471DE7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25" name="Graphic 24" descr="Employee badge">
            <a:hlinkClick r:id="rId20" action="ppaction://hlinksldjump"/>
            <a:extLst>
              <a:ext uri="{FF2B5EF4-FFF2-40B4-BE49-F238E27FC236}">
                <a16:creationId xmlns:a16="http://schemas.microsoft.com/office/drawing/2014/main" id="{BF32CD53-25D7-AB13-3D0C-DC08CF1371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27" name="Graphic 26">
            <a:hlinkClick r:id="" action="ppaction://noaction"/>
            <a:extLst>
              <a:ext uri="{FF2B5EF4-FFF2-40B4-BE49-F238E27FC236}">
                <a16:creationId xmlns:a16="http://schemas.microsoft.com/office/drawing/2014/main" id="{5D7C1231-1455-1F4C-A330-5C4F14D1B17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28" name="Graphic 27">
            <a:hlinkClick r:id="rId23" action="ppaction://hlinksldjump"/>
            <a:extLst>
              <a:ext uri="{FF2B5EF4-FFF2-40B4-BE49-F238E27FC236}">
                <a16:creationId xmlns:a16="http://schemas.microsoft.com/office/drawing/2014/main" id="{274C6D0E-786A-CFD1-7062-6E1CCCA3692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2B080CA-C855-C24E-0C60-6274D5AD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40714A4-6765-E15F-FEAE-D13B242A63A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7191" y="970951"/>
            <a:ext cx="9494147" cy="507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5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8A0194-054B-0237-625F-0C8CA01ADEAC}"/>
              </a:ext>
            </a:extLst>
          </p:cNvPr>
          <p:cNvGrpSpPr/>
          <p:nvPr/>
        </p:nvGrpSpPr>
        <p:grpSpPr>
          <a:xfrm flipH="1">
            <a:off x="10651759" y="5748293"/>
            <a:ext cx="792000" cy="792000"/>
            <a:chOff x="1147917" y="5777322"/>
            <a:chExt cx="792000" cy="792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37A541F-3A8E-30E9-4C0C-9375E50B277D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E1FDA96-CE77-B3D5-5C02-99A630FC2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7C548C-CEC3-1E7A-2072-DD1EDD6E97A6}"/>
              </a:ext>
            </a:extLst>
          </p:cNvPr>
          <p:cNvGrpSpPr/>
          <p:nvPr/>
        </p:nvGrpSpPr>
        <p:grpSpPr>
          <a:xfrm>
            <a:off x="12299873" y="4710501"/>
            <a:ext cx="792000" cy="792000"/>
            <a:chOff x="12299873" y="4710501"/>
            <a:chExt cx="792000" cy="792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CCCC51D-BD42-7144-E088-C941AF0F4619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97849C8E-1373-71B6-D1D3-5446F82A2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F505F00-41C6-C3ED-5113-0F62BA476300}"/>
              </a:ext>
            </a:extLst>
          </p:cNvPr>
          <p:cNvGrpSpPr/>
          <p:nvPr/>
        </p:nvGrpSpPr>
        <p:grpSpPr>
          <a:xfrm flipH="1">
            <a:off x="12299873" y="3612772"/>
            <a:ext cx="792000" cy="792000"/>
            <a:chOff x="1147917" y="3581865"/>
            <a:chExt cx="792000" cy="792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BD6189F-6BCD-F0BC-43D4-22C53625C9F9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05805A95-8D2C-4905-1A17-94774FAA1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8AD0E52-F657-D5BA-55D9-7D91FCA40375}"/>
              </a:ext>
            </a:extLst>
          </p:cNvPr>
          <p:cNvGrpSpPr/>
          <p:nvPr/>
        </p:nvGrpSpPr>
        <p:grpSpPr>
          <a:xfrm flipH="1">
            <a:off x="12299873" y="2515043"/>
            <a:ext cx="792000" cy="792000"/>
            <a:chOff x="1147917" y="2484136"/>
            <a:chExt cx="792000" cy="792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D9F5DFD-28C8-37FD-F9A6-A3E1D0B7872D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02F37E4A-D9D0-6498-1C6B-197E38934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7DD7EAB-D949-8C3F-4F5A-3EECC6952752}"/>
              </a:ext>
            </a:extLst>
          </p:cNvPr>
          <p:cNvGrpSpPr/>
          <p:nvPr/>
        </p:nvGrpSpPr>
        <p:grpSpPr>
          <a:xfrm>
            <a:off x="12299873" y="1417314"/>
            <a:ext cx="792000" cy="792000"/>
            <a:chOff x="12299873" y="1417314"/>
            <a:chExt cx="792000" cy="792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543CEA1-6582-F53A-1DEF-74A39597EE65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3" name="Graphic 42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CA000078-3FE5-A66F-9462-E79112F41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36" name="!!Group 9">
            <a:extLst>
              <a:ext uri="{FF2B5EF4-FFF2-40B4-BE49-F238E27FC236}">
                <a16:creationId xmlns:a16="http://schemas.microsoft.com/office/drawing/2014/main" id="{BAE8FBC5-7C6B-D036-FE57-BE2FB297F0B1}"/>
              </a:ext>
            </a:extLst>
          </p:cNvPr>
          <p:cNvGrpSpPr/>
          <p:nvPr/>
        </p:nvGrpSpPr>
        <p:grpSpPr>
          <a:xfrm>
            <a:off x="12254725" y="288678"/>
            <a:ext cx="792000" cy="792000"/>
            <a:chOff x="10751873" y="319585"/>
            <a:chExt cx="792000" cy="792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CA3AC3C-A9B2-58BF-1C33-13C83B63EC77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8" name="Graphic 37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4E11A63F-A119-7710-296A-16D27C644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9D0994A-7C91-AC9F-D497-5A862BDE663F}"/>
              </a:ext>
            </a:extLst>
          </p:cNvPr>
          <p:cNvSpPr/>
          <p:nvPr/>
        </p:nvSpPr>
        <p:spPr>
          <a:xfrm flipH="1">
            <a:off x="11047759" y="-4303848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5C8C7-DF3E-39AE-CC21-F2542623A410}"/>
              </a:ext>
            </a:extLst>
          </p:cNvPr>
          <p:cNvSpPr txBox="1"/>
          <p:nvPr/>
        </p:nvSpPr>
        <p:spPr>
          <a:xfrm>
            <a:off x="6242350" y="351518"/>
            <a:ext cx="449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Estedad Black" panose="02000A03000000000000" pitchFamily="2" charset="-78"/>
                <a:ea typeface="+mn-ea"/>
                <a:cs typeface="Estedad Black" panose="02000A03000000000000" pitchFamily="2" charset="-78"/>
              </a:rPr>
              <a:t>منابع و مراجع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stedad Black" panose="02000A03000000000000" pitchFamily="2" charset="-78"/>
              <a:ea typeface="+mn-ea"/>
              <a:cs typeface="Estedad Black" panose="02000A03000000000000" pitchFamily="2" charset="-78"/>
            </a:endParaRPr>
          </a:p>
        </p:txBody>
      </p:sp>
      <p:pic>
        <p:nvPicPr>
          <p:cNvPr id="27" name="Graphic 26">
            <a:hlinkClick r:id="rId11" action="ppaction://hlinksldjump"/>
            <a:extLst>
              <a:ext uri="{FF2B5EF4-FFF2-40B4-BE49-F238E27FC236}">
                <a16:creationId xmlns:a16="http://schemas.microsoft.com/office/drawing/2014/main" id="{25565E2E-8D63-33CB-AEFB-1FCCCE5270A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357342" y="5855172"/>
            <a:ext cx="576000" cy="576000"/>
          </a:xfrm>
          <a:prstGeom prst="rect">
            <a:avLst/>
          </a:prstGeom>
        </p:spPr>
      </p:pic>
      <p:pic>
        <p:nvPicPr>
          <p:cNvPr id="39" name="Graphic 38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8749BD19-2637-78DF-BDED-D221F95650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0167" y="406218"/>
            <a:ext cx="576000" cy="576000"/>
          </a:xfrm>
          <a:prstGeom prst="rect">
            <a:avLst/>
          </a:prstGeom>
        </p:spPr>
      </p:pic>
      <p:pic>
        <p:nvPicPr>
          <p:cNvPr id="44" name="Graphic 43" descr="Employee badge">
            <a:hlinkClick r:id="rId19" action="ppaction://hlinksldjump"/>
            <a:extLst>
              <a:ext uri="{FF2B5EF4-FFF2-40B4-BE49-F238E27FC236}">
                <a16:creationId xmlns:a16="http://schemas.microsoft.com/office/drawing/2014/main" id="{A974C0C1-5ADD-783B-10A6-AB38644080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86522" y="1462673"/>
            <a:ext cx="623289" cy="623289"/>
          </a:xfrm>
          <a:prstGeom prst="rect">
            <a:avLst/>
          </a:prstGeom>
        </p:spPr>
      </p:pic>
      <p:pic>
        <p:nvPicPr>
          <p:cNvPr id="52" name="Graphic 51">
            <a:hlinkClick r:id="" action="ppaction://noaction"/>
            <a:extLst>
              <a:ext uri="{FF2B5EF4-FFF2-40B4-BE49-F238E27FC236}">
                <a16:creationId xmlns:a16="http://schemas.microsoft.com/office/drawing/2014/main" id="{D2EEA329-88D2-50B5-D493-91380A82A7B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1457456" y="3716166"/>
            <a:ext cx="576000" cy="576000"/>
          </a:xfrm>
          <a:prstGeom prst="rect">
            <a:avLst/>
          </a:prstGeom>
        </p:spPr>
      </p:pic>
      <p:pic>
        <p:nvPicPr>
          <p:cNvPr id="53" name="Graphic 52">
            <a:hlinkClick r:id="rId22" action="ppaction://hlinksldjump"/>
            <a:extLst>
              <a:ext uri="{FF2B5EF4-FFF2-40B4-BE49-F238E27FC236}">
                <a16:creationId xmlns:a16="http://schemas.microsoft.com/office/drawing/2014/main" id="{EA7C43F3-83CA-659A-6BC2-E1F7A5455D5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11457456" y="2616695"/>
            <a:ext cx="576000" cy="576000"/>
          </a:xfrm>
          <a:prstGeom prst="rect">
            <a:avLst/>
          </a:prstGeom>
        </p:spPr>
      </p:pic>
      <p:pic>
        <p:nvPicPr>
          <p:cNvPr id="58" name="Graphic 57">
            <a:hlinkClick r:id="rId19" action="ppaction://hlinksldjump"/>
            <a:extLst>
              <a:ext uri="{FF2B5EF4-FFF2-40B4-BE49-F238E27FC236}">
                <a16:creationId xmlns:a16="http://schemas.microsoft.com/office/drawing/2014/main" id="{4C887345-9467-C4AA-E2D3-18DB71BE1A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435873" y="4811389"/>
            <a:ext cx="576000" cy="576000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3BC58AE-4344-C11D-1320-0F451C4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262" y="6248942"/>
            <a:ext cx="534763" cy="365125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B Nazani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66FA9-EC0B-A21B-4013-3D34BD5FD46F}"/>
              </a:ext>
            </a:extLst>
          </p:cNvPr>
          <p:cNvSpPr txBox="1"/>
          <p:nvPr/>
        </p:nvSpPr>
        <p:spPr>
          <a:xfrm>
            <a:off x="748241" y="1227503"/>
            <a:ext cx="952132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[1] 	J. Heo, Y. Jung, S. Lee, and Y. Jung, "FPGA Implementation of an Efficient FFT Processor for FMCW Radar Signal Processing," Sensors, vol. 21, no. 19, p. 6443, 2021.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[2] 	X. Li, Y. He, W. Zhu, W. Qu, Y. Li, C. Li, and B. Zhu, "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Split_Composite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: A Radar Target Recognition Method on FFT Convolution Acceleration," Sensors, vol. 24, no. 14, p. 4476, 2024.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[3] 	A. García-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Devesa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, M. A.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Báez-Chorro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, and B. Vidal, "Comparison of computing efficiency among FFT, CZT and Zoom FFT in THz-TDS,"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arXiv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preprint arXiv:2108.03948, 2021.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[4] 	Y. Xie, M. Huang, Y. Zhang, T. Duan, and C. Wang, "Two-Stage Fast DOA Estimation Based on Directional Antennas in Conformal Uniform Circular Array," Sensors, vol. 21, no. 1, p. 276, 2021.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[5] 	B.-s. Kim, Y. Jin, J. Lee, and S. Kim, "High-Efficiency Super-Resolution FMCW Radar Algorithm Based on FFT Estimation," Sensors, vol. 21, no. 12, p. 4018, 2021.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[6] 	H. Nan, X. Ma, Y. Han, and W. Sheng, "A Computationally Efficient MUSIC Algorithm with an Enhanced DOA Estimation Performance for a Crossed-Dipole Array," Sensors, vol. 25, no. 11, p. 3469, 2025.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[7] 	Z. Xu, S. Qi, and P. Zhang, "A Coherent CZT-Based Algorithm for High-Accuracy Ranging With FMCW Radar," IEEE Transactions on Instrumentation and Measurement, vol. 72, pp. 1-11, 2023.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[8] 	K. Wang, L. Wang, B. Yan, and H. Wen, "Efficient Frequency Estimation Algorithm Based on Chirp-Z Transform," IEEE Transactions on Signal Processing, vol. 70, pp. 5724-5736, 2022.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[9] 	M. Ning, H. Zhong, J. Tang, H. Wu, J. Zhang, P. Zhang, and M. Ma, "A Novel Chirp-Z Transform Algorithm for Multi-Receiver Synthetic Aperture Sonar Based on Range Frequency Division," Remote Sensing, vol. 16, no. 17, p. 3265, 2024.</a:t>
            </a:r>
          </a:p>
        </p:txBody>
      </p:sp>
    </p:spTree>
    <p:extLst>
      <p:ext uri="{BB962C8B-B14F-4D97-AF65-F5344CB8AC3E}">
        <p14:creationId xmlns:p14="http://schemas.microsoft.com/office/powerpoint/2010/main" val="29730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974D633-DF04-F474-4607-6EB80EA9B6CA}"/>
              </a:ext>
            </a:extLst>
          </p:cNvPr>
          <p:cNvSpPr/>
          <p:nvPr/>
        </p:nvSpPr>
        <p:spPr>
          <a:xfrm>
            <a:off x="1974778" y="311632"/>
            <a:ext cx="8358187" cy="2299334"/>
          </a:xfrm>
          <a:custGeom>
            <a:avLst/>
            <a:gdLst>
              <a:gd name="connsiteX0" fmla="*/ 7207568 w 8358187"/>
              <a:gd name="connsiteY0" fmla="*/ 2299335 h 2299334"/>
              <a:gd name="connsiteX1" fmla="*/ 1149668 w 8358187"/>
              <a:gd name="connsiteY1" fmla="*/ 2299335 h 2299334"/>
              <a:gd name="connsiteX2" fmla="*/ 0 w 8358187"/>
              <a:gd name="connsiteY2" fmla="*/ 1149668 h 2299334"/>
              <a:gd name="connsiteX3" fmla="*/ 0 w 8358187"/>
              <a:gd name="connsiteY3" fmla="*/ 1149668 h 2299334"/>
              <a:gd name="connsiteX4" fmla="*/ 1149668 w 8358187"/>
              <a:gd name="connsiteY4" fmla="*/ 0 h 2299334"/>
              <a:gd name="connsiteX5" fmla="*/ 7208520 w 8358187"/>
              <a:gd name="connsiteY5" fmla="*/ 0 h 2299334"/>
              <a:gd name="connsiteX6" fmla="*/ 8358188 w 8358187"/>
              <a:gd name="connsiteY6" fmla="*/ 1149668 h 2299334"/>
              <a:gd name="connsiteX7" fmla="*/ 8358188 w 8358187"/>
              <a:gd name="connsiteY7" fmla="*/ 1149668 h 2299334"/>
              <a:gd name="connsiteX8" fmla="*/ 7207568 w 8358187"/>
              <a:gd name="connsiteY8" fmla="*/ 2299335 h 2299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58187" h="2299334">
                <a:moveTo>
                  <a:pt x="7207568" y="2299335"/>
                </a:moveTo>
                <a:lnTo>
                  <a:pt x="1149668" y="2299335"/>
                </a:lnTo>
                <a:cubicBezTo>
                  <a:pt x="514350" y="2299335"/>
                  <a:pt x="0" y="1784032"/>
                  <a:pt x="0" y="1149668"/>
                </a:cubicBezTo>
                <a:lnTo>
                  <a:pt x="0" y="1149668"/>
                </a:lnTo>
                <a:cubicBezTo>
                  <a:pt x="0" y="514350"/>
                  <a:pt x="514350" y="0"/>
                  <a:pt x="1149668" y="0"/>
                </a:cubicBezTo>
                <a:lnTo>
                  <a:pt x="7208520" y="0"/>
                </a:lnTo>
                <a:cubicBezTo>
                  <a:pt x="7843838" y="0"/>
                  <a:pt x="8358188" y="514350"/>
                  <a:pt x="8358188" y="1149668"/>
                </a:cubicBezTo>
                <a:lnTo>
                  <a:pt x="8358188" y="1149668"/>
                </a:lnTo>
                <a:cubicBezTo>
                  <a:pt x="8357235" y="1784032"/>
                  <a:pt x="7842885" y="2299335"/>
                  <a:pt x="7207568" y="2299335"/>
                </a:cubicBezTo>
                <a:close/>
              </a:path>
            </a:pathLst>
          </a:custGeom>
          <a:solidFill>
            <a:schemeClr val="accent1"/>
          </a:solidFill>
          <a:ln w="9525" cap="flat">
            <a:solidFill>
              <a:schemeClr val="accent1"/>
            </a:solidFill>
            <a:prstDash val="solid"/>
            <a:miter/>
          </a:ln>
        </p:spPr>
        <p:txBody>
          <a:bodyPr rtlCol="1" anchor="ctr"/>
          <a:lstStyle/>
          <a:p>
            <a:pPr algn="ctr" rtl="1"/>
            <a:endParaRPr lang="en-US" sz="28700" dirty="0">
              <a:solidFill>
                <a:schemeClr val="bg1"/>
              </a:solidFill>
              <a:latin typeface="Shabnam" panose="020B0603030804020204" pitchFamily="34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6ABB51-82C5-D299-FA2D-A7BFA7CE2014}"/>
              </a:ext>
            </a:extLst>
          </p:cNvPr>
          <p:cNvSpPr/>
          <p:nvPr/>
        </p:nvSpPr>
        <p:spPr>
          <a:xfrm>
            <a:off x="2783610" y="801283"/>
            <a:ext cx="6667500" cy="10233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ctr" rtl="1">
              <a:lnSpc>
                <a:spcPct val="150000"/>
              </a:lnSpc>
            </a:pPr>
            <a:r>
              <a:rPr lang="fa-IR" sz="44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با تشکر از توجه شما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3D1036-C516-09CD-55F6-32F32A96ACFD}"/>
              </a:ext>
            </a:extLst>
          </p:cNvPr>
          <p:cNvGrpSpPr/>
          <p:nvPr/>
        </p:nvGrpSpPr>
        <p:grpSpPr>
          <a:xfrm flipH="1">
            <a:off x="13394960" y="5748293"/>
            <a:ext cx="792000" cy="792000"/>
            <a:chOff x="1147917" y="5777322"/>
            <a:chExt cx="792000" cy="792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C0C8F8B-DC7C-8593-3007-0FFEA09C4896}"/>
                </a:ext>
              </a:extLst>
            </p:cNvPr>
            <p:cNvSpPr/>
            <p:nvPr/>
          </p:nvSpPr>
          <p:spPr>
            <a:xfrm>
              <a:off x="1147917" y="5777322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127CE398-61FA-4AFD-CB2C-C4C5916B7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5904" y="5920201"/>
              <a:ext cx="540000" cy="5400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3FC751-72EF-E56A-841D-148E76EA1568}"/>
              </a:ext>
            </a:extLst>
          </p:cNvPr>
          <p:cNvGrpSpPr/>
          <p:nvPr/>
        </p:nvGrpSpPr>
        <p:grpSpPr>
          <a:xfrm>
            <a:off x="15043074" y="4710501"/>
            <a:ext cx="792000" cy="792000"/>
            <a:chOff x="12299873" y="4710501"/>
            <a:chExt cx="792000" cy="79200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FA84CA9-C0D7-2A09-65F2-6BBB62487EDB}"/>
                </a:ext>
              </a:extLst>
            </p:cNvPr>
            <p:cNvSpPr/>
            <p:nvPr/>
          </p:nvSpPr>
          <p:spPr>
            <a:xfrm flipH="1">
              <a:off x="12299873" y="4710501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E51F61F1-644C-B78C-C2A4-65CAB263C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2425873" y="4815637"/>
              <a:ext cx="540000" cy="5400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A2D65E-2C5C-6B67-DCA9-E02306C14E1A}"/>
              </a:ext>
            </a:extLst>
          </p:cNvPr>
          <p:cNvGrpSpPr/>
          <p:nvPr/>
        </p:nvGrpSpPr>
        <p:grpSpPr>
          <a:xfrm flipH="1">
            <a:off x="15043074" y="3612772"/>
            <a:ext cx="792000" cy="792000"/>
            <a:chOff x="1147917" y="3581865"/>
            <a:chExt cx="792000" cy="7920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8457541-9800-5BBD-7FF9-7B6C895957D0}"/>
                </a:ext>
              </a:extLst>
            </p:cNvPr>
            <p:cNvSpPr/>
            <p:nvPr/>
          </p:nvSpPr>
          <p:spPr>
            <a:xfrm>
              <a:off x="1147917" y="358186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9B707F59-2399-AE3D-51C6-185652B72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5904" y="3721259"/>
              <a:ext cx="540000" cy="5400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DEB81B-F4A1-0388-1DA9-EFC10D0DC4FC}"/>
              </a:ext>
            </a:extLst>
          </p:cNvPr>
          <p:cNvGrpSpPr/>
          <p:nvPr/>
        </p:nvGrpSpPr>
        <p:grpSpPr>
          <a:xfrm flipH="1">
            <a:off x="15043074" y="2515043"/>
            <a:ext cx="792000" cy="792000"/>
            <a:chOff x="1147917" y="2484136"/>
            <a:chExt cx="792000" cy="792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A23249-A580-2B7B-3126-B8E6F86363CD}"/>
                </a:ext>
              </a:extLst>
            </p:cNvPr>
            <p:cNvSpPr/>
            <p:nvPr/>
          </p:nvSpPr>
          <p:spPr>
            <a:xfrm>
              <a:off x="1147917" y="2484136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7E016766-EF26-FC84-2696-2B561EE7E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5904" y="2621788"/>
              <a:ext cx="540000" cy="5400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8AB3AB5-9C7D-C10C-812E-656DDE16F4FC}"/>
              </a:ext>
            </a:extLst>
          </p:cNvPr>
          <p:cNvGrpSpPr/>
          <p:nvPr/>
        </p:nvGrpSpPr>
        <p:grpSpPr>
          <a:xfrm>
            <a:off x="15043074" y="1417314"/>
            <a:ext cx="792000" cy="792000"/>
            <a:chOff x="12299873" y="1417314"/>
            <a:chExt cx="792000" cy="7920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4A218C1-D648-129D-A78A-B08DEB4F33EB}"/>
                </a:ext>
              </a:extLst>
            </p:cNvPr>
            <p:cNvSpPr/>
            <p:nvPr/>
          </p:nvSpPr>
          <p:spPr>
            <a:xfrm flipH="1">
              <a:off x="12299873" y="1417314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3" name="Graphic 42" descr="Employee badge">
              <a:hlinkClick r:id="rId11" action="ppaction://hlinksldjump"/>
              <a:extLst>
                <a:ext uri="{FF2B5EF4-FFF2-40B4-BE49-F238E27FC236}">
                  <a16:creationId xmlns:a16="http://schemas.microsoft.com/office/drawing/2014/main" id="{B1FDA784-BBB8-6D4A-6210-6EEE079D2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09189" y="1502363"/>
              <a:ext cx="573368" cy="573368"/>
            </a:xfrm>
            <a:prstGeom prst="rect">
              <a:avLst/>
            </a:prstGeom>
          </p:spPr>
        </p:pic>
      </p:grpSp>
      <p:grpSp>
        <p:nvGrpSpPr>
          <p:cNvPr id="44" name="!!Group 9">
            <a:extLst>
              <a:ext uri="{FF2B5EF4-FFF2-40B4-BE49-F238E27FC236}">
                <a16:creationId xmlns:a16="http://schemas.microsoft.com/office/drawing/2014/main" id="{AA2187C7-D9A5-A116-29EE-25BE0CB63E6A}"/>
              </a:ext>
            </a:extLst>
          </p:cNvPr>
          <p:cNvGrpSpPr/>
          <p:nvPr/>
        </p:nvGrpSpPr>
        <p:grpSpPr>
          <a:xfrm>
            <a:off x="14997926" y="288678"/>
            <a:ext cx="792000" cy="792000"/>
            <a:chOff x="10751873" y="319585"/>
            <a:chExt cx="792000" cy="792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D870CE4-C363-32FE-FC45-B3FC280DF6A6}"/>
                </a:ext>
              </a:extLst>
            </p:cNvPr>
            <p:cNvSpPr/>
            <p:nvPr/>
          </p:nvSpPr>
          <p:spPr>
            <a:xfrm flipH="1">
              <a:off x="10751873" y="319585"/>
              <a:ext cx="792000" cy="79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pic>
          <p:nvPicPr>
            <p:cNvPr id="46" name="Graphic 45" descr="Open book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F19B93-422A-6A54-82D0-8AB7E3C99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74292" y="445523"/>
              <a:ext cx="548230" cy="548230"/>
            </a:xfrm>
            <a:prstGeom prst="rect">
              <a:avLst/>
            </a:prstGeom>
          </p:spPr>
        </p:pic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C7E2636-998C-5307-FD62-E38168924179}"/>
              </a:ext>
            </a:extLst>
          </p:cNvPr>
          <p:cNvSpPr/>
          <p:nvPr/>
        </p:nvSpPr>
        <p:spPr>
          <a:xfrm flipH="1">
            <a:off x="13790960" y="-4303848"/>
            <a:ext cx="1152000" cy="20894040"/>
          </a:xfrm>
          <a:custGeom>
            <a:avLst/>
            <a:gdLst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540001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1811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  <a:gd name="connsiteX0" fmla="*/ 1152000 w 1152000"/>
              <a:gd name="connsiteY0" fmla="*/ 0 h 20894040"/>
              <a:gd name="connsiteX1" fmla="*/ 1152000 w 1152000"/>
              <a:gd name="connsiteY1" fmla="*/ 9700071 h 20894040"/>
              <a:gd name="connsiteX2" fmla="*/ 645686 w 1152000"/>
              <a:gd name="connsiteY2" fmla="*/ 10447020 h 20894040"/>
              <a:gd name="connsiteX3" fmla="*/ 1152000 w 1152000"/>
              <a:gd name="connsiteY3" fmla="*/ 11193968 h 20894040"/>
              <a:gd name="connsiteX4" fmla="*/ 1152000 w 1152000"/>
              <a:gd name="connsiteY4" fmla="*/ 20894040 h 20894040"/>
              <a:gd name="connsiteX5" fmla="*/ 0 w 1152000"/>
              <a:gd name="connsiteY5" fmla="*/ 20894040 h 20894040"/>
              <a:gd name="connsiteX6" fmla="*/ 0 w 1152000"/>
              <a:gd name="connsiteY6" fmla="*/ 0 h 20894040"/>
              <a:gd name="connsiteX7" fmla="*/ 1152000 w 1152000"/>
              <a:gd name="connsiteY7" fmla="*/ 0 h 2089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000" h="20894040">
                <a:moveTo>
                  <a:pt x="1152000" y="0"/>
                </a:moveTo>
                <a:lnTo>
                  <a:pt x="1152000" y="9700071"/>
                </a:lnTo>
                <a:cubicBezTo>
                  <a:pt x="1150179" y="10054739"/>
                  <a:pt x="643865" y="9954503"/>
                  <a:pt x="645686" y="10447020"/>
                </a:cubicBezTo>
                <a:cubicBezTo>
                  <a:pt x="647507" y="10939537"/>
                  <a:pt x="1150179" y="10843895"/>
                  <a:pt x="1152000" y="11193968"/>
                </a:cubicBezTo>
                <a:lnTo>
                  <a:pt x="1152000" y="20894040"/>
                </a:lnTo>
                <a:lnTo>
                  <a:pt x="0" y="20894040"/>
                </a:lnTo>
                <a:lnTo>
                  <a:pt x="0" y="0"/>
                </a:lnTo>
                <a:lnTo>
                  <a:pt x="1152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/>
          </a:p>
        </p:txBody>
      </p:sp>
      <p:pic>
        <p:nvPicPr>
          <p:cNvPr id="48" name="Graphic 47">
            <a:hlinkClick r:id="rId11" action="ppaction://hlinksldjump"/>
            <a:extLst>
              <a:ext uri="{FF2B5EF4-FFF2-40B4-BE49-F238E27FC236}">
                <a16:creationId xmlns:a16="http://schemas.microsoft.com/office/drawing/2014/main" id="{EB37C332-265D-C293-4D8F-0E672A633D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4100543" y="5855172"/>
            <a:ext cx="576000" cy="576000"/>
          </a:xfrm>
          <a:prstGeom prst="rect">
            <a:avLst/>
          </a:prstGeom>
        </p:spPr>
      </p:pic>
      <p:pic>
        <p:nvPicPr>
          <p:cNvPr id="49" name="Graphic 48" descr="Open book">
            <a:hlinkClick r:id="rId14" action="ppaction://hlinksldjump"/>
            <a:extLst>
              <a:ext uri="{FF2B5EF4-FFF2-40B4-BE49-F238E27FC236}">
                <a16:creationId xmlns:a16="http://schemas.microsoft.com/office/drawing/2014/main" id="{6EEC3DF3-73C5-1FC3-5B2C-670BCEC073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153368" y="406218"/>
            <a:ext cx="576000" cy="576000"/>
          </a:xfrm>
          <a:prstGeom prst="rect">
            <a:avLst/>
          </a:prstGeom>
        </p:spPr>
      </p:pic>
      <p:pic>
        <p:nvPicPr>
          <p:cNvPr id="50" name="Graphic 49" descr="Employee badge">
            <a:hlinkClick r:id="rId19" action="ppaction://hlinksldjump"/>
            <a:extLst>
              <a:ext uri="{FF2B5EF4-FFF2-40B4-BE49-F238E27FC236}">
                <a16:creationId xmlns:a16="http://schemas.microsoft.com/office/drawing/2014/main" id="{FF64830E-40F4-FAAF-741B-980B330417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129723" y="1462673"/>
            <a:ext cx="623289" cy="623289"/>
          </a:xfrm>
          <a:prstGeom prst="rect">
            <a:avLst/>
          </a:prstGeom>
        </p:spPr>
      </p:pic>
      <p:pic>
        <p:nvPicPr>
          <p:cNvPr id="51" name="Graphic 50">
            <a:hlinkClick r:id="" action="ppaction://noaction"/>
            <a:extLst>
              <a:ext uri="{FF2B5EF4-FFF2-40B4-BE49-F238E27FC236}">
                <a16:creationId xmlns:a16="http://schemas.microsoft.com/office/drawing/2014/main" id="{8768AA93-1C13-CAC4-A3F1-DFE6F61FAB9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4200657" y="3716166"/>
            <a:ext cx="576000" cy="576000"/>
          </a:xfrm>
          <a:prstGeom prst="rect">
            <a:avLst/>
          </a:prstGeom>
        </p:spPr>
      </p:pic>
      <p:pic>
        <p:nvPicPr>
          <p:cNvPr id="52" name="Graphic 51">
            <a:hlinkClick r:id="rId22" action="ppaction://hlinksldjump"/>
            <a:extLst>
              <a:ext uri="{FF2B5EF4-FFF2-40B4-BE49-F238E27FC236}">
                <a16:creationId xmlns:a16="http://schemas.microsoft.com/office/drawing/2014/main" id="{5C31C039-BEB9-0506-672F-AAF8ADE9DB5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14200657" y="2616695"/>
            <a:ext cx="576000" cy="576000"/>
          </a:xfrm>
          <a:prstGeom prst="rect">
            <a:avLst/>
          </a:prstGeom>
        </p:spPr>
      </p:pic>
      <p:pic>
        <p:nvPicPr>
          <p:cNvPr id="53" name="Graphic 52">
            <a:hlinkClick r:id="rId19" action="ppaction://hlinksldjump"/>
            <a:extLst>
              <a:ext uri="{FF2B5EF4-FFF2-40B4-BE49-F238E27FC236}">
                <a16:creationId xmlns:a16="http://schemas.microsoft.com/office/drawing/2014/main" id="{2BB987B0-ACCC-0A09-6D4B-91A417B74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4179074" y="4811389"/>
            <a:ext cx="576000" cy="57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7DB288-9DAA-F943-DA9E-FBDE857C79EC}"/>
              </a:ext>
            </a:extLst>
          </p:cNvPr>
          <p:cNvSpPr txBox="1"/>
          <p:nvPr/>
        </p:nvSpPr>
        <p:spPr>
          <a:xfrm>
            <a:off x="2830150" y="1986970"/>
            <a:ext cx="6574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ایمیل تماس:</a:t>
            </a:r>
            <a:r>
              <a:rPr lang="fa-IR" sz="24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chemeClr val="bg1"/>
                </a:solidFill>
                <a:cs typeface="B Nazanin" panose="00000400000000000000" pitchFamily="2" charset="-78"/>
              </a:rPr>
              <a:t>ali.ahmadiahmadabadi@email.kntu.ac.ir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C3D5A54-F877-D9C0-AAF8-55895EA9D52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927" y="2652695"/>
            <a:ext cx="3610146" cy="3610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9419C0-9C34-94A1-337C-49DAFBC59824}"/>
              </a:ext>
            </a:extLst>
          </p:cNvPr>
          <p:cNvSpPr txBox="1"/>
          <p:nvPr/>
        </p:nvSpPr>
        <p:spPr>
          <a:xfrm>
            <a:off x="2361394" y="6216200"/>
            <a:ext cx="7917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GitHub Link : </a:t>
            </a:r>
            <a:r>
              <a:rPr lang="en-US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6"/>
              </a:rPr>
              <a:t>https://github.com/alihmadi80/ADSP-CZT-Radar.git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66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44BD5"/>
      </a:accent1>
      <a:accent2>
        <a:srgbClr val="0B2D77"/>
      </a:accent2>
      <a:accent3>
        <a:srgbClr val="103FA8"/>
      </a:accent3>
      <a:accent4>
        <a:srgbClr val="144BD5"/>
      </a:accent4>
      <a:accent5>
        <a:srgbClr val="0089C0"/>
      </a:accent5>
      <a:accent6>
        <a:srgbClr val="F3F3F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44BD5"/>
      </a:accent1>
      <a:accent2>
        <a:srgbClr val="0B2D77"/>
      </a:accent2>
      <a:accent3>
        <a:srgbClr val="103FA8"/>
      </a:accent3>
      <a:accent4>
        <a:srgbClr val="144BD5"/>
      </a:accent4>
      <a:accent5>
        <a:srgbClr val="0089C0"/>
      </a:accent5>
      <a:accent6>
        <a:srgbClr val="F3F3F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6838</TotalTime>
  <Words>1208</Words>
  <Application>Microsoft Office PowerPoint</Application>
  <PresentationFormat>Widescreen</PresentationFormat>
  <Paragraphs>151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Vazir</vt:lpstr>
      <vt:lpstr>Arial</vt:lpstr>
      <vt:lpstr>Estedad Black</vt:lpstr>
      <vt:lpstr>Times New Roman</vt:lpstr>
      <vt:lpstr>Google Sans Text</vt:lpstr>
      <vt:lpstr>Wingdings</vt:lpstr>
      <vt:lpstr>B Nazanin</vt:lpstr>
      <vt:lpstr>Calibri</vt:lpstr>
      <vt:lpstr>Shabnam</vt:lpstr>
      <vt:lpstr>Calibri Light</vt:lpstr>
      <vt:lpstr>Cambria Math</vt:lpstr>
      <vt:lpstr>Raleway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Ali Ahmadi</cp:lastModifiedBy>
  <cp:revision>127</cp:revision>
  <dcterms:created xsi:type="dcterms:W3CDTF">2022-09-13T08:36:03Z</dcterms:created>
  <dcterms:modified xsi:type="dcterms:W3CDTF">2026-02-16T22:17:26Z</dcterms:modified>
</cp:coreProperties>
</file>